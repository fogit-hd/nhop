
<file path=[Content_Types].xml><?xml version="1.0" encoding="utf-8"?>
<Types xmlns="http://schemas.openxmlformats.org/package/2006/content-types">
  <Default Extension="png" ContentType="image/png"/>
  <Default Extension="mp3" ContentType="audio/mpe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490" r:id="rId2"/>
    <p:sldId id="488" r:id="rId3"/>
    <p:sldId id="538" r:id="rId4"/>
    <p:sldId id="527" r:id="rId5"/>
    <p:sldId id="548" r:id="rId6"/>
    <p:sldId id="545" r:id="rId7"/>
    <p:sldId id="549" r:id="rId8"/>
    <p:sldId id="550" r:id="rId9"/>
    <p:sldId id="539" r:id="rId10"/>
    <p:sldId id="540" r:id="rId11"/>
    <p:sldId id="531" r:id="rId12"/>
    <p:sldId id="543" r:id="rId13"/>
    <p:sldId id="541" r:id="rId14"/>
    <p:sldId id="533" r:id="rId15"/>
    <p:sldId id="534" r:id="rId16"/>
    <p:sldId id="558" r:id="rId17"/>
    <p:sldId id="535" r:id="rId18"/>
    <p:sldId id="590" r:id="rId19"/>
    <p:sldId id="536" r:id="rId20"/>
    <p:sldId id="547" r:id="rId21"/>
    <p:sldId id="551" r:id="rId22"/>
    <p:sldId id="554" r:id="rId23"/>
    <p:sldId id="532" r:id="rId24"/>
    <p:sldId id="529" r:id="rId25"/>
    <p:sldId id="544" r:id="rId26"/>
    <p:sldId id="507" r:id="rId27"/>
    <p:sldId id="26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EA2"/>
    <a:srgbClr val="F27228"/>
    <a:srgbClr val="36365C"/>
    <a:srgbClr val="648ACE"/>
    <a:srgbClr val="FFFFFF"/>
    <a:srgbClr val="16097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3792" autoAdjust="0"/>
  </p:normalViewPr>
  <p:slideViewPr>
    <p:cSldViewPr snapToGrid="0" showGuides="1">
      <p:cViewPr varScale="1">
        <p:scale>
          <a:sx n="70" d="100"/>
          <a:sy n="70" d="100"/>
        </p:scale>
        <p:origin x="216" y="60"/>
      </p:cViewPr>
      <p:guideLst>
        <p:guide orient="horz" pos="2160"/>
        <p:guide pos="3840"/>
      </p:guideLst>
    </p:cSldViewPr>
  </p:slideViewPr>
  <p:notesTextViewPr>
    <p:cViewPr>
      <p:scale>
        <a:sx n="1" d="1"/>
        <a:sy n="1" d="1"/>
      </p:scale>
      <p:origin x="0" y="0"/>
    </p:cViewPr>
  </p:notesTextViewPr>
  <p:notesViewPr>
    <p:cSldViewPr snapToGrid="0" showGuides="1">
      <p:cViewPr varScale="1">
        <p:scale>
          <a:sx n="52" d="100"/>
          <a:sy n="52" d="100"/>
        </p:scale>
        <p:origin x="294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Khang" userId="468d90fe5fdfce0f" providerId="LiveId" clId="{77835B06-1E4E-48BB-80AB-51BA30634C08}"/>
    <pc:docChg chg="modSld">
      <pc:chgData name="Nguyễn Khang" userId="468d90fe5fdfce0f" providerId="LiveId" clId="{77835B06-1E4E-48BB-80AB-51BA30634C08}" dt="2026-04-15T17:06:10.600" v="12" actId="207"/>
      <pc:docMkLst>
        <pc:docMk/>
      </pc:docMkLst>
      <pc:sldChg chg="modSp">
        <pc:chgData name="Nguyễn Khang" userId="468d90fe5fdfce0f" providerId="LiveId" clId="{77835B06-1E4E-48BB-80AB-51BA30634C08}" dt="2026-04-15T17:02:06.529" v="4" actId="207"/>
        <pc:sldMkLst>
          <pc:docMk/>
          <pc:sldMk cId="3329901613" sldId="539"/>
        </pc:sldMkLst>
        <pc:spChg chg="mod">
          <ac:chgData name="Nguyễn Khang" userId="468d90fe5fdfce0f" providerId="LiveId" clId="{77835B06-1E4E-48BB-80AB-51BA30634C08}" dt="2026-04-15T17:02:06.529" v="4" actId="207"/>
          <ac:spMkLst>
            <pc:docMk/>
            <pc:sldMk cId="3329901613" sldId="539"/>
            <ac:spMk id="14" creationId="{C5F02466-E73B-4A49-840D-C51B105361E5}"/>
          </ac:spMkLst>
        </pc:spChg>
      </pc:sldChg>
      <pc:sldChg chg="modSp">
        <pc:chgData name="Nguyễn Khang" userId="468d90fe5fdfce0f" providerId="LiveId" clId="{77835B06-1E4E-48BB-80AB-51BA30634C08}" dt="2026-04-15T17:06:10.600" v="12" actId="207"/>
        <pc:sldMkLst>
          <pc:docMk/>
          <pc:sldMk cId="3976144367" sldId="543"/>
        </pc:sldMkLst>
        <pc:spChg chg="mod">
          <ac:chgData name="Nguyễn Khang" userId="468d90fe5fdfce0f" providerId="LiveId" clId="{77835B06-1E4E-48BB-80AB-51BA30634C08}" dt="2026-04-15T17:06:10.600" v="12" actId="207"/>
          <ac:spMkLst>
            <pc:docMk/>
            <pc:sldMk cId="3976144367" sldId="543"/>
            <ac:spMk id="2" creationId="{8E4900F3-A9F8-4A93-815D-96E2573FBB21}"/>
          </ac:spMkLst>
        </pc:spChg>
      </pc:sldChg>
      <pc:sldChg chg="modSp">
        <pc:chgData name="Nguyễn Khang" userId="468d90fe5fdfce0f" providerId="LiveId" clId="{77835B06-1E4E-48BB-80AB-51BA30634C08}" dt="2026-04-15T17:01:30.971" v="1" actId="207"/>
        <pc:sldMkLst>
          <pc:docMk/>
          <pc:sldMk cId="392416684" sldId="545"/>
        </pc:sldMkLst>
        <pc:spChg chg="mod">
          <ac:chgData name="Nguyễn Khang" userId="468d90fe5fdfce0f" providerId="LiveId" clId="{77835B06-1E4E-48BB-80AB-51BA30634C08}" dt="2026-04-15T17:01:30.971" v="1" actId="207"/>
          <ac:spMkLst>
            <pc:docMk/>
            <pc:sldMk cId="392416684" sldId="545"/>
            <ac:spMk id="5" creationId="{F8582D0B-70D4-4291-9AB1-897D09F9BF6E}"/>
          </ac:spMkLst>
        </pc:spChg>
      </pc:sldChg>
      <pc:sldChg chg="modSp">
        <pc:chgData name="Nguyễn Khang" userId="468d90fe5fdfce0f" providerId="LiveId" clId="{77835B06-1E4E-48BB-80AB-51BA30634C08}" dt="2026-04-15T17:01:09.820" v="0" actId="207"/>
        <pc:sldMkLst>
          <pc:docMk/>
          <pc:sldMk cId="3392011085" sldId="548"/>
        </pc:sldMkLst>
        <pc:spChg chg="mod">
          <ac:chgData name="Nguyễn Khang" userId="468d90fe5fdfce0f" providerId="LiveId" clId="{77835B06-1E4E-48BB-80AB-51BA30634C08}" dt="2026-04-15T17:01:09.820" v="0" actId="207"/>
          <ac:spMkLst>
            <pc:docMk/>
            <pc:sldMk cId="3392011085" sldId="548"/>
            <ac:spMk id="14" creationId="{C5F02466-E73B-4A49-840D-C51B105361E5}"/>
          </ac:spMkLst>
        </pc:spChg>
      </pc:sldChg>
      <pc:sldChg chg="modSp">
        <pc:chgData name="Nguyễn Khang" userId="468d90fe5fdfce0f" providerId="LiveId" clId="{77835B06-1E4E-48BB-80AB-51BA30634C08}" dt="2026-04-15T17:01:49.143" v="2" actId="207"/>
        <pc:sldMkLst>
          <pc:docMk/>
          <pc:sldMk cId="1105734320" sldId="549"/>
        </pc:sldMkLst>
        <pc:spChg chg="mod">
          <ac:chgData name="Nguyễn Khang" userId="468d90fe5fdfce0f" providerId="LiveId" clId="{77835B06-1E4E-48BB-80AB-51BA30634C08}" dt="2026-04-15T17:01:49.143" v="2" actId="207"/>
          <ac:spMkLst>
            <pc:docMk/>
            <pc:sldMk cId="1105734320" sldId="549"/>
            <ac:spMk id="4" creationId="{8F4A01C0-631A-4234-BA3A-164CB9A5F727}"/>
          </ac:spMkLst>
        </pc:spChg>
      </pc:sldChg>
      <pc:sldChg chg="modSp">
        <pc:chgData name="Nguyễn Khang" userId="468d90fe5fdfce0f" providerId="LiveId" clId="{77835B06-1E4E-48BB-80AB-51BA30634C08}" dt="2026-04-15T17:01:58.971" v="3" actId="207"/>
        <pc:sldMkLst>
          <pc:docMk/>
          <pc:sldMk cId="2278445082" sldId="550"/>
        </pc:sldMkLst>
        <pc:spChg chg="mod">
          <ac:chgData name="Nguyễn Khang" userId="468d90fe5fdfce0f" providerId="LiveId" clId="{77835B06-1E4E-48BB-80AB-51BA30634C08}" dt="2026-04-15T17:01:58.971" v="3" actId="207"/>
          <ac:spMkLst>
            <pc:docMk/>
            <pc:sldMk cId="2278445082" sldId="550"/>
            <ac:spMk id="4" creationId="{8F4A01C0-631A-4234-BA3A-164CB9A5F727}"/>
          </ac:spMkLst>
        </pc:spChg>
      </pc:sldChg>
      <pc:sldChg chg="modSp">
        <pc:chgData name="Nguyễn Khang" userId="468d90fe5fdfce0f" providerId="LiveId" clId="{77835B06-1E4E-48BB-80AB-51BA30634C08}" dt="2026-04-15T17:05:17.444" v="8" actId="207"/>
        <pc:sldMkLst>
          <pc:docMk/>
          <pc:sldMk cId="3523157726" sldId="551"/>
        </pc:sldMkLst>
        <pc:spChg chg="mod">
          <ac:chgData name="Nguyễn Khang" userId="468d90fe5fdfce0f" providerId="LiveId" clId="{77835B06-1E4E-48BB-80AB-51BA30634C08}" dt="2026-04-15T17:05:17.444" v="8" actId="207"/>
          <ac:spMkLst>
            <pc:docMk/>
            <pc:sldMk cId="3523157726" sldId="551"/>
            <ac:spMk id="6" creationId="{B5E6254E-BB83-4BCE-BC26-5DFB9225593B}"/>
          </ac:spMkLst>
        </pc:spChg>
      </pc:sldChg>
      <pc:sldChg chg="addSp modSp">
        <pc:chgData name="Nguyễn Khang" userId="468d90fe5fdfce0f" providerId="LiveId" clId="{77835B06-1E4E-48BB-80AB-51BA30634C08}" dt="2026-04-15T17:05:33.397" v="11" actId="207"/>
        <pc:sldMkLst>
          <pc:docMk/>
          <pc:sldMk cId="2547698563" sldId="554"/>
        </pc:sldMkLst>
        <pc:spChg chg="mod">
          <ac:chgData name="Nguyễn Khang" userId="468d90fe5fdfce0f" providerId="LiveId" clId="{77835B06-1E4E-48BB-80AB-51BA30634C08}" dt="2026-04-15T17:05:33.397" v="11" actId="207"/>
          <ac:spMkLst>
            <pc:docMk/>
            <pc:sldMk cId="2547698563" sldId="554"/>
            <ac:spMk id="4" creationId="{8F4A01C0-631A-4234-BA3A-164CB9A5F727}"/>
          </ac:spMkLst>
        </pc:spChg>
        <pc:spChg chg="add mod">
          <ac:chgData name="Nguyễn Khang" userId="468d90fe5fdfce0f" providerId="LiveId" clId="{77835B06-1E4E-48BB-80AB-51BA30634C08}" dt="2026-04-15T17:05:26.597" v="10" actId="571"/>
          <ac:spMkLst>
            <pc:docMk/>
            <pc:sldMk cId="2547698563" sldId="554"/>
            <ac:spMk id="5" creationId="{8F9E531E-6A42-411D-B6D4-4FE74D39366C}"/>
          </ac:spMkLst>
        </pc:spChg>
      </pc:sldChg>
      <pc:sldChg chg="modSp">
        <pc:chgData name="Nguyễn Khang" userId="468d90fe5fdfce0f" providerId="LiveId" clId="{77835B06-1E4E-48BB-80AB-51BA30634C08}" dt="2026-04-15T17:04:52.717" v="7" actId="207"/>
        <pc:sldMkLst>
          <pc:docMk/>
          <pc:sldMk cId="3679599280" sldId="558"/>
        </pc:sldMkLst>
        <pc:spChg chg="mod">
          <ac:chgData name="Nguyễn Khang" userId="468d90fe5fdfce0f" providerId="LiveId" clId="{77835B06-1E4E-48BB-80AB-51BA30634C08}" dt="2026-04-15T17:04:52.717" v="7" actId="207"/>
          <ac:spMkLst>
            <pc:docMk/>
            <pc:sldMk cId="3679599280" sldId="558"/>
            <ac:spMk id="2" creationId="{7422BF0B-26ED-48EE-AC1C-32A0293B6B7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C31AD5-F214-410B-A485-ED29B23D6C63}"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PH"/>
        </a:p>
      </dgm:t>
    </dgm:pt>
    <dgm:pt modelId="{DD5D0B4E-4BD2-41C2-9601-C4A8EF4121A8}">
      <dgm:prSet phldrT="[Text]"/>
      <dgm:spPr>
        <a:solidFill>
          <a:srgbClr val="C00000"/>
        </a:solidFill>
      </dgm:spPr>
      <dgm:t>
        <a:bodyPr/>
        <a:lstStyle/>
        <a:p>
          <a:r>
            <a:rPr lang="en-PH" dirty="0"/>
            <a:t>AGGRAVATING FACTORS</a:t>
          </a:r>
        </a:p>
      </dgm:t>
    </dgm:pt>
    <dgm:pt modelId="{546E38F4-22E6-44EA-8FC8-9F76515C8835}" type="parTrans" cxnId="{84B4F990-66A1-492F-A04B-1C149993618F}">
      <dgm:prSet/>
      <dgm:spPr/>
      <dgm:t>
        <a:bodyPr/>
        <a:lstStyle/>
        <a:p>
          <a:endParaRPr lang="en-PH"/>
        </a:p>
      </dgm:t>
    </dgm:pt>
    <dgm:pt modelId="{3AF8DE48-E135-433F-A231-3A31778FB65F}" type="sibTrans" cxnId="{84B4F990-66A1-492F-A04B-1C149993618F}">
      <dgm:prSet/>
      <dgm:spPr/>
      <dgm:t>
        <a:bodyPr/>
        <a:lstStyle/>
        <a:p>
          <a:endParaRPr lang="en-PH"/>
        </a:p>
      </dgm:t>
    </dgm:pt>
    <dgm:pt modelId="{FCA76B1D-138F-4CB6-964E-CE38A069FAC5}">
      <dgm:prSet phldrT="[Text]" custT="1"/>
      <dgm:spPr>
        <a:solidFill>
          <a:schemeClr val="bg1">
            <a:lumMod val="85000"/>
            <a:alpha val="89804"/>
          </a:schemeClr>
        </a:solidFill>
      </dgm:spPr>
      <dgm:t>
        <a:bodyPr/>
        <a:lstStyle/>
        <a:p>
          <a:pPr>
            <a:buFont typeface="Arial" panose="020B0604020202020204" pitchFamily="34" charset="0"/>
            <a:buChar char="•"/>
          </a:pPr>
          <a:r>
            <a:rPr lang="en-US" sz="1800" b="0" dirty="0"/>
            <a:t>Circumstances relating to the commission of a crime or violation that makes it more grave than the average instance of that crime.</a:t>
          </a:r>
          <a:endParaRPr lang="en-PH" sz="1800" b="0" dirty="0"/>
        </a:p>
      </dgm:t>
    </dgm:pt>
    <dgm:pt modelId="{E929E999-42EF-4502-B57B-9B291CE99E40}" type="parTrans" cxnId="{D502DDA2-450E-440B-AD05-F3E09FC5E9E5}">
      <dgm:prSet/>
      <dgm:spPr/>
      <dgm:t>
        <a:bodyPr/>
        <a:lstStyle/>
        <a:p>
          <a:endParaRPr lang="en-PH"/>
        </a:p>
      </dgm:t>
    </dgm:pt>
    <dgm:pt modelId="{EAEC200A-1045-4241-A4CD-7250710AEDDB}" type="sibTrans" cxnId="{D502DDA2-450E-440B-AD05-F3E09FC5E9E5}">
      <dgm:prSet/>
      <dgm:spPr/>
      <dgm:t>
        <a:bodyPr/>
        <a:lstStyle/>
        <a:p>
          <a:endParaRPr lang="en-PH"/>
        </a:p>
      </dgm:t>
    </dgm:pt>
    <dgm:pt modelId="{453BF9CC-8E56-4B0C-B1A3-0C97C7D98F6A}">
      <dgm:prSet phldrT="[Text]"/>
      <dgm:spPr>
        <a:solidFill>
          <a:srgbClr val="0070C0"/>
        </a:solidFill>
      </dgm:spPr>
      <dgm:t>
        <a:bodyPr/>
        <a:lstStyle/>
        <a:p>
          <a:r>
            <a:rPr lang="en-PH" dirty="0"/>
            <a:t>MITIGATING FACTORS</a:t>
          </a:r>
        </a:p>
      </dgm:t>
    </dgm:pt>
    <dgm:pt modelId="{84A38484-5C62-42C9-9BE8-47E7CF64B010}" type="parTrans" cxnId="{7341590A-8254-4719-83A4-CCFC613C1110}">
      <dgm:prSet/>
      <dgm:spPr/>
      <dgm:t>
        <a:bodyPr/>
        <a:lstStyle/>
        <a:p>
          <a:endParaRPr lang="en-PH"/>
        </a:p>
      </dgm:t>
    </dgm:pt>
    <dgm:pt modelId="{F769C6D2-276B-42BF-8DAB-2BB6C17CB957}" type="sibTrans" cxnId="{7341590A-8254-4719-83A4-CCFC613C1110}">
      <dgm:prSet/>
      <dgm:spPr/>
      <dgm:t>
        <a:bodyPr/>
        <a:lstStyle/>
        <a:p>
          <a:endParaRPr lang="en-PH"/>
        </a:p>
      </dgm:t>
    </dgm:pt>
    <dgm:pt modelId="{C4B00229-FAD2-4823-AEB2-3C951E7E62ED}">
      <dgm:prSet phldrT="[Text]" custT="1"/>
      <dgm:spPr/>
      <dgm:t>
        <a:bodyPr/>
        <a:lstStyle/>
        <a:p>
          <a:r>
            <a:rPr lang="en-US" sz="1800" b="0" dirty="0"/>
            <a:t>Circumstances relating to the commission of a crime or violation that may be considered to reduce the blameworthiness of the defendant.</a:t>
          </a:r>
          <a:endParaRPr lang="en-PH" sz="1800" b="0" dirty="0"/>
        </a:p>
      </dgm:t>
    </dgm:pt>
    <dgm:pt modelId="{A6304F3F-D97A-49CB-B6FD-CFB0D6C0B3BA}" type="parTrans" cxnId="{AB7D3F6D-E591-4569-8D8A-98143AE4D752}">
      <dgm:prSet/>
      <dgm:spPr/>
      <dgm:t>
        <a:bodyPr/>
        <a:lstStyle/>
        <a:p>
          <a:endParaRPr lang="en-PH"/>
        </a:p>
      </dgm:t>
    </dgm:pt>
    <dgm:pt modelId="{B195D9EC-C7A4-47A1-A2E9-4F8798F943FF}" type="sibTrans" cxnId="{AB7D3F6D-E591-4569-8D8A-98143AE4D752}">
      <dgm:prSet/>
      <dgm:spPr/>
      <dgm:t>
        <a:bodyPr/>
        <a:lstStyle/>
        <a:p>
          <a:endParaRPr lang="en-PH"/>
        </a:p>
      </dgm:t>
    </dgm:pt>
    <dgm:pt modelId="{01D0E5E2-0F38-4877-A68E-AAB78E8CFDA7}">
      <dgm:prSet/>
      <dgm:spPr/>
      <dgm:t>
        <a:bodyPr/>
        <a:lstStyle/>
        <a:p>
          <a:r>
            <a:rPr lang="en-US" sz="1700" dirty="0"/>
            <a:t>Remorse</a:t>
          </a:r>
        </a:p>
      </dgm:t>
    </dgm:pt>
    <dgm:pt modelId="{A464AD90-D870-4887-8287-44FF6D3E32E1}" type="parTrans" cxnId="{74E82544-721C-4EC9-870F-462B9D0C15F9}">
      <dgm:prSet/>
      <dgm:spPr/>
      <dgm:t>
        <a:bodyPr/>
        <a:lstStyle/>
        <a:p>
          <a:endParaRPr lang="en-PH"/>
        </a:p>
      </dgm:t>
    </dgm:pt>
    <dgm:pt modelId="{48F00F5D-CC6B-4CBE-8016-3989EA4F7CDB}" type="sibTrans" cxnId="{74E82544-721C-4EC9-870F-462B9D0C15F9}">
      <dgm:prSet/>
      <dgm:spPr/>
      <dgm:t>
        <a:bodyPr/>
        <a:lstStyle/>
        <a:p>
          <a:endParaRPr lang="en-PH"/>
        </a:p>
      </dgm:t>
    </dgm:pt>
    <dgm:pt modelId="{166189C7-048B-45F0-87C8-B162408EC01C}">
      <dgm:prSet/>
      <dgm:spPr/>
      <dgm:t>
        <a:bodyPr/>
        <a:lstStyle/>
        <a:p>
          <a:r>
            <a:rPr lang="en-US" sz="1700"/>
            <a:t>Infraction was an isolated incident </a:t>
          </a:r>
          <a:endParaRPr lang="en-US" sz="1700" dirty="0"/>
        </a:p>
      </dgm:t>
    </dgm:pt>
    <dgm:pt modelId="{73B774EA-ED4E-47E5-A9FF-7AD51DEEFC8A}" type="parTrans" cxnId="{C6624E8D-ECAC-4751-B9C8-84C65A1D754F}">
      <dgm:prSet/>
      <dgm:spPr/>
      <dgm:t>
        <a:bodyPr/>
        <a:lstStyle/>
        <a:p>
          <a:endParaRPr lang="en-PH"/>
        </a:p>
      </dgm:t>
    </dgm:pt>
    <dgm:pt modelId="{B0A17B09-957A-4DE1-B197-AEBAE8D39BA3}" type="sibTrans" cxnId="{C6624E8D-ECAC-4751-B9C8-84C65A1D754F}">
      <dgm:prSet/>
      <dgm:spPr/>
      <dgm:t>
        <a:bodyPr/>
        <a:lstStyle/>
        <a:p>
          <a:endParaRPr lang="en-PH"/>
        </a:p>
      </dgm:t>
    </dgm:pt>
    <dgm:pt modelId="{9B4F8FDF-26DA-45FC-ACB8-EDEBE0C9D40F}">
      <dgm:prSet/>
      <dgm:spPr/>
      <dgm:t>
        <a:bodyPr/>
        <a:lstStyle/>
        <a:p>
          <a:r>
            <a:rPr lang="en-US" sz="1700" dirty="0"/>
            <a:t>Provocation </a:t>
          </a:r>
        </a:p>
      </dgm:t>
    </dgm:pt>
    <dgm:pt modelId="{2F11A341-67BA-4B72-9943-C6B2DE6A460F}" type="parTrans" cxnId="{F9F58452-4C73-4AFA-8352-5061BDCED5FD}">
      <dgm:prSet/>
      <dgm:spPr/>
      <dgm:t>
        <a:bodyPr/>
        <a:lstStyle/>
        <a:p>
          <a:endParaRPr lang="en-PH"/>
        </a:p>
      </dgm:t>
    </dgm:pt>
    <dgm:pt modelId="{7CE84711-B21D-4327-82A3-A57629E6DC59}" type="sibTrans" cxnId="{F9F58452-4C73-4AFA-8352-5061BDCED5FD}">
      <dgm:prSet/>
      <dgm:spPr/>
      <dgm:t>
        <a:bodyPr/>
        <a:lstStyle/>
        <a:p>
          <a:endParaRPr lang="en-PH"/>
        </a:p>
      </dgm:t>
    </dgm:pt>
    <dgm:pt modelId="{FE6D83B6-C18B-47CC-B899-32C287CF2930}">
      <dgm:prSet custT="1"/>
      <dgm:spPr>
        <a:solidFill>
          <a:schemeClr val="bg1">
            <a:lumMod val="85000"/>
            <a:alpha val="89804"/>
          </a:schemeClr>
        </a:solidFill>
      </dgm:spPr>
      <dgm:t>
        <a:bodyPr/>
        <a:lstStyle/>
        <a:p>
          <a:r>
            <a:rPr lang="en-US" sz="1800" b="0" dirty="0"/>
            <a:t>Calls for a tougher or more serious penalty.</a:t>
          </a:r>
        </a:p>
      </dgm:t>
    </dgm:pt>
    <dgm:pt modelId="{FF638206-0B74-45BC-BF24-FA914BA5D4DC}" type="parTrans" cxnId="{CECE3BA8-A896-46D8-9AAF-C68DA3B2A8CE}">
      <dgm:prSet/>
      <dgm:spPr/>
      <dgm:t>
        <a:bodyPr/>
        <a:lstStyle/>
        <a:p>
          <a:endParaRPr lang="en-PH"/>
        </a:p>
      </dgm:t>
    </dgm:pt>
    <dgm:pt modelId="{C29B4EE4-1F96-4B86-8FDE-485099504E23}" type="sibTrans" cxnId="{CECE3BA8-A896-46D8-9AAF-C68DA3B2A8CE}">
      <dgm:prSet/>
      <dgm:spPr/>
      <dgm:t>
        <a:bodyPr/>
        <a:lstStyle/>
        <a:p>
          <a:endParaRPr lang="en-PH"/>
        </a:p>
      </dgm:t>
    </dgm:pt>
    <dgm:pt modelId="{1856F2C9-3939-4E48-B70E-EA9E6CCFF673}">
      <dgm:prSet/>
      <dgm:spPr>
        <a:solidFill>
          <a:schemeClr val="bg1">
            <a:lumMod val="85000"/>
            <a:alpha val="89804"/>
          </a:schemeClr>
        </a:solidFill>
      </dgm:spPr>
      <dgm:t>
        <a:bodyPr/>
        <a:lstStyle/>
        <a:p>
          <a:r>
            <a:rPr lang="en-US" sz="1700" dirty="0"/>
            <a:t>Conduct was premeditated or intentional</a:t>
          </a:r>
        </a:p>
      </dgm:t>
    </dgm:pt>
    <dgm:pt modelId="{436DB535-93A7-4E0F-8D0E-2B1C1DDCDF05}" type="parTrans" cxnId="{F3D3EFCF-5398-4204-B400-C8C46D4A36A4}">
      <dgm:prSet/>
      <dgm:spPr/>
      <dgm:t>
        <a:bodyPr/>
        <a:lstStyle/>
        <a:p>
          <a:endParaRPr lang="en-PH"/>
        </a:p>
      </dgm:t>
    </dgm:pt>
    <dgm:pt modelId="{931A6B5A-33EA-494A-82A4-0EA11CB5B6BD}" type="sibTrans" cxnId="{F3D3EFCF-5398-4204-B400-C8C46D4A36A4}">
      <dgm:prSet/>
      <dgm:spPr/>
      <dgm:t>
        <a:bodyPr/>
        <a:lstStyle/>
        <a:p>
          <a:endParaRPr lang="en-PH"/>
        </a:p>
      </dgm:t>
    </dgm:pt>
    <dgm:pt modelId="{82563A68-A740-4722-BC16-180B3C77D894}">
      <dgm:prSet/>
      <dgm:spPr>
        <a:solidFill>
          <a:schemeClr val="bg1">
            <a:lumMod val="85000"/>
            <a:alpha val="89804"/>
          </a:schemeClr>
        </a:solidFill>
      </dgm:spPr>
      <dgm:t>
        <a:bodyPr/>
        <a:lstStyle/>
        <a:p>
          <a:r>
            <a:rPr lang="en-US" sz="1700" dirty="0"/>
            <a:t>Employee’s position / level</a:t>
          </a:r>
        </a:p>
      </dgm:t>
    </dgm:pt>
    <dgm:pt modelId="{3CA35030-B113-4948-8CB9-A025029DF4C3}" type="parTrans" cxnId="{F9949A74-56F1-4D87-A6A8-913131671535}">
      <dgm:prSet/>
      <dgm:spPr/>
      <dgm:t>
        <a:bodyPr/>
        <a:lstStyle/>
        <a:p>
          <a:endParaRPr lang="en-PH"/>
        </a:p>
      </dgm:t>
    </dgm:pt>
    <dgm:pt modelId="{550B9258-BC64-4510-919C-5A0537872710}" type="sibTrans" cxnId="{F9949A74-56F1-4D87-A6A8-913131671535}">
      <dgm:prSet/>
      <dgm:spPr/>
      <dgm:t>
        <a:bodyPr/>
        <a:lstStyle/>
        <a:p>
          <a:endParaRPr lang="en-PH"/>
        </a:p>
      </dgm:t>
    </dgm:pt>
    <dgm:pt modelId="{93BD244A-704B-4CAB-9936-B779F98C2076}">
      <dgm:prSet/>
      <dgm:spPr>
        <a:solidFill>
          <a:schemeClr val="bg1">
            <a:lumMod val="85000"/>
            <a:alpha val="89804"/>
          </a:schemeClr>
        </a:solidFill>
      </dgm:spPr>
      <dgm:t>
        <a:bodyPr/>
        <a:lstStyle/>
        <a:p>
          <a:r>
            <a:rPr lang="en-US" sz="1700" dirty="0"/>
            <a:t>Employee record such as length of service, Performance, feedback from peers. history of offenses</a:t>
          </a:r>
        </a:p>
      </dgm:t>
    </dgm:pt>
    <dgm:pt modelId="{1C806C5F-E5E7-44ED-9137-546827D4ECCC}" type="parTrans" cxnId="{D25488AF-2B74-4B41-9A35-404A8732C02A}">
      <dgm:prSet/>
      <dgm:spPr/>
      <dgm:t>
        <a:bodyPr/>
        <a:lstStyle/>
        <a:p>
          <a:endParaRPr lang="en-PH"/>
        </a:p>
      </dgm:t>
    </dgm:pt>
    <dgm:pt modelId="{28B9D645-2226-4ED1-8357-5BEBC513DA89}" type="sibTrans" cxnId="{D25488AF-2B74-4B41-9A35-404A8732C02A}">
      <dgm:prSet/>
      <dgm:spPr/>
      <dgm:t>
        <a:bodyPr/>
        <a:lstStyle/>
        <a:p>
          <a:endParaRPr lang="en-PH"/>
        </a:p>
      </dgm:t>
    </dgm:pt>
    <dgm:pt modelId="{7CA90C88-0AA8-46DE-BF50-5EF82F9D0A55}">
      <dgm:prSet phldrT="[Text]" custT="1"/>
      <dgm:spPr/>
      <dgm:t>
        <a:bodyPr/>
        <a:lstStyle/>
        <a:p>
          <a:r>
            <a:rPr lang="en-US" sz="1800" b="0" dirty="0"/>
            <a:t>Calls for a lesser sentence or less serious penalty.</a:t>
          </a:r>
          <a:endParaRPr lang="en-PH" sz="1800" b="0" dirty="0"/>
        </a:p>
      </dgm:t>
    </dgm:pt>
    <dgm:pt modelId="{286F5A8C-1885-493C-9196-AEB837DEC3E0}" type="parTrans" cxnId="{5B3EE8CE-F564-483E-8015-21F38D768B8F}">
      <dgm:prSet/>
      <dgm:spPr/>
      <dgm:t>
        <a:bodyPr/>
        <a:lstStyle/>
        <a:p>
          <a:endParaRPr lang="en-PH"/>
        </a:p>
      </dgm:t>
    </dgm:pt>
    <dgm:pt modelId="{66C80E50-C19B-4210-B61F-8545401B27CC}" type="sibTrans" cxnId="{5B3EE8CE-F564-483E-8015-21F38D768B8F}">
      <dgm:prSet/>
      <dgm:spPr/>
      <dgm:t>
        <a:bodyPr/>
        <a:lstStyle/>
        <a:p>
          <a:endParaRPr lang="en-PH"/>
        </a:p>
      </dgm:t>
    </dgm:pt>
    <dgm:pt modelId="{941A34CE-5AD6-4A93-A78E-4E5465D6292D}">
      <dgm:prSet phldrT="[Text]"/>
      <dgm:spPr/>
      <dgm:t>
        <a:bodyPr/>
        <a:lstStyle/>
        <a:p>
          <a:pPr>
            <a:buNone/>
          </a:pPr>
          <a:r>
            <a:rPr lang="en-US" sz="1700" b="1" dirty="0"/>
            <a:t>Examples:</a:t>
          </a:r>
          <a:endParaRPr lang="en-PH" sz="1700" b="1" dirty="0"/>
        </a:p>
      </dgm:t>
    </dgm:pt>
    <dgm:pt modelId="{5688254B-F4DF-4B78-A8B6-5A75287C3C0F}" type="parTrans" cxnId="{27EA35FA-FDD7-418A-AF97-D45CD4945238}">
      <dgm:prSet/>
      <dgm:spPr/>
      <dgm:t>
        <a:bodyPr/>
        <a:lstStyle/>
        <a:p>
          <a:endParaRPr lang="en-PH"/>
        </a:p>
      </dgm:t>
    </dgm:pt>
    <dgm:pt modelId="{A15511E9-676E-4205-9452-F97C87FA77A9}" type="sibTrans" cxnId="{27EA35FA-FDD7-418A-AF97-D45CD4945238}">
      <dgm:prSet/>
      <dgm:spPr/>
      <dgm:t>
        <a:bodyPr/>
        <a:lstStyle/>
        <a:p>
          <a:endParaRPr lang="en-PH"/>
        </a:p>
      </dgm:t>
    </dgm:pt>
    <dgm:pt modelId="{60F80D1D-0AE9-4824-A292-1BA8306862BF}">
      <dgm:prSet phldrT="[Text]"/>
      <dgm:spPr/>
      <dgm:t>
        <a:bodyPr/>
        <a:lstStyle/>
        <a:p>
          <a:r>
            <a:rPr lang="en-US" sz="1700"/>
            <a:t>Admission </a:t>
          </a:r>
          <a:endParaRPr lang="en-PH" sz="1700" dirty="0"/>
        </a:p>
      </dgm:t>
    </dgm:pt>
    <dgm:pt modelId="{3C06C116-B0DD-447B-A273-E3B1B556C061}" type="parTrans" cxnId="{ED8A12F8-C5F2-420D-92A0-243F69A989A1}">
      <dgm:prSet/>
      <dgm:spPr/>
      <dgm:t>
        <a:bodyPr/>
        <a:lstStyle/>
        <a:p>
          <a:endParaRPr lang="en-PH"/>
        </a:p>
      </dgm:t>
    </dgm:pt>
    <dgm:pt modelId="{677B1AFE-00C5-407B-9508-F85805E60B63}" type="sibTrans" cxnId="{ED8A12F8-C5F2-420D-92A0-243F69A989A1}">
      <dgm:prSet/>
      <dgm:spPr/>
      <dgm:t>
        <a:bodyPr/>
        <a:lstStyle/>
        <a:p>
          <a:endParaRPr lang="en-PH"/>
        </a:p>
      </dgm:t>
    </dgm:pt>
    <dgm:pt modelId="{EAE651E2-2BB0-47FA-8FCC-4347D4900937}">
      <dgm:prSet phldrT="[Text]" custT="1"/>
      <dgm:spPr/>
      <dgm:t>
        <a:bodyPr/>
        <a:lstStyle/>
        <a:p>
          <a:endParaRPr lang="en-PH" sz="1000" b="1" dirty="0"/>
        </a:p>
      </dgm:t>
    </dgm:pt>
    <dgm:pt modelId="{49E80AF8-5DEB-4E98-8DFC-DBB580B85111}" type="parTrans" cxnId="{90A87CAC-FA6B-4D42-9A87-292174336869}">
      <dgm:prSet/>
      <dgm:spPr/>
      <dgm:t>
        <a:bodyPr/>
        <a:lstStyle/>
        <a:p>
          <a:endParaRPr lang="en-PH"/>
        </a:p>
      </dgm:t>
    </dgm:pt>
    <dgm:pt modelId="{E635F9D0-D913-493D-AB4F-B9F6E8615A96}" type="sibTrans" cxnId="{90A87CAC-FA6B-4D42-9A87-292174336869}">
      <dgm:prSet/>
      <dgm:spPr/>
      <dgm:t>
        <a:bodyPr/>
        <a:lstStyle/>
        <a:p>
          <a:endParaRPr lang="en-PH"/>
        </a:p>
      </dgm:t>
    </dgm:pt>
    <dgm:pt modelId="{44B3CD38-193F-493C-9C2C-265B7879C970}">
      <dgm:prSet custT="1"/>
      <dgm:spPr>
        <a:solidFill>
          <a:schemeClr val="bg1">
            <a:lumMod val="85000"/>
            <a:alpha val="89804"/>
          </a:schemeClr>
        </a:solidFill>
      </dgm:spPr>
      <dgm:t>
        <a:bodyPr/>
        <a:lstStyle/>
        <a:p>
          <a:pPr>
            <a:buNone/>
          </a:pPr>
          <a:r>
            <a:rPr lang="en-US" sz="1700" b="1" dirty="0"/>
            <a:t>Examples:</a:t>
          </a:r>
          <a:endParaRPr lang="en-US" sz="1800" b="0" dirty="0"/>
        </a:p>
      </dgm:t>
    </dgm:pt>
    <dgm:pt modelId="{23C53188-60A0-4EA5-AF47-D80B8A0EB72B}" type="parTrans" cxnId="{401FAC92-7928-40DD-8F24-B144887C0D6C}">
      <dgm:prSet/>
      <dgm:spPr/>
      <dgm:t>
        <a:bodyPr/>
        <a:lstStyle/>
        <a:p>
          <a:endParaRPr lang="en-US"/>
        </a:p>
      </dgm:t>
    </dgm:pt>
    <dgm:pt modelId="{759B18DA-73DD-4770-AE28-38175ADE3B17}" type="sibTrans" cxnId="{401FAC92-7928-40DD-8F24-B144887C0D6C}">
      <dgm:prSet/>
      <dgm:spPr/>
      <dgm:t>
        <a:bodyPr/>
        <a:lstStyle/>
        <a:p>
          <a:endParaRPr lang="en-US"/>
        </a:p>
      </dgm:t>
    </dgm:pt>
    <dgm:pt modelId="{66BB7719-D54B-4C14-80BE-A9DE881F8B0D}" type="pres">
      <dgm:prSet presAssocID="{E4C31AD5-F214-410B-A485-ED29B23D6C63}" presName="Name0" presStyleCnt="0">
        <dgm:presLayoutVars>
          <dgm:dir/>
          <dgm:animLvl val="lvl"/>
          <dgm:resizeHandles val="exact"/>
        </dgm:presLayoutVars>
      </dgm:prSet>
      <dgm:spPr/>
    </dgm:pt>
    <dgm:pt modelId="{E9FFC974-AE9B-43C5-9A25-30FB18FBF731}" type="pres">
      <dgm:prSet presAssocID="{DD5D0B4E-4BD2-41C2-9601-C4A8EF4121A8}" presName="composite" presStyleCnt="0"/>
      <dgm:spPr/>
    </dgm:pt>
    <dgm:pt modelId="{3DD9AB2F-5786-42AF-A54E-7ACC97FEA382}" type="pres">
      <dgm:prSet presAssocID="{DD5D0B4E-4BD2-41C2-9601-C4A8EF4121A8}" presName="parTx" presStyleLbl="alignNode1" presStyleIdx="0" presStyleCnt="2">
        <dgm:presLayoutVars>
          <dgm:chMax val="0"/>
          <dgm:chPref val="0"/>
          <dgm:bulletEnabled val="1"/>
        </dgm:presLayoutVars>
      </dgm:prSet>
      <dgm:spPr/>
    </dgm:pt>
    <dgm:pt modelId="{AD89D610-DB3E-40BE-869B-7325A113A48F}" type="pres">
      <dgm:prSet presAssocID="{DD5D0B4E-4BD2-41C2-9601-C4A8EF4121A8}" presName="desTx" presStyleLbl="alignAccFollowNode1" presStyleIdx="0" presStyleCnt="2">
        <dgm:presLayoutVars>
          <dgm:bulletEnabled val="1"/>
        </dgm:presLayoutVars>
      </dgm:prSet>
      <dgm:spPr/>
    </dgm:pt>
    <dgm:pt modelId="{4EB61777-2883-4749-8686-744C3F254AC6}" type="pres">
      <dgm:prSet presAssocID="{3AF8DE48-E135-433F-A231-3A31778FB65F}" presName="space" presStyleCnt="0"/>
      <dgm:spPr/>
    </dgm:pt>
    <dgm:pt modelId="{5EC1450E-9A9C-4AC8-898C-176B6A84E0B1}" type="pres">
      <dgm:prSet presAssocID="{453BF9CC-8E56-4B0C-B1A3-0C97C7D98F6A}" presName="composite" presStyleCnt="0"/>
      <dgm:spPr/>
    </dgm:pt>
    <dgm:pt modelId="{C9B8BB90-1816-4B4A-B9AC-8D69B221C7B9}" type="pres">
      <dgm:prSet presAssocID="{453BF9CC-8E56-4B0C-B1A3-0C97C7D98F6A}" presName="parTx" presStyleLbl="alignNode1" presStyleIdx="1" presStyleCnt="2">
        <dgm:presLayoutVars>
          <dgm:chMax val="0"/>
          <dgm:chPref val="0"/>
          <dgm:bulletEnabled val="1"/>
        </dgm:presLayoutVars>
      </dgm:prSet>
      <dgm:spPr/>
    </dgm:pt>
    <dgm:pt modelId="{FB047677-EA10-4942-8EE3-7027E7E4E1F3}" type="pres">
      <dgm:prSet presAssocID="{453BF9CC-8E56-4B0C-B1A3-0C97C7D98F6A}" presName="desTx" presStyleLbl="alignAccFollowNode1" presStyleIdx="1" presStyleCnt="2">
        <dgm:presLayoutVars>
          <dgm:bulletEnabled val="1"/>
        </dgm:presLayoutVars>
      </dgm:prSet>
      <dgm:spPr/>
    </dgm:pt>
  </dgm:ptLst>
  <dgm:cxnLst>
    <dgm:cxn modelId="{65381802-8A55-4A8A-906C-9FD9972A56DA}" type="presOf" srcId="{E4C31AD5-F214-410B-A485-ED29B23D6C63}" destId="{66BB7719-D54B-4C14-80BE-A9DE881F8B0D}" srcOrd="0" destOrd="0" presId="urn:microsoft.com/office/officeart/2005/8/layout/hList1"/>
    <dgm:cxn modelId="{7341590A-8254-4719-83A4-CCFC613C1110}" srcId="{E4C31AD5-F214-410B-A485-ED29B23D6C63}" destId="{453BF9CC-8E56-4B0C-B1A3-0C97C7D98F6A}" srcOrd="1" destOrd="0" parTransId="{84A38484-5C62-42C9-9BE8-47E7CF64B010}" sibTransId="{F769C6D2-276B-42BF-8DAB-2BB6C17CB957}"/>
    <dgm:cxn modelId="{D7D4520D-F139-40BB-A7A8-1FD4CDBE4EB3}" type="presOf" srcId="{DD5D0B4E-4BD2-41C2-9601-C4A8EF4121A8}" destId="{3DD9AB2F-5786-42AF-A54E-7ACC97FEA382}" srcOrd="0" destOrd="0" presId="urn:microsoft.com/office/officeart/2005/8/layout/hList1"/>
    <dgm:cxn modelId="{B68A9F0D-CBBC-4D95-9E68-A18B8E571C73}" type="presOf" srcId="{941A34CE-5AD6-4A93-A78E-4E5465D6292D}" destId="{FB047677-EA10-4942-8EE3-7027E7E4E1F3}" srcOrd="0" destOrd="3" presId="urn:microsoft.com/office/officeart/2005/8/layout/hList1"/>
    <dgm:cxn modelId="{E37F3C19-3358-40ED-AFB7-22691C3687EC}" type="presOf" srcId="{1856F2C9-3939-4E48-B70E-EA9E6CCFF673}" destId="{AD89D610-DB3E-40BE-869B-7325A113A48F}" srcOrd="0" destOrd="3" presId="urn:microsoft.com/office/officeart/2005/8/layout/hList1"/>
    <dgm:cxn modelId="{28AFC21C-F7FB-4AA2-8A4A-9E36FAC7CF93}" type="presOf" srcId="{FE6D83B6-C18B-47CC-B899-32C287CF2930}" destId="{AD89D610-DB3E-40BE-869B-7325A113A48F}" srcOrd="0" destOrd="1" presId="urn:microsoft.com/office/officeart/2005/8/layout/hList1"/>
    <dgm:cxn modelId="{127BA91D-6065-4D29-9A4C-CF6286CF8A25}" type="presOf" srcId="{9B4F8FDF-26DA-45FC-ACB8-EDEBE0C9D40F}" destId="{FB047677-EA10-4942-8EE3-7027E7E4E1F3}" srcOrd="0" destOrd="7" presId="urn:microsoft.com/office/officeart/2005/8/layout/hList1"/>
    <dgm:cxn modelId="{376A4932-BC29-420F-B737-BA7D83753A84}" type="presOf" srcId="{60F80D1D-0AE9-4824-A292-1BA8306862BF}" destId="{FB047677-EA10-4942-8EE3-7027E7E4E1F3}" srcOrd="0" destOrd="4" presId="urn:microsoft.com/office/officeart/2005/8/layout/hList1"/>
    <dgm:cxn modelId="{6704185F-15CF-4CA9-9103-A56F67BFC537}" type="presOf" srcId="{82563A68-A740-4722-BC16-180B3C77D894}" destId="{AD89D610-DB3E-40BE-869B-7325A113A48F}" srcOrd="0" destOrd="4" presId="urn:microsoft.com/office/officeart/2005/8/layout/hList1"/>
    <dgm:cxn modelId="{F3F19642-75A8-44C7-9220-87F1693ECF86}" type="presOf" srcId="{166189C7-048B-45F0-87C8-B162408EC01C}" destId="{FB047677-EA10-4942-8EE3-7027E7E4E1F3}" srcOrd="0" destOrd="6" presId="urn:microsoft.com/office/officeart/2005/8/layout/hList1"/>
    <dgm:cxn modelId="{74E82544-721C-4EC9-870F-462B9D0C15F9}" srcId="{453BF9CC-8E56-4B0C-B1A3-0C97C7D98F6A}" destId="{01D0E5E2-0F38-4877-A68E-AAB78E8CFDA7}" srcOrd="5" destOrd="0" parTransId="{A464AD90-D870-4887-8287-44FF6D3E32E1}" sibTransId="{48F00F5D-CC6B-4CBE-8016-3989EA4F7CDB}"/>
    <dgm:cxn modelId="{AB7D3F6D-E591-4569-8D8A-98143AE4D752}" srcId="{453BF9CC-8E56-4B0C-B1A3-0C97C7D98F6A}" destId="{C4B00229-FAD2-4823-AEB2-3C951E7E62ED}" srcOrd="0" destOrd="0" parTransId="{A6304F3F-D97A-49CB-B6FD-CFB0D6C0B3BA}" sibTransId="{B195D9EC-C7A4-47A1-A2E9-4F8798F943FF}"/>
    <dgm:cxn modelId="{F9F58452-4C73-4AFA-8352-5061BDCED5FD}" srcId="{453BF9CC-8E56-4B0C-B1A3-0C97C7D98F6A}" destId="{9B4F8FDF-26DA-45FC-ACB8-EDEBE0C9D40F}" srcOrd="7" destOrd="0" parTransId="{2F11A341-67BA-4B72-9943-C6B2DE6A460F}" sibTransId="{7CE84711-B21D-4327-82A3-A57629E6DC59}"/>
    <dgm:cxn modelId="{F9949A74-56F1-4D87-A6A8-913131671535}" srcId="{DD5D0B4E-4BD2-41C2-9601-C4A8EF4121A8}" destId="{82563A68-A740-4722-BC16-180B3C77D894}" srcOrd="4" destOrd="0" parTransId="{3CA35030-B113-4948-8CB9-A025029DF4C3}" sibTransId="{550B9258-BC64-4510-919C-5A0537872710}"/>
    <dgm:cxn modelId="{8646C37F-E428-4F53-BCF2-A364B852A9CB}" type="presOf" srcId="{453BF9CC-8E56-4B0C-B1A3-0C97C7D98F6A}" destId="{C9B8BB90-1816-4B4A-B9AC-8D69B221C7B9}" srcOrd="0" destOrd="0" presId="urn:microsoft.com/office/officeart/2005/8/layout/hList1"/>
    <dgm:cxn modelId="{F6938583-936D-4B6F-AE1F-209B00B23CDA}" type="presOf" srcId="{44B3CD38-193F-493C-9C2C-265B7879C970}" destId="{AD89D610-DB3E-40BE-869B-7325A113A48F}" srcOrd="0" destOrd="2" presId="urn:microsoft.com/office/officeart/2005/8/layout/hList1"/>
    <dgm:cxn modelId="{C6624E8D-ECAC-4751-B9C8-84C65A1D754F}" srcId="{453BF9CC-8E56-4B0C-B1A3-0C97C7D98F6A}" destId="{166189C7-048B-45F0-87C8-B162408EC01C}" srcOrd="6" destOrd="0" parTransId="{73B774EA-ED4E-47E5-A9FF-7AD51DEEFC8A}" sibTransId="{B0A17B09-957A-4DE1-B197-AEBAE8D39BA3}"/>
    <dgm:cxn modelId="{84B4F990-66A1-492F-A04B-1C149993618F}" srcId="{E4C31AD5-F214-410B-A485-ED29B23D6C63}" destId="{DD5D0B4E-4BD2-41C2-9601-C4A8EF4121A8}" srcOrd="0" destOrd="0" parTransId="{546E38F4-22E6-44EA-8FC8-9F76515C8835}" sibTransId="{3AF8DE48-E135-433F-A231-3A31778FB65F}"/>
    <dgm:cxn modelId="{401FAC92-7928-40DD-8F24-B144887C0D6C}" srcId="{DD5D0B4E-4BD2-41C2-9601-C4A8EF4121A8}" destId="{44B3CD38-193F-493C-9C2C-265B7879C970}" srcOrd="2" destOrd="0" parTransId="{23C53188-60A0-4EA5-AF47-D80B8A0EB72B}" sibTransId="{759B18DA-73DD-4770-AE28-38175ADE3B17}"/>
    <dgm:cxn modelId="{671B0194-114C-4450-BD02-444C08B189B7}" type="presOf" srcId="{01D0E5E2-0F38-4877-A68E-AAB78E8CFDA7}" destId="{FB047677-EA10-4942-8EE3-7027E7E4E1F3}" srcOrd="0" destOrd="5" presId="urn:microsoft.com/office/officeart/2005/8/layout/hList1"/>
    <dgm:cxn modelId="{D502DDA2-450E-440B-AD05-F3E09FC5E9E5}" srcId="{DD5D0B4E-4BD2-41C2-9601-C4A8EF4121A8}" destId="{FCA76B1D-138F-4CB6-964E-CE38A069FAC5}" srcOrd="0" destOrd="0" parTransId="{E929E999-42EF-4502-B57B-9B291CE99E40}" sibTransId="{EAEC200A-1045-4241-A4CD-7250710AEDDB}"/>
    <dgm:cxn modelId="{CECE3BA8-A896-46D8-9AAF-C68DA3B2A8CE}" srcId="{DD5D0B4E-4BD2-41C2-9601-C4A8EF4121A8}" destId="{FE6D83B6-C18B-47CC-B899-32C287CF2930}" srcOrd="1" destOrd="0" parTransId="{FF638206-0B74-45BC-BF24-FA914BA5D4DC}" sibTransId="{C29B4EE4-1F96-4B86-8FDE-485099504E23}"/>
    <dgm:cxn modelId="{90A87CAC-FA6B-4D42-9A87-292174336869}" srcId="{453BF9CC-8E56-4B0C-B1A3-0C97C7D98F6A}" destId="{EAE651E2-2BB0-47FA-8FCC-4347D4900937}" srcOrd="2" destOrd="0" parTransId="{49E80AF8-5DEB-4E98-8DFC-DBB580B85111}" sibTransId="{E635F9D0-D913-493D-AB4F-B9F6E8615A96}"/>
    <dgm:cxn modelId="{D25488AF-2B74-4B41-9A35-404A8732C02A}" srcId="{DD5D0B4E-4BD2-41C2-9601-C4A8EF4121A8}" destId="{93BD244A-704B-4CAB-9936-B779F98C2076}" srcOrd="5" destOrd="0" parTransId="{1C806C5F-E5E7-44ED-9137-546827D4ECCC}" sibTransId="{28B9D645-2226-4ED1-8357-5BEBC513DA89}"/>
    <dgm:cxn modelId="{8ABE20C3-1A67-4895-9480-37336CB05F05}" type="presOf" srcId="{93BD244A-704B-4CAB-9936-B779F98C2076}" destId="{AD89D610-DB3E-40BE-869B-7325A113A48F}" srcOrd="0" destOrd="5" presId="urn:microsoft.com/office/officeart/2005/8/layout/hList1"/>
    <dgm:cxn modelId="{5B3EE8CE-F564-483E-8015-21F38D768B8F}" srcId="{453BF9CC-8E56-4B0C-B1A3-0C97C7D98F6A}" destId="{7CA90C88-0AA8-46DE-BF50-5EF82F9D0A55}" srcOrd="1" destOrd="0" parTransId="{286F5A8C-1885-493C-9196-AEB837DEC3E0}" sibTransId="{66C80E50-C19B-4210-B61F-8545401B27CC}"/>
    <dgm:cxn modelId="{F3D3EFCF-5398-4204-B400-C8C46D4A36A4}" srcId="{DD5D0B4E-4BD2-41C2-9601-C4A8EF4121A8}" destId="{1856F2C9-3939-4E48-B70E-EA9E6CCFF673}" srcOrd="3" destOrd="0" parTransId="{436DB535-93A7-4E0F-8D0E-2B1C1DDCDF05}" sibTransId="{931A6B5A-33EA-494A-82A4-0EA11CB5B6BD}"/>
    <dgm:cxn modelId="{ED8A12F8-C5F2-420D-92A0-243F69A989A1}" srcId="{453BF9CC-8E56-4B0C-B1A3-0C97C7D98F6A}" destId="{60F80D1D-0AE9-4824-A292-1BA8306862BF}" srcOrd="4" destOrd="0" parTransId="{3C06C116-B0DD-447B-A273-E3B1B556C061}" sibTransId="{677B1AFE-00C5-407B-9508-F85805E60B63}"/>
    <dgm:cxn modelId="{79E776F8-83D5-4F60-8093-30C9E0FF1CAF}" type="presOf" srcId="{C4B00229-FAD2-4823-AEB2-3C951E7E62ED}" destId="{FB047677-EA10-4942-8EE3-7027E7E4E1F3}" srcOrd="0" destOrd="0" presId="urn:microsoft.com/office/officeart/2005/8/layout/hList1"/>
    <dgm:cxn modelId="{27EA35FA-FDD7-418A-AF97-D45CD4945238}" srcId="{453BF9CC-8E56-4B0C-B1A3-0C97C7D98F6A}" destId="{941A34CE-5AD6-4A93-A78E-4E5465D6292D}" srcOrd="3" destOrd="0" parTransId="{5688254B-F4DF-4B78-A8B6-5A75287C3C0F}" sibTransId="{A15511E9-676E-4205-9452-F97C87FA77A9}"/>
    <dgm:cxn modelId="{C828DFFA-25EB-44D0-A4E4-14ECFDE330C2}" type="presOf" srcId="{FCA76B1D-138F-4CB6-964E-CE38A069FAC5}" destId="{AD89D610-DB3E-40BE-869B-7325A113A48F}" srcOrd="0" destOrd="0" presId="urn:microsoft.com/office/officeart/2005/8/layout/hList1"/>
    <dgm:cxn modelId="{658007FB-B52F-4E05-A471-3CC125C01688}" type="presOf" srcId="{7CA90C88-0AA8-46DE-BF50-5EF82F9D0A55}" destId="{FB047677-EA10-4942-8EE3-7027E7E4E1F3}" srcOrd="0" destOrd="1" presId="urn:microsoft.com/office/officeart/2005/8/layout/hList1"/>
    <dgm:cxn modelId="{180EE4FF-4001-4E6A-9676-B599BB509D42}" type="presOf" srcId="{EAE651E2-2BB0-47FA-8FCC-4347D4900937}" destId="{FB047677-EA10-4942-8EE3-7027E7E4E1F3}" srcOrd="0" destOrd="2" presId="urn:microsoft.com/office/officeart/2005/8/layout/hList1"/>
    <dgm:cxn modelId="{04D3F39B-0EC1-4A78-A4C2-AD7AC9BA5BC6}" type="presParOf" srcId="{66BB7719-D54B-4C14-80BE-A9DE881F8B0D}" destId="{E9FFC974-AE9B-43C5-9A25-30FB18FBF731}" srcOrd="0" destOrd="0" presId="urn:microsoft.com/office/officeart/2005/8/layout/hList1"/>
    <dgm:cxn modelId="{9C24E14B-2FC6-4645-B4E8-4B174EC0C765}" type="presParOf" srcId="{E9FFC974-AE9B-43C5-9A25-30FB18FBF731}" destId="{3DD9AB2F-5786-42AF-A54E-7ACC97FEA382}" srcOrd="0" destOrd="0" presId="urn:microsoft.com/office/officeart/2005/8/layout/hList1"/>
    <dgm:cxn modelId="{C87AA063-88C3-4FF4-8C4D-EE3809BDC122}" type="presParOf" srcId="{E9FFC974-AE9B-43C5-9A25-30FB18FBF731}" destId="{AD89D610-DB3E-40BE-869B-7325A113A48F}" srcOrd="1" destOrd="0" presId="urn:microsoft.com/office/officeart/2005/8/layout/hList1"/>
    <dgm:cxn modelId="{4CE7BC29-DBB6-4EEC-85D4-46EB3C3419FB}" type="presParOf" srcId="{66BB7719-D54B-4C14-80BE-A9DE881F8B0D}" destId="{4EB61777-2883-4749-8686-744C3F254AC6}" srcOrd="1" destOrd="0" presId="urn:microsoft.com/office/officeart/2005/8/layout/hList1"/>
    <dgm:cxn modelId="{E5A1AB3C-78AC-46E0-8340-BD68BE1B049C}" type="presParOf" srcId="{66BB7719-D54B-4C14-80BE-A9DE881F8B0D}" destId="{5EC1450E-9A9C-4AC8-898C-176B6A84E0B1}" srcOrd="2" destOrd="0" presId="urn:microsoft.com/office/officeart/2005/8/layout/hList1"/>
    <dgm:cxn modelId="{4923CE8B-05B3-4BDD-A170-282A8BA43839}" type="presParOf" srcId="{5EC1450E-9A9C-4AC8-898C-176B6A84E0B1}" destId="{C9B8BB90-1816-4B4A-B9AC-8D69B221C7B9}" srcOrd="0" destOrd="0" presId="urn:microsoft.com/office/officeart/2005/8/layout/hList1"/>
    <dgm:cxn modelId="{81B2D424-FAF7-400E-8489-DC10F42647C2}" type="presParOf" srcId="{5EC1450E-9A9C-4AC8-898C-176B6A84E0B1}" destId="{FB047677-EA10-4942-8EE3-7027E7E4E1F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17A201-2835-4E4E-BB12-EC827CBF160A}"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PH"/>
        </a:p>
      </dgm:t>
    </dgm:pt>
    <dgm:pt modelId="{6AE45207-7265-4BCB-97BC-8912B03E19B9}">
      <dgm:prSet phldrT="[Text]"/>
      <dgm:spPr/>
      <dgm:t>
        <a:bodyPr/>
        <a:lstStyle/>
        <a:p>
          <a:r>
            <a:rPr lang="en-PH" b="1" dirty="0"/>
            <a:t>MANAGER</a:t>
          </a:r>
        </a:p>
      </dgm:t>
    </dgm:pt>
    <dgm:pt modelId="{9EF4E77F-DD45-4EFD-AA13-B5DA7305A8E7}" type="parTrans" cxnId="{37B39C03-147A-4695-8B55-11D08095BE7B}">
      <dgm:prSet/>
      <dgm:spPr/>
      <dgm:t>
        <a:bodyPr/>
        <a:lstStyle/>
        <a:p>
          <a:endParaRPr lang="en-PH"/>
        </a:p>
      </dgm:t>
    </dgm:pt>
    <dgm:pt modelId="{0E8EE856-5EF6-4D3C-9AF0-DD45EEC0811C}" type="sibTrans" cxnId="{37B39C03-147A-4695-8B55-11D08095BE7B}">
      <dgm:prSet/>
      <dgm:spPr/>
      <dgm:t>
        <a:bodyPr/>
        <a:lstStyle/>
        <a:p>
          <a:endParaRPr lang="en-PH"/>
        </a:p>
      </dgm:t>
    </dgm:pt>
    <dgm:pt modelId="{82D7F66F-82A5-468B-B71E-702488391438}">
      <dgm:prSet phldrT="[Text]"/>
      <dgm:spPr/>
      <dgm:t>
        <a:bodyPr/>
        <a:lstStyle/>
        <a:p>
          <a:r>
            <a:rPr lang="en-US" dirty="0"/>
            <a:t> Act as role-models for these standards, visibly demonstrating support and regularly encouraging employee compliance. </a:t>
          </a:r>
          <a:endParaRPr lang="en-PH" dirty="0"/>
        </a:p>
      </dgm:t>
    </dgm:pt>
    <dgm:pt modelId="{F4B53284-8B32-457D-A128-7650C634CE0B}" type="parTrans" cxnId="{F2A0090A-38DB-4315-A378-2D26FB4BF772}">
      <dgm:prSet/>
      <dgm:spPr/>
      <dgm:t>
        <a:bodyPr/>
        <a:lstStyle/>
        <a:p>
          <a:endParaRPr lang="en-PH"/>
        </a:p>
      </dgm:t>
    </dgm:pt>
    <dgm:pt modelId="{45DBEBEA-79E1-49EC-A6C4-B3A13989AED1}" type="sibTrans" cxnId="{F2A0090A-38DB-4315-A378-2D26FB4BF772}">
      <dgm:prSet/>
      <dgm:spPr/>
      <dgm:t>
        <a:bodyPr/>
        <a:lstStyle/>
        <a:p>
          <a:endParaRPr lang="en-PH"/>
        </a:p>
      </dgm:t>
    </dgm:pt>
    <dgm:pt modelId="{38A0E2E2-5AD9-4FC3-B05C-BFE17AFD1882}">
      <dgm:prSet phldrT="[Text]"/>
      <dgm:spPr/>
      <dgm:t>
        <a:bodyPr/>
        <a:lstStyle/>
        <a:p>
          <a:r>
            <a:rPr lang="en-PH" b="1" dirty="0"/>
            <a:t>HUMAN RESOURCE</a:t>
          </a:r>
        </a:p>
      </dgm:t>
    </dgm:pt>
    <dgm:pt modelId="{A5889565-EA19-4FB3-A9DC-4D2368772282}" type="parTrans" cxnId="{F7DC857C-3F75-4ADA-8844-5AF51D668670}">
      <dgm:prSet/>
      <dgm:spPr/>
      <dgm:t>
        <a:bodyPr/>
        <a:lstStyle/>
        <a:p>
          <a:endParaRPr lang="en-PH"/>
        </a:p>
      </dgm:t>
    </dgm:pt>
    <dgm:pt modelId="{7778C25A-1CA0-4F11-A88D-70B7E1E00AFC}" type="sibTrans" cxnId="{F7DC857C-3F75-4ADA-8844-5AF51D668670}">
      <dgm:prSet/>
      <dgm:spPr/>
      <dgm:t>
        <a:bodyPr/>
        <a:lstStyle/>
        <a:p>
          <a:endParaRPr lang="en-PH"/>
        </a:p>
      </dgm:t>
    </dgm:pt>
    <dgm:pt modelId="{1A678A6B-2348-4B02-B6C9-D555D5185081}">
      <dgm:prSet phldrT="[Text]"/>
      <dgm:spPr/>
      <dgm:t>
        <a:bodyPr/>
        <a:lstStyle/>
        <a:p>
          <a:r>
            <a:rPr lang="en-US" dirty="0"/>
            <a:t> HR should serve as a resource to all employees in ensuring the general practice and implementation of the Code.</a:t>
          </a:r>
          <a:endParaRPr lang="en-PH" dirty="0"/>
        </a:p>
      </dgm:t>
    </dgm:pt>
    <dgm:pt modelId="{35701F06-2222-4375-9F3E-1F9BFDF17EED}" type="parTrans" cxnId="{B332B952-00CA-42C3-A526-D08AB6154901}">
      <dgm:prSet/>
      <dgm:spPr/>
      <dgm:t>
        <a:bodyPr/>
        <a:lstStyle/>
        <a:p>
          <a:endParaRPr lang="en-PH"/>
        </a:p>
      </dgm:t>
    </dgm:pt>
    <dgm:pt modelId="{E3EEE4C8-81EB-4690-8389-44860124D1D7}" type="sibTrans" cxnId="{B332B952-00CA-42C3-A526-D08AB6154901}">
      <dgm:prSet/>
      <dgm:spPr/>
      <dgm:t>
        <a:bodyPr/>
        <a:lstStyle/>
        <a:p>
          <a:endParaRPr lang="en-PH"/>
        </a:p>
      </dgm:t>
    </dgm:pt>
    <dgm:pt modelId="{54257749-E50A-4185-BA41-C1B9AEA87E99}">
      <dgm:prSet phldrT="[Text]"/>
      <dgm:spPr/>
      <dgm:t>
        <a:bodyPr/>
        <a:lstStyle/>
        <a:p>
          <a:r>
            <a:rPr lang="en-PH" b="1" dirty="0"/>
            <a:t>EMPLOYEE</a:t>
          </a:r>
        </a:p>
      </dgm:t>
    </dgm:pt>
    <dgm:pt modelId="{0EAA590E-9D09-4E27-BBFF-9B2A8F7CAEDF}" type="parTrans" cxnId="{E2528F06-2789-45F0-A4D4-FC86C8781BF5}">
      <dgm:prSet/>
      <dgm:spPr/>
      <dgm:t>
        <a:bodyPr/>
        <a:lstStyle/>
        <a:p>
          <a:endParaRPr lang="en-PH"/>
        </a:p>
      </dgm:t>
    </dgm:pt>
    <dgm:pt modelId="{69DFD507-A1DA-46D6-A604-453F7483CCC9}" type="sibTrans" cxnId="{E2528F06-2789-45F0-A4D4-FC86C8781BF5}">
      <dgm:prSet/>
      <dgm:spPr/>
      <dgm:t>
        <a:bodyPr/>
        <a:lstStyle/>
        <a:p>
          <a:endParaRPr lang="en-PH"/>
        </a:p>
      </dgm:t>
    </dgm:pt>
    <dgm:pt modelId="{8F4E4734-CD9D-430C-99E8-239372907714}">
      <dgm:prSet phldrT="[Text]"/>
      <dgm:spPr/>
      <dgm:t>
        <a:bodyPr/>
        <a:lstStyle/>
        <a:p>
          <a:r>
            <a:rPr lang="en-US" dirty="0"/>
            <a:t> Is expected to study, understand and follow FPT’s Code of Discipline</a:t>
          </a:r>
          <a:endParaRPr lang="en-PH" dirty="0"/>
        </a:p>
      </dgm:t>
    </dgm:pt>
    <dgm:pt modelId="{649403E3-86C3-4372-91A5-6D30D523BC39}" type="parTrans" cxnId="{F7787318-E290-410E-A097-59C9E0D81D42}">
      <dgm:prSet/>
      <dgm:spPr/>
      <dgm:t>
        <a:bodyPr/>
        <a:lstStyle/>
        <a:p>
          <a:endParaRPr lang="en-PH"/>
        </a:p>
      </dgm:t>
    </dgm:pt>
    <dgm:pt modelId="{B80DF117-8299-42A7-91E2-571EF238DD2D}" type="sibTrans" cxnId="{F7787318-E290-410E-A097-59C9E0D81D42}">
      <dgm:prSet/>
      <dgm:spPr/>
      <dgm:t>
        <a:bodyPr/>
        <a:lstStyle/>
        <a:p>
          <a:endParaRPr lang="en-PH"/>
        </a:p>
      </dgm:t>
    </dgm:pt>
    <dgm:pt modelId="{42AB9577-6B83-476C-8C54-A6A307738310}">
      <dgm:prSet/>
      <dgm:spPr/>
      <dgm:t>
        <a:bodyPr/>
        <a:lstStyle/>
        <a:p>
          <a:r>
            <a:rPr lang="en-US" dirty="0"/>
            <a:t> Ensure that all their employees receive guidance, training and communication on the Code and to all existing applicable policies of FPT relevant to their immediate duties and responsibilities. </a:t>
          </a:r>
          <a:endParaRPr lang="en-PH" dirty="0"/>
        </a:p>
      </dgm:t>
    </dgm:pt>
    <dgm:pt modelId="{0B8362D8-A467-41CA-997C-1C131A99C795}" type="parTrans" cxnId="{1CC1CB53-F045-41C5-AD9F-447B3B89D02E}">
      <dgm:prSet/>
      <dgm:spPr/>
      <dgm:t>
        <a:bodyPr/>
        <a:lstStyle/>
        <a:p>
          <a:endParaRPr lang="en-PH"/>
        </a:p>
      </dgm:t>
    </dgm:pt>
    <dgm:pt modelId="{5C662BBD-0465-465C-A7C2-EDEC7894A20D}" type="sibTrans" cxnId="{1CC1CB53-F045-41C5-AD9F-447B3B89D02E}">
      <dgm:prSet/>
      <dgm:spPr/>
      <dgm:t>
        <a:bodyPr/>
        <a:lstStyle/>
        <a:p>
          <a:endParaRPr lang="en-PH"/>
        </a:p>
      </dgm:t>
    </dgm:pt>
    <dgm:pt modelId="{1972A3AB-3FE5-4052-9780-2C479FC074D6}">
      <dgm:prSet/>
      <dgm:spPr/>
      <dgm:t>
        <a:bodyPr/>
        <a:lstStyle/>
        <a:p>
          <a:r>
            <a:rPr lang="en-US" dirty="0"/>
            <a:t> Remain alert to call out and conduct disciplinary action to behaviors which are inappropriate in the workplace including but not limited to harassment, violence, threats of violence, offensive language or other behavior not in accordance with the company policy.</a:t>
          </a:r>
          <a:endParaRPr lang="en-PH" dirty="0"/>
        </a:p>
      </dgm:t>
    </dgm:pt>
    <dgm:pt modelId="{962E16CF-BCB7-40CF-BEAF-990B16D6A09F}" type="parTrans" cxnId="{6526D7DD-F533-4D2D-A35C-7077B73F82CC}">
      <dgm:prSet/>
      <dgm:spPr/>
      <dgm:t>
        <a:bodyPr/>
        <a:lstStyle/>
        <a:p>
          <a:endParaRPr lang="en-PH"/>
        </a:p>
      </dgm:t>
    </dgm:pt>
    <dgm:pt modelId="{E6F94862-3A15-4FF8-9DA6-DA17F25D7C6B}" type="sibTrans" cxnId="{6526D7DD-F533-4D2D-A35C-7077B73F82CC}">
      <dgm:prSet/>
      <dgm:spPr/>
      <dgm:t>
        <a:bodyPr/>
        <a:lstStyle/>
        <a:p>
          <a:endParaRPr lang="en-PH"/>
        </a:p>
      </dgm:t>
    </dgm:pt>
    <dgm:pt modelId="{D83467E3-439C-4A02-BE4E-DD5E0CB84145}">
      <dgm:prSet/>
      <dgm:spPr/>
      <dgm:t>
        <a:bodyPr/>
        <a:lstStyle/>
        <a:p>
          <a:r>
            <a:rPr lang="en-US" dirty="0"/>
            <a:t> Report such violations to the respective HR and/or appropriate personnel (encourage employee to report any violations of the code).</a:t>
          </a:r>
          <a:endParaRPr lang="en-PH" dirty="0"/>
        </a:p>
      </dgm:t>
    </dgm:pt>
    <dgm:pt modelId="{A87CEF1F-4763-42A5-A30F-E4DD032D64A9}" type="parTrans" cxnId="{F80D7AE6-EA28-4A3D-A00D-AE70981B200C}">
      <dgm:prSet/>
      <dgm:spPr/>
      <dgm:t>
        <a:bodyPr/>
        <a:lstStyle/>
        <a:p>
          <a:endParaRPr lang="en-PH"/>
        </a:p>
      </dgm:t>
    </dgm:pt>
    <dgm:pt modelId="{84577F9D-3839-4F04-B39F-B76F2ABCB6A4}" type="sibTrans" cxnId="{F80D7AE6-EA28-4A3D-A00D-AE70981B200C}">
      <dgm:prSet/>
      <dgm:spPr/>
      <dgm:t>
        <a:bodyPr/>
        <a:lstStyle/>
        <a:p>
          <a:endParaRPr lang="en-PH"/>
        </a:p>
      </dgm:t>
    </dgm:pt>
    <dgm:pt modelId="{55DCD8A8-3AFA-44CC-B175-CBE681F14D3B}">
      <dgm:prSet/>
      <dgm:spPr/>
      <dgm:t>
        <a:bodyPr/>
        <a:lstStyle/>
        <a:p>
          <a:r>
            <a:rPr lang="en-US" dirty="0"/>
            <a:t> Have the duty and responsibility to exercise their management skills in a fair, equitable and consistent manner in line with the company’s goals and objectives.</a:t>
          </a:r>
          <a:endParaRPr lang="en-PH" dirty="0"/>
        </a:p>
      </dgm:t>
    </dgm:pt>
    <dgm:pt modelId="{91672B56-D6ED-4243-914B-2A6F7D922673}" type="parTrans" cxnId="{8E687B1C-D823-4DFA-8274-63903E0960EE}">
      <dgm:prSet/>
      <dgm:spPr/>
      <dgm:t>
        <a:bodyPr/>
        <a:lstStyle/>
        <a:p>
          <a:endParaRPr lang="en-PH"/>
        </a:p>
      </dgm:t>
    </dgm:pt>
    <dgm:pt modelId="{F9A3299D-58CF-4FCD-A45B-ABC982F244AA}" type="sibTrans" cxnId="{8E687B1C-D823-4DFA-8274-63903E0960EE}">
      <dgm:prSet/>
      <dgm:spPr/>
      <dgm:t>
        <a:bodyPr/>
        <a:lstStyle/>
        <a:p>
          <a:endParaRPr lang="en-PH"/>
        </a:p>
      </dgm:t>
    </dgm:pt>
    <dgm:pt modelId="{7A526239-4DE4-4E8C-A20E-28771D6E4363}">
      <dgm:prSet/>
      <dgm:spPr/>
      <dgm:t>
        <a:bodyPr/>
        <a:lstStyle/>
        <a:p>
          <a:r>
            <a:rPr lang="en-US" dirty="0"/>
            <a:t> In instances of violation, HR shall be an internal resource to both the Management and the employee in ensuring impartiality in upholding the process.</a:t>
          </a:r>
          <a:endParaRPr lang="en-PH" dirty="0"/>
        </a:p>
      </dgm:t>
    </dgm:pt>
    <dgm:pt modelId="{B51A83B9-786B-4B79-868F-EE077E4A86AA}" type="parTrans" cxnId="{B66A54AA-AF1D-4167-B35D-9FAC11D39F7E}">
      <dgm:prSet/>
      <dgm:spPr/>
      <dgm:t>
        <a:bodyPr/>
        <a:lstStyle/>
        <a:p>
          <a:endParaRPr lang="en-PH"/>
        </a:p>
      </dgm:t>
    </dgm:pt>
    <dgm:pt modelId="{E10B87A8-0262-4757-A99D-C68B957916D7}" type="sibTrans" cxnId="{B66A54AA-AF1D-4167-B35D-9FAC11D39F7E}">
      <dgm:prSet/>
      <dgm:spPr/>
      <dgm:t>
        <a:bodyPr/>
        <a:lstStyle/>
        <a:p>
          <a:endParaRPr lang="en-PH"/>
        </a:p>
      </dgm:t>
    </dgm:pt>
    <dgm:pt modelId="{F318FA07-953D-4F94-A969-B5FA3A601930}">
      <dgm:prSet/>
      <dgm:spPr/>
      <dgm:t>
        <a:bodyPr/>
        <a:lstStyle/>
        <a:p>
          <a:r>
            <a:rPr lang="en-US" dirty="0"/>
            <a:t> HR must be available for advice and guidance and to assist the Managers through the investigation, planning and remedial action, if necessary. </a:t>
          </a:r>
          <a:endParaRPr lang="en-PH" dirty="0"/>
        </a:p>
      </dgm:t>
    </dgm:pt>
    <dgm:pt modelId="{EEF968FC-F238-4F2D-B151-7E37832C10A6}" type="parTrans" cxnId="{60579EE1-B94D-443B-8E04-A69AF587914B}">
      <dgm:prSet/>
      <dgm:spPr/>
      <dgm:t>
        <a:bodyPr/>
        <a:lstStyle/>
        <a:p>
          <a:endParaRPr lang="en-PH"/>
        </a:p>
      </dgm:t>
    </dgm:pt>
    <dgm:pt modelId="{5E308167-02C9-4774-AA7F-7D5A38EC8209}" type="sibTrans" cxnId="{60579EE1-B94D-443B-8E04-A69AF587914B}">
      <dgm:prSet/>
      <dgm:spPr/>
      <dgm:t>
        <a:bodyPr/>
        <a:lstStyle/>
        <a:p>
          <a:endParaRPr lang="en-PH"/>
        </a:p>
      </dgm:t>
    </dgm:pt>
    <dgm:pt modelId="{B9D206BF-7F2F-40BC-93A7-9DBB72205D88}">
      <dgm:prSet/>
      <dgm:spPr/>
      <dgm:t>
        <a:bodyPr/>
        <a:lstStyle/>
        <a:p>
          <a:r>
            <a:rPr lang="en-US" dirty="0"/>
            <a:t> It is the primary responsibility of HR to ensure that the requisite due process requirements and appropriate procedures (including but not limited to the proper documentation of the administrative case and proceedings) are complied with before any disciplinary action or dismissal is meted out.</a:t>
          </a:r>
          <a:endParaRPr lang="en-PH" dirty="0"/>
        </a:p>
      </dgm:t>
    </dgm:pt>
    <dgm:pt modelId="{F3D6982B-1F59-44B8-A66A-51AEFB040833}" type="parTrans" cxnId="{61D8170E-CCF7-4E7F-A98B-A80A1B3A90BF}">
      <dgm:prSet/>
      <dgm:spPr/>
      <dgm:t>
        <a:bodyPr/>
        <a:lstStyle/>
        <a:p>
          <a:endParaRPr lang="en-PH"/>
        </a:p>
      </dgm:t>
    </dgm:pt>
    <dgm:pt modelId="{E9689D29-6915-4262-9D3E-35991BEF71A4}" type="sibTrans" cxnId="{61D8170E-CCF7-4E7F-A98B-A80A1B3A90BF}">
      <dgm:prSet/>
      <dgm:spPr/>
      <dgm:t>
        <a:bodyPr/>
        <a:lstStyle/>
        <a:p>
          <a:endParaRPr lang="en-PH"/>
        </a:p>
      </dgm:t>
    </dgm:pt>
    <dgm:pt modelId="{CF9A103A-ECDF-4F40-984B-3E96EDD465BE}">
      <dgm:prSet/>
      <dgm:spPr/>
      <dgm:t>
        <a:bodyPr/>
        <a:lstStyle/>
        <a:p>
          <a:r>
            <a:rPr lang="en-US" dirty="0"/>
            <a:t> The HR Business Partner serves as an advisor/partner to line managers.  The latter in turn are encouraged to work closely with their HR Business Partners at the onset of the disciplinary process</a:t>
          </a:r>
          <a:endParaRPr lang="en-PH" dirty="0"/>
        </a:p>
      </dgm:t>
    </dgm:pt>
    <dgm:pt modelId="{1021B86F-D6D0-4E48-A5AB-79C81754DD52}" type="parTrans" cxnId="{5B1B638C-ACFC-422F-853C-16F96E4169E1}">
      <dgm:prSet/>
      <dgm:spPr/>
      <dgm:t>
        <a:bodyPr/>
        <a:lstStyle/>
        <a:p>
          <a:endParaRPr lang="en-PH"/>
        </a:p>
      </dgm:t>
    </dgm:pt>
    <dgm:pt modelId="{20911757-D038-44AE-99F1-11E681568BE4}" type="sibTrans" cxnId="{5B1B638C-ACFC-422F-853C-16F96E4169E1}">
      <dgm:prSet/>
      <dgm:spPr/>
      <dgm:t>
        <a:bodyPr/>
        <a:lstStyle/>
        <a:p>
          <a:endParaRPr lang="en-PH"/>
        </a:p>
      </dgm:t>
    </dgm:pt>
    <dgm:pt modelId="{94F2D7F3-6C65-4BC9-A347-F60EDD4BB42E}">
      <dgm:prSet/>
      <dgm:spPr/>
      <dgm:t>
        <a:bodyPr/>
        <a:lstStyle/>
        <a:p>
          <a:r>
            <a:rPr lang="en-US" dirty="0"/>
            <a:t> Should seek clarification for unclear provisions and processes</a:t>
          </a:r>
          <a:endParaRPr lang="en-PH" dirty="0"/>
        </a:p>
      </dgm:t>
    </dgm:pt>
    <dgm:pt modelId="{341A3FD6-6AFD-4E2F-AA56-C737C8FD5222}" type="parTrans" cxnId="{FD3E69AC-EB73-490C-89D1-BF014F6B04C3}">
      <dgm:prSet/>
      <dgm:spPr/>
      <dgm:t>
        <a:bodyPr/>
        <a:lstStyle/>
        <a:p>
          <a:endParaRPr lang="en-PH"/>
        </a:p>
      </dgm:t>
    </dgm:pt>
    <dgm:pt modelId="{5043FA60-A2C1-42AB-8589-D49A933495E7}" type="sibTrans" cxnId="{FD3E69AC-EB73-490C-89D1-BF014F6B04C3}">
      <dgm:prSet/>
      <dgm:spPr/>
      <dgm:t>
        <a:bodyPr/>
        <a:lstStyle/>
        <a:p>
          <a:endParaRPr lang="en-PH"/>
        </a:p>
      </dgm:t>
    </dgm:pt>
    <dgm:pt modelId="{51FEA803-5965-460E-92C8-3DEF42CDF64F}">
      <dgm:prSet/>
      <dgm:spPr/>
      <dgm:t>
        <a:bodyPr/>
        <a:lstStyle/>
        <a:p>
          <a:r>
            <a:rPr lang="en-US" dirty="0"/>
            <a:t> Should be aware that he is given the right to exercise his rights for due process</a:t>
          </a:r>
          <a:endParaRPr lang="en-PH" dirty="0"/>
        </a:p>
      </dgm:t>
    </dgm:pt>
    <dgm:pt modelId="{B2F8352F-66E3-4AE1-807A-32818E369F65}" type="parTrans" cxnId="{AD43B6EA-2B5D-4A4F-86E8-C6ED46E7959C}">
      <dgm:prSet/>
      <dgm:spPr/>
      <dgm:t>
        <a:bodyPr/>
        <a:lstStyle/>
        <a:p>
          <a:endParaRPr lang="en-PH"/>
        </a:p>
      </dgm:t>
    </dgm:pt>
    <dgm:pt modelId="{7836CFCA-50E7-413A-A42C-05E0F6928615}" type="sibTrans" cxnId="{AD43B6EA-2B5D-4A4F-86E8-C6ED46E7959C}">
      <dgm:prSet/>
      <dgm:spPr/>
      <dgm:t>
        <a:bodyPr/>
        <a:lstStyle/>
        <a:p>
          <a:endParaRPr lang="en-PH"/>
        </a:p>
      </dgm:t>
    </dgm:pt>
    <dgm:pt modelId="{49F8F05A-B403-42FE-8E50-3D0D79C38A7B}">
      <dgm:prSet/>
      <dgm:spPr/>
      <dgm:t>
        <a:bodyPr/>
        <a:lstStyle/>
        <a:p>
          <a:r>
            <a:rPr lang="en-US" dirty="0"/>
            <a:t> Should commit and cooperate to resolve any issue related to this Code…</a:t>
          </a:r>
          <a:endParaRPr lang="en-PH" dirty="0"/>
        </a:p>
      </dgm:t>
    </dgm:pt>
    <dgm:pt modelId="{03846C1D-776D-41DA-BBB8-155CB06FC586}" type="parTrans" cxnId="{6DB1A6CE-4DE7-49B2-A920-3185122C5BFF}">
      <dgm:prSet/>
      <dgm:spPr/>
      <dgm:t>
        <a:bodyPr/>
        <a:lstStyle/>
        <a:p>
          <a:endParaRPr lang="en-PH"/>
        </a:p>
      </dgm:t>
    </dgm:pt>
    <dgm:pt modelId="{3EF70D7D-F05E-4AC0-9EDF-8AF6CB506B95}" type="sibTrans" cxnId="{6DB1A6CE-4DE7-49B2-A920-3185122C5BFF}">
      <dgm:prSet/>
      <dgm:spPr/>
      <dgm:t>
        <a:bodyPr/>
        <a:lstStyle/>
        <a:p>
          <a:endParaRPr lang="en-PH"/>
        </a:p>
      </dgm:t>
    </dgm:pt>
    <dgm:pt modelId="{633782AB-F0DA-4EC5-BB37-E548D59284D4}">
      <dgm:prSet/>
      <dgm:spPr/>
      <dgm:t>
        <a:bodyPr/>
        <a:lstStyle/>
        <a:p>
          <a:r>
            <a:rPr lang="en-US" dirty="0"/>
            <a:t> Must act professionally in dealing with the issue related to this Code of Employee Discipline </a:t>
          </a:r>
          <a:endParaRPr lang="en-PH" dirty="0"/>
        </a:p>
      </dgm:t>
    </dgm:pt>
    <dgm:pt modelId="{AC4221FA-AA31-43E6-B62F-CAD90D30F773}" type="parTrans" cxnId="{8D0F5C45-48AB-4546-8A1B-09C98ACEF1C0}">
      <dgm:prSet/>
      <dgm:spPr/>
      <dgm:t>
        <a:bodyPr/>
        <a:lstStyle/>
        <a:p>
          <a:endParaRPr lang="en-PH"/>
        </a:p>
      </dgm:t>
    </dgm:pt>
    <dgm:pt modelId="{9057F18E-8BEC-47E6-B382-D1A49A50D852}" type="sibTrans" cxnId="{8D0F5C45-48AB-4546-8A1B-09C98ACEF1C0}">
      <dgm:prSet/>
      <dgm:spPr/>
      <dgm:t>
        <a:bodyPr/>
        <a:lstStyle/>
        <a:p>
          <a:endParaRPr lang="en-PH"/>
        </a:p>
      </dgm:t>
    </dgm:pt>
    <dgm:pt modelId="{039ACA64-DD98-4068-BF9F-1AE364E96A21}">
      <dgm:prSet/>
      <dgm:spPr/>
      <dgm:t>
        <a:bodyPr/>
        <a:lstStyle/>
        <a:p>
          <a:r>
            <a:rPr lang="en-US" dirty="0"/>
            <a:t> Is responsible to report any misconduct he is aware of</a:t>
          </a:r>
          <a:endParaRPr lang="en-PH" dirty="0"/>
        </a:p>
      </dgm:t>
    </dgm:pt>
    <dgm:pt modelId="{948E086C-137D-41E1-A769-7180F6EE10FE}" type="parTrans" cxnId="{E00217AE-1028-4DBE-AE31-DE616B0CBCFA}">
      <dgm:prSet/>
      <dgm:spPr/>
      <dgm:t>
        <a:bodyPr/>
        <a:lstStyle/>
        <a:p>
          <a:endParaRPr lang="en-PH"/>
        </a:p>
      </dgm:t>
    </dgm:pt>
    <dgm:pt modelId="{B1CDBD3F-2E3C-47B8-BF2B-40FDD5CEB1E1}" type="sibTrans" cxnId="{E00217AE-1028-4DBE-AE31-DE616B0CBCFA}">
      <dgm:prSet/>
      <dgm:spPr/>
      <dgm:t>
        <a:bodyPr/>
        <a:lstStyle/>
        <a:p>
          <a:endParaRPr lang="en-PH"/>
        </a:p>
      </dgm:t>
    </dgm:pt>
    <dgm:pt modelId="{D8DE107E-57A5-4F63-90EA-B8ADB296E328}" type="pres">
      <dgm:prSet presAssocID="{BE17A201-2835-4E4E-BB12-EC827CBF160A}" presName="Name0" presStyleCnt="0">
        <dgm:presLayoutVars>
          <dgm:dir/>
          <dgm:animLvl val="lvl"/>
          <dgm:resizeHandles val="exact"/>
        </dgm:presLayoutVars>
      </dgm:prSet>
      <dgm:spPr/>
    </dgm:pt>
    <dgm:pt modelId="{BA17A229-8DAD-4614-A3C4-1CB8D51B259E}" type="pres">
      <dgm:prSet presAssocID="{6AE45207-7265-4BCB-97BC-8912B03E19B9}" presName="linNode" presStyleCnt="0"/>
      <dgm:spPr/>
    </dgm:pt>
    <dgm:pt modelId="{4B2FA9F1-12D4-4C22-A274-6640B611CEFD}" type="pres">
      <dgm:prSet presAssocID="{6AE45207-7265-4BCB-97BC-8912B03E19B9}" presName="parentText" presStyleLbl="node1" presStyleIdx="0" presStyleCnt="3" custScaleX="48250">
        <dgm:presLayoutVars>
          <dgm:chMax val="1"/>
          <dgm:bulletEnabled val="1"/>
        </dgm:presLayoutVars>
      </dgm:prSet>
      <dgm:spPr/>
    </dgm:pt>
    <dgm:pt modelId="{94B85206-9D33-4E1C-A6CA-A22D08C25513}" type="pres">
      <dgm:prSet presAssocID="{6AE45207-7265-4BCB-97BC-8912B03E19B9}" presName="descendantText" presStyleLbl="alignAccFollowNode1" presStyleIdx="0" presStyleCnt="3" custScaleX="185596" custScaleY="120093">
        <dgm:presLayoutVars>
          <dgm:bulletEnabled val="1"/>
        </dgm:presLayoutVars>
      </dgm:prSet>
      <dgm:spPr/>
    </dgm:pt>
    <dgm:pt modelId="{81ABF946-A393-44FB-A6EC-C4DA4F2C29BE}" type="pres">
      <dgm:prSet presAssocID="{0E8EE856-5EF6-4D3C-9AF0-DD45EEC0811C}" presName="sp" presStyleCnt="0"/>
      <dgm:spPr/>
    </dgm:pt>
    <dgm:pt modelId="{B13E03D5-CDF7-4006-8EF1-4008F45EE42A}" type="pres">
      <dgm:prSet presAssocID="{38A0E2E2-5AD9-4FC3-B05C-BFE17AFD1882}" presName="linNode" presStyleCnt="0"/>
      <dgm:spPr/>
    </dgm:pt>
    <dgm:pt modelId="{6ADC6CA7-E8FE-4B00-B456-B47DDFB909BD}" type="pres">
      <dgm:prSet presAssocID="{38A0E2E2-5AD9-4FC3-B05C-BFE17AFD1882}" presName="parentText" presStyleLbl="node1" presStyleIdx="1" presStyleCnt="3" custScaleX="522179">
        <dgm:presLayoutVars>
          <dgm:chMax val="1"/>
          <dgm:bulletEnabled val="1"/>
        </dgm:presLayoutVars>
      </dgm:prSet>
      <dgm:spPr/>
    </dgm:pt>
    <dgm:pt modelId="{D015001E-FF50-4469-A9CE-443FA2E1E2D2}" type="pres">
      <dgm:prSet presAssocID="{38A0E2E2-5AD9-4FC3-B05C-BFE17AFD1882}" presName="descendantText" presStyleLbl="alignAccFollowNode1" presStyleIdx="1" presStyleCnt="3" custScaleX="2000000">
        <dgm:presLayoutVars>
          <dgm:bulletEnabled val="1"/>
        </dgm:presLayoutVars>
      </dgm:prSet>
      <dgm:spPr/>
    </dgm:pt>
    <dgm:pt modelId="{E1AEB11D-5DC4-4C52-9DDE-D46CFB8EE2D8}" type="pres">
      <dgm:prSet presAssocID="{7778C25A-1CA0-4F11-A88D-70B7E1E00AFC}" presName="sp" presStyleCnt="0"/>
      <dgm:spPr/>
    </dgm:pt>
    <dgm:pt modelId="{EF8D6933-9C4C-4B6D-BB30-DF14D13F71B9}" type="pres">
      <dgm:prSet presAssocID="{54257749-E50A-4185-BA41-C1B9AEA87E99}" presName="linNode" presStyleCnt="0"/>
      <dgm:spPr/>
    </dgm:pt>
    <dgm:pt modelId="{49F73436-8B4B-4A09-A040-8ADE37AF2E37}" type="pres">
      <dgm:prSet presAssocID="{54257749-E50A-4185-BA41-C1B9AEA87E99}" presName="parentText" presStyleLbl="node1" presStyleIdx="2" presStyleCnt="3" custScaleX="52586">
        <dgm:presLayoutVars>
          <dgm:chMax val="1"/>
          <dgm:bulletEnabled val="1"/>
        </dgm:presLayoutVars>
      </dgm:prSet>
      <dgm:spPr/>
    </dgm:pt>
    <dgm:pt modelId="{7D54188C-1E57-4591-B807-B1600A0F758C}" type="pres">
      <dgm:prSet presAssocID="{54257749-E50A-4185-BA41-C1B9AEA87E99}" presName="descendantText" presStyleLbl="alignAccFollowNode1" presStyleIdx="2" presStyleCnt="3" custScaleX="196493" custScaleY="97500">
        <dgm:presLayoutVars>
          <dgm:bulletEnabled val="1"/>
        </dgm:presLayoutVars>
      </dgm:prSet>
      <dgm:spPr/>
    </dgm:pt>
  </dgm:ptLst>
  <dgm:cxnLst>
    <dgm:cxn modelId="{37B39C03-147A-4695-8B55-11D08095BE7B}" srcId="{BE17A201-2835-4E4E-BB12-EC827CBF160A}" destId="{6AE45207-7265-4BCB-97BC-8912B03E19B9}" srcOrd="0" destOrd="0" parTransId="{9EF4E77F-DD45-4EFD-AA13-B5DA7305A8E7}" sibTransId="{0E8EE856-5EF6-4D3C-9AF0-DD45EEC0811C}"/>
    <dgm:cxn modelId="{E2528F06-2789-45F0-A4D4-FC86C8781BF5}" srcId="{BE17A201-2835-4E4E-BB12-EC827CBF160A}" destId="{54257749-E50A-4185-BA41-C1B9AEA87E99}" srcOrd="2" destOrd="0" parTransId="{0EAA590E-9D09-4E27-BBFF-9B2A8F7CAEDF}" sibTransId="{69DFD507-A1DA-46D6-A604-453F7483CCC9}"/>
    <dgm:cxn modelId="{F2A0090A-38DB-4315-A378-2D26FB4BF772}" srcId="{6AE45207-7265-4BCB-97BC-8912B03E19B9}" destId="{82D7F66F-82A5-468B-B71E-702488391438}" srcOrd="0" destOrd="0" parTransId="{F4B53284-8B32-457D-A128-7650C634CE0B}" sibTransId="{45DBEBEA-79E1-49EC-A6C4-B3A13989AED1}"/>
    <dgm:cxn modelId="{61D8170E-CCF7-4E7F-A98B-A80A1B3A90BF}" srcId="{38A0E2E2-5AD9-4FC3-B05C-BFE17AFD1882}" destId="{B9D206BF-7F2F-40BC-93A7-9DBB72205D88}" srcOrd="3" destOrd="0" parTransId="{F3D6982B-1F59-44B8-A66A-51AEFB040833}" sibTransId="{E9689D29-6915-4262-9D3E-35991BEF71A4}"/>
    <dgm:cxn modelId="{E103B715-A9E0-401A-9EE2-FF19027C1A84}" type="presOf" srcId="{8F4E4734-CD9D-430C-99E8-239372907714}" destId="{7D54188C-1E57-4591-B807-B1600A0F758C}" srcOrd="0" destOrd="0" presId="urn:microsoft.com/office/officeart/2005/8/layout/vList5"/>
    <dgm:cxn modelId="{F7787318-E290-410E-A097-59C9E0D81D42}" srcId="{54257749-E50A-4185-BA41-C1B9AEA87E99}" destId="{8F4E4734-CD9D-430C-99E8-239372907714}" srcOrd="0" destOrd="0" parTransId="{649403E3-86C3-4372-91A5-6D30D523BC39}" sibTransId="{B80DF117-8299-42A7-91E2-571EF238DD2D}"/>
    <dgm:cxn modelId="{8E687B1C-D823-4DFA-8274-63903E0960EE}" srcId="{6AE45207-7265-4BCB-97BC-8912B03E19B9}" destId="{55DCD8A8-3AFA-44CC-B175-CBE681F14D3B}" srcOrd="4" destOrd="0" parTransId="{91672B56-D6ED-4243-914B-2A6F7D922673}" sibTransId="{F9A3299D-58CF-4FCD-A45B-ABC982F244AA}"/>
    <dgm:cxn modelId="{C2444D1D-04E5-47CA-8B58-3D889EF57A99}" type="presOf" srcId="{F318FA07-953D-4F94-A969-B5FA3A601930}" destId="{D015001E-FF50-4469-A9CE-443FA2E1E2D2}" srcOrd="0" destOrd="2" presId="urn:microsoft.com/office/officeart/2005/8/layout/vList5"/>
    <dgm:cxn modelId="{1F3F813D-3E81-4840-B9C7-3FB253F56FE2}" type="presOf" srcId="{38A0E2E2-5AD9-4FC3-B05C-BFE17AFD1882}" destId="{6ADC6CA7-E8FE-4B00-B456-B47DDFB909BD}" srcOrd="0" destOrd="0" presId="urn:microsoft.com/office/officeart/2005/8/layout/vList5"/>
    <dgm:cxn modelId="{8D0F5C45-48AB-4546-8A1B-09C98ACEF1C0}" srcId="{54257749-E50A-4185-BA41-C1B9AEA87E99}" destId="{633782AB-F0DA-4EC5-BB37-E548D59284D4}" srcOrd="4" destOrd="0" parTransId="{AC4221FA-AA31-43E6-B62F-CAD90D30F773}" sibTransId="{9057F18E-8BEC-47E6-B382-D1A49A50D852}"/>
    <dgm:cxn modelId="{2DE6B446-7760-48EE-818D-4927D24F6289}" type="presOf" srcId="{7A526239-4DE4-4E8C-A20E-28771D6E4363}" destId="{D015001E-FF50-4469-A9CE-443FA2E1E2D2}" srcOrd="0" destOrd="1" presId="urn:microsoft.com/office/officeart/2005/8/layout/vList5"/>
    <dgm:cxn modelId="{7E0FC966-8247-404D-A84C-A7F6C06ADAB8}" type="presOf" srcId="{633782AB-F0DA-4EC5-BB37-E548D59284D4}" destId="{7D54188C-1E57-4591-B807-B1600A0F758C}" srcOrd="0" destOrd="4" presId="urn:microsoft.com/office/officeart/2005/8/layout/vList5"/>
    <dgm:cxn modelId="{1248B16B-CE79-47CF-A1BF-AE203374BC3E}" type="presOf" srcId="{55DCD8A8-3AFA-44CC-B175-CBE681F14D3B}" destId="{94B85206-9D33-4E1C-A6CA-A22D08C25513}" srcOrd="0" destOrd="4" presId="urn:microsoft.com/office/officeart/2005/8/layout/vList5"/>
    <dgm:cxn modelId="{DE91134D-DB05-4929-A4A1-639D819A226F}" type="presOf" srcId="{54257749-E50A-4185-BA41-C1B9AEA87E99}" destId="{49F73436-8B4B-4A09-A040-8ADE37AF2E37}" srcOrd="0" destOrd="0" presId="urn:microsoft.com/office/officeart/2005/8/layout/vList5"/>
    <dgm:cxn modelId="{CB1C7550-F52F-478E-B2F6-405324B5A3E6}" type="presOf" srcId="{1972A3AB-3FE5-4052-9780-2C479FC074D6}" destId="{94B85206-9D33-4E1C-A6CA-A22D08C25513}" srcOrd="0" destOrd="2" presId="urn:microsoft.com/office/officeart/2005/8/layout/vList5"/>
    <dgm:cxn modelId="{B332B952-00CA-42C3-A526-D08AB6154901}" srcId="{38A0E2E2-5AD9-4FC3-B05C-BFE17AFD1882}" destId="{1A678A6B-2348-4B02-B6C9-D555D5185081}" srcOrd="0" destOrd="0" parTransId="{35701F06-2222-4375-9F3E-1F9BFDF17EED}" sibTransId="{E3EEE4C8-81EB-4690-8389-44860124D1D7}"/>
    <dgm:cxn modelId="{1CC1CB53-F045-41C5-AD9F-447B3B89D02E}" srcId="{6AE45207-7265-4BCB-97BC-8912B03E19B9}" destId="{42AB9577-6B83-476C-8C54-A6A307738310}" srcOrd="1" destOrd="0" parTransId="{0B8362D8-A467-41CA-997C-1C131A99C795}" sibTransId="{5C662BBD-0465-465C-A7C2-EDEC7894A20D}"/>
    <dgm:cxn modelId="{2CD3A379-DBD8-4DC5-AA59-4331551315F6}" type="presOf" srcId="{1A678A6B-2348-4B02-B6C9-D555D5185081}" destId="{D015001E-FF50-4469-A9CE-443FA2E1E2D2}" srcOrd="0" destOrd="0" presId="urn:microsoft.com/office/officeart/2005/8/layout/vList5"/>
    <dgm:cxn modelId="{C5ECEB59-90FA-432D-8DDD-BD1BA9CEBF68}" type="presOf" srcId="{49F8F05A-B403-42FE-8E50-3D0D79C38A7B}" destId="{7D54188C-1E57-4591-B807-B1600A0F758C}" srcOrd="0" destOrd="3" presId="urn:microsoft.com/office/officeart/2005/8/layout/vList5"/>
    <dgm:cxn modelId="{45B0277A-DE1F-445C-B557-863F847F2C38}" type="presOf" srcId="{BE17A201-2835-4E4E-BB12-EC827CBF160A}" destId="{D8DE107E-57A5-4F63-90EA-B8ADB296E328}" srcOrd="0" destOrd="0" presId="urn:microsoft.com/office/officeart/2005/8/layout/vList5"/>
    <dgm:cxn modelId="{F7DC857C-3F75-4ADA-8844-5AF51D668670}" srcId="{BE17A201-2835-4E4E-BB12-EC827CBF160A}" destId="{38A0E2E2-5AD9-4FC3-B05C-BFE17AFD1882}" srcOrd="1" destOrd="0" parTransId="{A5889565-EA19-4FB3-A9DC-4D2368772282}" sibTransId="{7778C25A-1CA0-4F11-A88D-70B7E1E00AFC}"/>
    <dgm:cxn modelId="{8ECFAE82-81D9-4733-B8DF-277833338070}" type="presOf" srcId="{51FEA803-5965-460E-92C8-3DEF42CDF64F}" destId="{7D54188C-1E57-4591-B807-B1600A0F758C}" srcOrd="0" destOrd="2" presId="urn:microsoft.com/office/officeart/2005/8/layout/vList5"/>
    <dgm:cxn modelId="{05CE1F83-AF48-43D3-86C1-AC01A638DEE6}" type="presOf" srcId="{CF9A103A-ECDF-4F40-984B-3E96EDD465BE}" destId="{D015001E-FF50-4469-A9CE-443FA2E1E2D2}" srcOrd="0" destOrd="4" presId="urn:microsoft.com/office/officeart/2005/8/layout/vList5"/>
    <dgm:cxn modelId="{FDDD2284-5424-497A-BBED-445DDB04274A}" type="presOf" srcId="{6AE45207-7265-4BCB-97BC-8912B03E19B9}" destId="{4B2FA9F1-12D4-4C22-A274-6640B611CEFD}" srcOrd="0" destOrd="0" presId="urn:microsoft.com/office/officeart/2005/8/layout/vList5"/>
    <dgm:cxn modelId="{5B1B638C-ACFC-422F-853C-16F96E4169E1}" srcId="{38A0E2E2-5AD9-4FC3-B05C-BFE17AFD1882}" destId="{CF9A103A-ECDF-4F40-984B-3E96EDD465BE}" srcOrd="4" destOrd="0" parTransId="{1021B86F-D6D0-4E48-A5AB-79C81754DD52}" sibTransId="{20911757-D038-44AE-99F1-11E681568BE4}"/>
    <dgm:cxn modelId="{8CBD228D-D5AE-4EE9-B1F7-D0687BD5939A}" type="presOf" srcId="{D83467E3-439C-4A02-BE4E-DD5E0CB84145}" destId="{94B85206-9D33-4E1C-A6CA-A22D08C25513}" srcOrd="0" destOrd="3" presId="urn:microsoft.com/office/officeart/2005/8/layout/vList5"/>
    <dgm:cxn modelId="{4D88F999-B4F0-4447-A26F-06A263375AAF}" type="presOf" srcId="{42AB9577-6B83-476C-8C54-A6A307738310}" destId="{94B85206-9D33-4E1C-A6CA-A22D08C25513}" srcOrd="0" destOrd="1" presId="urn:microsoft.com/office/officeart/2005/8/layout/vList5"/>
    <dgm:cxn modelId="{B66A54AA-AF1D-4167-B35D-9FAC11D39F7E}" srcId="{38A0E2E2-5AD9-4FC3-B05C-BFE17AFD1882}" destId="{7A526239-4DE4-4E8C-A20E-28771D6E4363}" srcOrd="1" destOrd="0" parTransId="{B51A83B9-786B-4B79-868F-EE077E4A86AA}" sibTransId="{E10B87A8-0262-4757-A99D-C68B957916D7}"/>
    <dgm:cxn modelId="{FD3E69AC-EB73-490C-89D1-BF014F6B04C3}" srcId="{54257749-E50A-4185-BA41-C1B9AEA87E99}" destId="{94F2D7F3-6C65-4BC9-A347-F60EDD4BB42E}" srcOrd="1" destOrd="0" parTransId="{341A3FD6-6AFD-4E2F-AA56-C737C8FD5222}" sibTransId="{5043FA60-A2C1-42AB-8589-D49A933495E7}"/>
    <dgm:cxn modelId="{E00217AE-1028-4DBE-AE31-DE616B0CBCFA}" srcId="{54257749-E50A-4185-BA41-C1B9AEA87E99}" destId="{039ACA64-DD98-4068-BF9F-1AE364E96A21}" srcOrd="5" destOrd="0" parTransId="{948E086C-137D-41E1-A769-7180F6EE10FE}" sibTransId="{B1CDBD3F-2E3C-47B8-BF2B-40FDD5CEB1E1}"/>
    <dgm:cxn modelId="{B4D14BB3-964F-4435-879D-E55FCF6E16B6}" type="presOf" srcId="{B9D206BF-7F2F-40BC-93A7-9DBB72205D88}" destId="{D015001E-FF50-4469-A9CE-443FA2E1E2D2}" srcOrd="0" destOrd="3" presId="urn:microsoft.com/office/officeart/2005/8/layout/vList5"/>
    <dgm:cxn modelId="{B57316B8-1D04-4BE1-A21D-AB9174F2CB7D}" type="presOf" srcId="{94F2D7F3-6C65-4BC9-A347-F60EDD4BB42E}" destId="{7D54188C-1E57-4591-B807-B1600A0F758C}" srcOrd="0" destOrd="1" presId="urn:microsoft.com/office/officeart/2005/8/layout/vList5"/>
    <dgm:cxn modelId="{6DB1A6CE-4DE7-49B2-A920-3185122C5BFF}" srcId="{54257749-E50A-4185-BA41-C1B9AEA87E99}" destId="{49F8F05A-B403-42FE-8E50-3D0D79C38A7B}" srcOrd="3" destOrd="0" parTransId="{03846C1D-776D-41DA-BBB8-155CB06FC586}" sibTransId="{3EF70D7D-F05E-4AC0-9EDF-8AF6CB506B95}"/>
    <dgm:cxn modelId="{D38A5DD3-166B-4D05-89C1-968F17F1CE13}" type="presOf" srcId="{039ACA64-DD98-4068-BF9F-1AE364E96A21}" destId="{7D54188C-1E57-4591-B807-B1600A0F758C}" srcOrd="0" destOrd="5" presId="urn:microsoft.com/office/officeart/2005/8/layout/vList5"/>
    <dgm:cxn modelId="{6526D7DD-F533-4D2D-A35C-7077B73F82CC}" srcId="{6AE45207-7265-4BCB-97BC-8912B03E19B9}" destId="{1972A3AB-3FE5-4052-9780-2C479FC074D6}" srcOrd="2" destOrd="0" parTransId="{962E16CF-BCB7-40CF-BEAF-990B16D6A09F}" sibTransId="{E6F94862-3A15-4FF8-9DA6-DA17F25D7C6B}"/>
    <dgm:cxn modelId="{60579EE1-B94D-443B-8E04-A69AF587914B}" srcId="{38A0E2E2-5AD9-4FC3-B05C-BFE17AFD1882}" destId="{F318FA07-953D-4F94-A969-B5FA3A601930}" srcOrd="2" destOrd="0" parTransId="{EEF968FC-F238-4F2D-B151-7E37832C10A6}" sibTransId="{5E308167-02C9-4774-AA7F-7D5A38EC8209}"/>
    <dgm:cxn modelId="{F80D7AE6-EA28-4A3D-A00D-AE70981B200C}" srcId="{6AE45207-7265-4BCB-97BC-8912B03E19B9}" destId="{D83467E3-439C-4A02-BE4E-DD5E0CB84145}" srcOrd="3" destOrd="0" parTransId="{A87CEF1F-4763-42A5-A30F-E4DD032D64A9}" sibTransId="{84577F9D-3839-4F04-B39F-B76F2ABCB6A4}"/>
    <dgm:cxn modelId="{AD43B6EA-2B5D-4A4F-86E8-C6ED46E7959C}" srcId="{54257749-E50A-4185-BA41-C1B9AEA87E99}" destId="{51FEA803-5965-460E-92C8-3DEF42CDF64F}" srcOrd="2" destOrd="0" parTransId="{B2F8352F-66E3-4AE1-807A-32818E369F65}" sibTransId="{7836CFCA-50E7-413A-A42C-05E0F6928615}"/>
    <dgm:cxn modelId="{2E17E9FB-8107-428A-A602-F5AB6A996480}" type="presOf" srcId="{82D7F66F-82A5-468B-B71E-702488391438}" destId="{94B85206-9D33-4E1C-A6CA-A22D08C25513}" srcOrd="0" destOrd="0" presId="urn:microsoft.com/office/officeart/2005/8/layout/vList5"/>
    <dgm:cxn modelId="{008CBDC7-C061-4BF2-B944-98A7F79E79AB}" type="presParOf" srcId="{D8DE107E-57A5-4F63-90EA-B8ADB296E328}" destId="{BA17A229-8DAD-4614-A3C4-1CB8D51B259E}" srcOrd="0" destOrd="0" presId="urn:microsoft.com/office/officeart/2005/8/layout/vList5"/>
    <dgm:cxn modelId="{199512FA-43BC-470F-9903-9CD4EEBAE623}" type="presParOf" srcId="{BA17A229-8DAD-4614-A3C4-1CB8D51B259E}" destId="{4B2FA9F1-12D4-4C22-A274-6640B611CEFD}" srcOrd="0" destOrd="0" presId="urn:microsoft.com/office/officeart/2005/8/layout/vList5"/>
    <dgm:cxn modelId="{E6174DB1-84C6-4293-BE29-BFDF2669C69C}" type="presParOf" srcId="{BA17A229-8DAD-4614-A3C4-1CB8D51B259E}" destId="{94B85206-9D33-4E1C-A6CA-A22D08C25513}" srcOrd="1" destOrd="0" presId="urn:microsoft.com/office/officeart/2005/8/layout/vList5"/>
    <dgm:cxn modelId="{B9E062C2-78C9-4766-A28E-94BBBE0CA1EC}" type="presParOf" srcId="{D8DE107E-57A5-4F63-90EA-B8ADB296E328}" destId="{81ABF946-A393-44FB-A6EC-C4DA4F2C29BE}" srcOrd="1" destOrd="0" presId="urn:microsoft.com/office/officeart/2005/8/layout/vList5"/>
    <dgm:cxn modelId="{9C11B131-D00C-4D4A-95C5-2BCD77A39444}" type="presParOf" srcId="{D8DE107E-57A5-4F63-90EA-B8ADB296E328}" destId="{B13E03D5-CDF7-4006-8EF1-4008F45EE42A}" srcOrd="2" destOrd="0" presId="urn:microsoft.com/office/officeart/2005/8/layout/vList5"/>
    <dgm:cxn modelId="{CF9A2F3F-120E-406C-AE8C-6C48784959A3}" type="presParOf" srcId="{B13E03D5-CDF7-4006-8EF1-4008F45EE42A}" destId="{6ADC6CA7-E8FE-4B00-B456-B47DDFB909BD}" srcOrd="0" destOrd="0" presId="urn:microsoft.com/office/officeart/2005/8/layout/vList5"/>
    <dgm:cxn modelId="{735EFE9E-96B8-4367-9E45-C7CC191B30D0}" type="presParOf" srcId="{B13E03D5-CDF7-4006-8EF1-4008F45EE42A}" destId="{D015001E-FF50-4469-A9CE-443FA2E1E2D2}" srcOrd="1" destOrd="0" presId="urn:microsoft.com/office/officeart/2005/8/layout/vList5"/>
    <dgm:cxn modelId="{92353AE1-E889-447D-AF16-4E970012AFB5}" type="presParOf" srcId="{D8DE107E-57A5-4F63-90EA-B8ADB296E328}" destId="{E1AEB11D-5DC4-4C52-9DDE-D46CFB8EE2D8}" srcOrd="3" destOrd="0" presId="urn:microsoft.com/office/officeart/2005/8/layout/vList5"/>
    <dgm:cxn modelId="{B478F7FE-5D93-4BAE-B7F3-761D8273D134}" type="presParOf" srcId="{D8DE107E-57A5-4F63-90EA-B8ADB296E328}" destId="{EF8D6933-9C4C-4B6D-BB30-DF14D13F71B9}" srcOrd="4" destOrd="0" presId="urn:microsoft.com/office/officeart/2005/8/layout/vList5"/>
    <dgm:cxn modelId="{C1E8C399-7CD9-41AB-BA5B-77FA4BDEE6CA}" type="presParOf" srcId="{EF8D6933-9C4C-4B6D-BB30-DF14D13F71B9}" destId="{49F73436-8B4B-4A09-A040-8ADE37AF2E37}" srcOrd="0" destOrd="0" presId="urn:microsoft.com/office/officeart/2005/8/layout/vList5"/>
    <dgm:cxn modelId="{EDA64128-37B3-4AB0-9E14-CE5076FB445A}" type="presParOf" srcId="{EF8D6933-9C4C-4B6D-BB30-DF14D13F71B9}" destId="{7D54188C-1E57-4591-B807-B1600A0F758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D9AB2F-5786-42AF-A54E-7ACC97FEA382}">
      <dsp:nvSpPr>
        <dsp:cNvPr id="0" name=""/>
        <dsp:cNvSpPr/>
      </dsp:nvSpPr>
      <dsp:spPr>
        <a:xfrm>
          <a:off x="39" y="28565"/>
          <a:ext cx="3798093" cy="1359475"/>
        </a:xfrm>
        <a:prstGeom prst="rect">
          <a:avLst/>
        </a:prstGeom>
        <a:solidFill>
          <a:srgbClr val="C00000"/>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en-PH" sz="3500" kern="1200" dirty="0"/>
            <a:t>AGGRAVATING FACTORS</a:t>
          </a:r>
        </a:p>
      </dsp:txBody>
      <dsp:txXfrm>
        <a:off x="39" y="28565"/>
        <a:ext cx="3798093" cy="1359475"/>
      </dsp:txXfrm>
    </dsp:sp>
    <dsp:sp modelId="{AD89D610-DB3E-40BE-869B-7325A113A48F}">
      <dsp:nvSpPr>
        <dsp:cNvPr id="0" name=""/>
        <dsp:cNvSpPr/>
      </dsp:nvSpPr>
      <dsp:spPr>
        <a:xfrm>
          <a:off x="39" y="1388041"/>
          <a:ext cx="3798093" cy="4227300"/>
        </a:xfrm>
        <a:prstGeom prst="rect">
          <a:avLst/>
        </a:prstGeom>
        <a:solidFill>
          <a:schemeClr val="bg1">
            <a:lumMod val="85000"/>
            <a:alpha val="89804"/>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t>Circumstances relating to the commission of a crime or violation that makes it more grave than the average instance of that crime.</a:t>
          </a:r>
          <a:endParaRPr lang="en-PH" sz="1800" b="0" kern="1200" dirty="0"/>
        </a:p>
        <a:p>
          <a:pPr marL="171450" lvl="1" indent="-171450" algn="l" defTabSz="800100">
            <a:lnSpc>
              <a:spcPct val="90000"/>
            </a:lnSpc>
            <a:spcBef>
              <a:spcPct val="0"/>
            </a:spcBef>
            <a:spcAft>
              <a:spcPct val="15000"/>
            </a:spcAft>
            <a:buChar char="•"/>
          </a:pPr>
          <a:r>
            <a:rPr lang="en-US" sz="1800" b="0" kern="1200" dirty="0"/>
            <a:t>Calls for a tougher or more serious penalty.</a:t>
          </a:r>
        </a:p>
        <a:p>
          <a:pPr marL="171450" lvl="1" indent="-171450" algn="l" defTabSz="755650">
            <a:lnSpc>
              <a:spcPct val="90000"/>
            </a:lnSpc>
            <a:spcBef>
              <a:spcPct val="0"/>
            </a:spcBef>
            <a:spcAft>
              <a:spcPct val="15000"/>
            </a:spcAft>
            <a:buNone/>
          </a:pPr>
          <a:r>
            <a:rPr lang="en-US" sz="1700" b="1" kern="1200" dirty="0"/>
            <a:t>Examples:</a:t>
          </a:r>
          <a:endParaRPr lang="en-US" sz="1800" b="0" kern="1200" dirty="0"/>
        </a:p>
        <a:p>
          <a:pPr marL="171450" lvl="1" indent="-171450" algn="l" defTabSz="755650">
            <a:lnSpc>
              <a:spcPct val="90000"/>
            </a:lnSpc>
            <a:spcBef>
              <a:spcPct val="0"/>
            </a:spcBef>
            <a:spcAft>
              <a:spcPct val="15000"/>
            </a:spcAft>
            <a:buChar char="•"/>
          </a:pPr>
          <a:r>
            <a:rPr lang="en-US" sz="1700" kern="1200" dirty="0"/>
            <a:t>Conduct was premeditated or intentional</a:t>
          </a:r>
        </a:p>
        <a:p>
          <a:pPr marL="171450" lvl="1" indent="-171450" algn="l" defTabSz="755650">
            <a:lnSpc>
              <a:spcPct val="90000"/>
            </a:lnSpc>
            <a:spcBef>
              <a:spcPct val="0"/>
            </a:spcBef>
            <a:spcAft>
              <a:spcPct val="15000"/>
            </a:spcAft>
            <a:buChar char="•"/>
          </a:pPr>
          <a:r>
            <a:rPr lang="en-US" sz="1700" kern="1200" dirty="0"/>
            <a:t>Employee’s position / level</a:t>
          </a:r>
        </a:p>
        <a:p>
          <a:pPr marL="171450" lvl="1" indent="-171450" algn="l" defTabSz="755650">
            <a:lnSpc>
              <a:spcPct val="90000"/>
            </a:lnSpc>
            <a:spcBef>
              <a:spcPct val="0"/>
            </a:spcBef>
            <a:spcAft>
              <a:spcPct val="15000"/>
            </a:spcAft>
            <a:buChar char="•"/>
          </a:pPr>
          <a:r>
            <a:rPr lang="en-US" sz="1700" kern="1200" dirty="0"/>
            <a:t>Employee record such as length of service, Performance, feedback from peers. history of offenses</a:t>
          </a:r>
        </a:p>
      </dsp:txBody>
      <dsp:txXfrm>
        <a:off x="39" y="1388041"/>
        <a:ext cx="3798093" cy="4227300"/>
      </dsp:txXfrm>
    </dsp:sp>
    <dsp:sp modelId="{C9B8BB90-1816-4B4A-B9AC-8D69B221C7B9}">
      <dsp:nvSpPr>
        <dsp:cNvPr id="0" name=""/>
        <dsp:cNvSpPr/>
      </dsp:nvSpPr>
      <dsp:spPr>
        <a:xfrm>
          <a:off x="4329866" y="28565"/>
          <a:ext cx="3798093" cy="1359475"/>
        </a:xfrm>
        <a:prstGeom prst="rect">
          <a:avLst/>
        </a:prstGeom>
        <a:solidFill>
          <a:srgbClr val="0070C0"/>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en-PH" sz="3500" kern="1200" dirty="0"/>
            <a:t>MITIGATING FACTORS</a:t>
          </a:r>
        </a:p>
      </dsp:txBody>
      <dsp:txXfrm>
        <a:off x="4329866" y="28565"/>
        <a:ext cx="3798093" cy="1359475"/>
      </dsp:txXfrm>
    </dsp:sp>
    <dsp:sp modelId="{FB047677-EA10-4942-8EE3-7027E7E4E1F3}">
      <dsp:nvSpPr>
        <dsp:cNvPr id="0" name=""/>
        <dsp:cNvSpPr/>
      </dsp:nvSpPr>
      <dsp:spPr>
        <a:xfrm>
          <a:off x="4329866" y="1388041"/>
          <a:ext cx="3798093" cy="422730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0" kern="1200" dirty="0"/>
            <a:t>Circumstances relating to the commission of a crime or violation that may be considered to reduce the blameworthiness of the defendant.</a:t>
          </a:r>
          <a:endParaRPr lang="en-PH" sz="1800" b="0" kern="1200" dirty="0"/>
        </a:p>
        <a:p>
          <a:pPr marL="171450" lvl="1" indent="-171450" algn="l" defTabSz="800100">
            <a:lnSpc>
              <a:spcPct val="90000"/>
            </a:lnSpc>
            <a:spcBef>
              <a:spcPct val="0"/>
            </a:spcBef>
            <a:spcAft>
              <a:spcPct val="15000"/>
            </a:spcAft>
            <a:buChar char="•"/>
          </a:pPr>
          <a:r>
            <a:rPr lang="en-US" sz="1800" b="0" kern="1200" dirty="0"/>
            <a:t>Calls for a lesser sentence or less serious penalty.</a:t>
          </a:r>
          <a:endParaRPr lang="en-PH" sz="1800" b="0" kern="1200" dirty="0"/>
        </a:p>
        <a:p>
          <a:pPr marL="57150" lvl="1" indent="-57150" algn="l" defTabSz="444500">
            <a:lnSpc>
              <a:spcPct val="90000"/>
            </a:lnSpc>
            <a:spcBef>
              <a:spcPct val="0"/>
            </a:spcBef>
            <a:spcAft>
              <a:spcPct val="15000"/>
            </a:spcAft>
            <a:buChar char="•"/>
          </a:pPr>
          <a:endParaRPr lang="en-PH" sz="1000" b="1" kern="1200" dirty="0"/>
        </a:p>
        <a:p>
          <a:pPr marL="171450" lvl="1" indent="-171450" algn="l" defTabSz="755650">
            <a:lnSpc>
              <a:spcPct val="90000"/>
            </a:lnSpc>
            <a:spcBef>
              <a:spcPct val="0"/>
            </a:spcBef>
            <a:spcAft>
              <a:spcPct val="15000"/>
            </a:spcAft>
            <a:buNone/>
          </a:pPr>
          <a:r>
            <a:rPr lang="en-US" sz="1700" b="1" kern="1200" dirty="0"/>
            <a:t>Examples:</a:t>
          </a:r>
          <a:endParaRPr lang="en-PH" sz="1700" b="1" kern="1200" dirty="0"/>
        </a:p>
        <a:p>
          <a:pPr marL="171450" lvl="1" indent="-171450" algn="l" defTabSz="755650">
            <a:lnSpc>
              <a:spcPct val="90000"/>
            </a:lnSpc>
            <a:spcBef>
              <a:spcPct val="0"/>
            </a:spcBef>
            <a:spcAft>
              <a:spcPct val="15000"/>
            </a:spcAft>
            <a:buChar char="•"/>
          </a:pPr>
          <a:r>
            <a:rPr lang="en-US" sz="1700" kern="1200"/>
            <a:t>Admission </a:t>
          </a:r>
          <a:endParaRPr lang="en-PH" sz="1700" kern="1200" dirty="0"/>
        </a:p>
        <a:p>
          <a:pPr marL="171450" lvl="1" indent="-171450" algn="l" defTabSz="755650">
            <a:lnSpc>
              <a:spcPct val="90000"/>
            </a:lnSpc>
            <a:spcBef>
              <a:spcPct val="0"/>
            </a:spcBef>
            <a:spcAft>
              <a:spcPct val="15000"/>
            </a:spcAft>
            <a:buChar char="•"/>
          </a:pPr>
          <a:r>
            <a:rPr lang="en-US" sz="1700" kern="1200" dirty="0"/>
            <a:t>Remorse</a:t>
          </a:r>
        </a:p>
        <a:p>
          <a:pPr marL="171450" lvl="1" indent="-171450" algn="l" defTabSz="755650">
            <a:lnSpc>
              <a:spcPct val="90000"/>
            </a:lnSpc>
            <a:spcBef>
              <a:spcPct val="0"/>
            </a:spcBef>
            <a:spcAft>
              <a:spcPct val="15000"/>
            </a:spcAft>
            <a:buChar char="•"/>
          </a:pPr>
          <a:r>
            <a:rPr lang="en-US" sz="1700" kern="1200"/>
            <a:t>Infraction was an isolated incident </a:t>
          </a:r>
          <a:endParaRPr lang="en-US" sz="1700" kern="1200" dirty="0"/>
        </a:p>
        <a:p>
          <a:pPr marL="171450" lvl="1" indent="-171450" algn="l" defTabSz="755650">
            <a:lnSpc>
              <a:spcPct val="90000"/>
            </a:lnSpc>
            <a:spcBef>
              <a:spcPct val="0"/>
            </a:spcBef>
            <a:spcAft>
              <a:spcPct val="15000"/>
            </a:spcAft>
            <a:buChar char="•"/>
          </a:pPr>
          <a:r>
            <a:rPr lang="en-US" sz="1700" kern="1200" dirty="0"/>
            <a:t>Provocation </a:t>
          </a:r>
        </a:p>
      </dsp:txBody>
      <dsp:txXfrm>
        <a:off x="4329866" y="1388041"/>
        <a:ext cx="3798093" cy="42273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85206-9D33-4E1C-A6CA-A22D08C25513}">
      <dsp:nvSpPr>
        <dsp:cNvPr id="0" name=""/>
        <dsp:cNvSpPr/>
      </dsp:nvSpPr>
      <dsp:spPr>
        <a:xfrm rot="5400000">
          <a:off x="5218591" y="-3810618"/>
          <a:ext cx="1677699" cy="9372777"/>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 Act as role-models for these standards, visibly demonstrating support and regularly encouraging employee compliance. </a:t>
          </a:r>
          <a:endParaRPr lang="en-PH" sz="1000" kern="1200" dirty="0"/>
        </a:p>
        <a:p>
          <a:pPr marL="57150" lvl="1" indent="-57150" algn="l" defTabSz="444500">
            <a:lnSpc>
              <a:spcPct val="90000"/>
            </a:lnSpc>
            <a:spcBef>
              <a:spcPct val="0"/>
            </a:spcBef>
            <a:spcAft>
              <a:spcPct val="15000"/>
            </a:spcAft>
            <a:buChar char="•"/>
          </a:pPr>
          <a:r>
            <a:rPr lang="en-US" sz="1000" kern="1200" dirty="0"/>
            <a:t> Ensure that all their employees receive guidance, training and communication on the Code and to all existing applicable policies of FPT relevant to their immediate duties and responsibilities. </a:t>
          </a:r>
          <a:endParaRPr lang="en-PH" sz="1000" kern="1200" dirty="0"/>
        </a:p>
        <a:p>
          <a:pPr marL="57150" lvl="1" indent="-57150" algn="l" defTabSz="444500">
            <a:lnSpc>
              <a:spcPct val="90000"/>
            </a:lnSpc>
            <a:spcBef>
              <a:spcPct val="0"/>
            </a:spcBef>
            <a:spcAft>
              <a:spcPct val="15000"/>
            </a:spcAft>
            <a:buChar char="•"/>
          </a:pPr>
          <a:r>
            <a:rPr lang="en-US" sz="1000" kern="1200" dirty="0"/>
            <a:t> Remain alert to call out and conduct disciplinary action to behaviors which are inappropriate in the workplace including but not limited to harassment, violence, threats of violence, offensive language or other behavior not in accordance with the company policy.</a:t>
          </a:r>
          <a:endParaRPr lang="en-PH" sz="1000" kern="1200" dirty="0"/>
        </a:p>
        <a:p>
          <a:pPr marL="57150" lvl="1" indent="-57150" algn="l" defTabSz="444500">
            <a:lnSpc>
              <a:spcPct val="90000"/>
            </a:lnSpc>
            <a:spcBef>
              <a:spcPct val="0"/>
            </a:spcBef>
            <a:spcAft>
              <a:spcPct val="15000"/>
            </a:spcAft>
            <a:buChar char="•"/>
          </a:pPr>
          <a:r>
            <a:rPr lang="en-US" sz="1000" kern="1200" dirty="0"/>
            <a:t> Report such violations to the respective HR and/or appropriate personnel (encourage employee to report any violations of the code).</a:t>
          </a:r>
          <a:endParaRPr lang="en-PH" sz="1000" kern="1200" dirty="0"/>
        </a:p>
        <a:p>
          <a:pPr marL="57150" lvl="1" indent="-57150" algn="l" defTabSz="444500">
            <a:lnSpc>
              <a:spcPct val="90000"/>
            </a:lnSpc>
            <a:spcBef>
              <a:spcPct val="0"/>
            </a:spcBef>
            <a:spcAft>
              <a:spcPct val="15000"/>
            </a:spcAft>
            <a:buChar char="•"/>
          </a:pPr>
          <a:r>
            <a:rPr lang="en-US" sz="1000" kern="1200" dirty="0"/>
            <a:t> Have the duty and responsibility to exercise their management skills in a fair, equitable and consistent manner in line with the company’s goals and objectives.</a:t>
          </a:r>
          <a:endParaRPr lang="en-PH" sz="1000" kern="1200" dirty="0"/>
        </a:p>
      </dsp:txBody>
      <dsp:txXfrm rot="-5400000">
        <a:off x="1371053" y="118819"/>
        <a:ext cx="9290878" cy="1513901"/>
      </dsp:txXfrm>
    </dsp:sp>
    <dsp:sp modelId="{4B2FA9F1-12D4-4C22-A274-6640B611CEFD}">
      <dsp:nvSpPr>
        <dsp:cNvPr id="0" name=""/>
        <dsp:cNvSpPr/>
      </dsp:nvSpPr>
      <dsp:spPr>
        <a:xfrm>
          <a:off x="424" y="2645"/>
          <a:ext cx="1370627" cy="174625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PH" sz="1700" b="1" kern="1200" dirty="0"/>
            <a:t>MANAGER</a:t>
          </a:r>
        </a:p>
      </dsp:txBody>
      <dsp:txXfrm>
        <a:off x="67332" y="69553"/>
        <a:ext cx="1236811" cy="1612434"/>
      </dsp:txXfrm>
    </dsp:sp>
    <dsp:sp modelId="{D015001E-FF50-4469-A9CE-443FA2E1E2D2}">
      <dsp:nvSpPr>
        <dsp:cNvPr id="0" name=""/>
        <dsp:cNvSpPr/>
      </dsp:nvSpPr>
      <dsp:spPr>
        <a:xfrm rot="5400000">
          <a:off x="5361863" y="-1974765"/>
          <a:ext cx="1397000" cy="9368198"/>
        </a:xfrm>
        <a:prstGeom prst="round2Same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 HR should serve as a resource to all employees in ensuring the general practice and implementation of the Code.</a:t>
          </a:r>
          <a:endParaRPr lang="en-PH" sz="1000" kern="1200" dirty="0"/>
        </a:p>
        <a:p>
          <a:pPr marL="57150" lvl="1" indent="-57150" algn="l" defTabSz="444500">
            <a:lnSpc>
              <a:spcPct val="90000"/>
            </a:lnSpc>
            <a:spcBef>
              <a:spcPct val="0"/>
            </a:spcBef>
            <a:spcAft>
              <a:spcPct val="15000"/>
            </a:spcAft>
            <a:buChar char="•"/>
          </a:pPr>
          <a:r>
            <a:rPr lang="en-US" sz="1000" kern="1200" dirty="0"/>
            <a:t> In instances of violation, HR shall be an internal resource to both the Management and the employee in ensuring impartiality in upholding the process.</a:t>
          </a:r>
          <a:endParaRPr lang="en-PH" sz="1000" kern="1200" dirty="0"/>
        </a:p>
        <a:p>
          <a:pPr marL="57150" lvl="1" indent="-57150" algn="l" defTabSz="444500">
            <a:lnSpc>
              <a:spcPct val="90000"/>
            </a:lnSpc>
            <a:spcBef>
              <a:spcPct val="0"/>
            </a:spcBef>
            <a:spcAft>
              <a:spcPct val="15000"/>
            </a:spcAft>
            <a:buChar char="•"/>
          </a:pPr>
          <a:r>
            <a:rPr lang="en-US" sz="1000" kern="1200" dirty="0"/>
            <a:t> HR must be available for advice and guidance and to assist the Managers through the investigation, planning and remedial action, if necessary. </a:t>
          </a:r>
          <a:endParaRPr lang="en-PH" sz="1000" kern="1200" dirty="0"/>
        </a:p>
        <a:p>
          <a:pPr marL="57150" lvl="1" indent="-57150" algn="l" defTabSz="444500">
            <a:lnSpc>
              <a:spcPct val="90000"/>
            </a:lnSpc>
            <a:spcBef>
              <a:spcPct val="0"/>
            </a:spcBef>
            <a:spcAft>
              <a:spcPct val="15000"/>
            </a:spcAft>
            <a:buChar char="•"/>
          </a:pPr>
          <a:r>
            <a:rPr lang="en-US" sz="1000" kern="1200" dirty="0"/>
            <a:t> It is the primary responsibility of HR to ensure that the requisite due process requirements and appropriate procedures (including but not limited to the proper documentation of the administrative case and proceedings) are complied with before any disciplinary action or dismissal is meted out.</a:t>
          </a:r>
          <a:endParaRPr lang="en-PH" sz="1000" kern="1200" dirty="0"/>
        </a:p>
        <a:p>
          <a:pPr marL="57150" lvl="1" indent="-57150" algn="l" defTabSz="444500">
            <a:lnSpc>
              <a:spcPct val="90000"/>
            </a:lnSpc>
            <a:spcBef>
              <a:spcPct val="0"/>
            </a:spcBef>
            <a:spcAft>
              <a:spcPct val="15000"/>
            </a:spcAft>
            <a:buChar char="•"/>
          </a:pPr>
          <a:r>
            <a:rPr lang="en-US" sz="1000" kern="1200" dirty="0"/>
            <a:t> The HR Business Partner serves as an advisor/partner to line managers.  The latter in turn are encouraged to work closely with their HR Business Partners at the onset of the disciplinary process</a:t>
          </a:r>
          <a:endParaRPr lang="en-PH" sz="1000" kern="1200" dirty="0"/>
        </a:p>
      </dsp:txBody>
      <dsp:txXfrm rot="-5400000">
        <a:off x="1376264" y="2079030"/>
        <a:ext cx="9300002" cy="1260608"/>
      </dsp:txXfrm>
    </dsp:sp>
    <dsp:sp modelId="{6ADC6CA7-E8FE-4B00-B456-B47DDFB909BD}">
      <dsp:nvSpPr>
        <dsp:cNvPr id="0" name=""/>
        <dsp:cNvSpPr/>
      </dsp:nvSpPr>
      <dsp:spPr>
        <a:xfrm>
          <a:off x="424" y="1836208"/>
          <a:ext cx="1375840" cy="174625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PH" sz="1700" b="1" kern="1200" dirty="0"/>
            <a:t>HUMAN RESOURCE</a:t>
          </a:r>
        </a:p>
      </dsp:txBody>
      <dsp:txXfrm>
        <a:off x="67587" y="1903371"/>
        <a:ext cx="1241514" cy="1611924"/>
      </dsp:txXfrm>
    </dsp:sp>
    <dsp:sp modelId="{7D54188C-1E57-4591-B807-B1600A0F758C}">
      <dsp:nvSpPr>
        <dsp:cNvPr id="0" name=""/>
        <dsp:cNvSpPr/>
      </dsp:nvSpPr>
      <dsp:spPr>
        <a:xfrm rot="5400000">
          <a:off x="5388439" y="-121746"/>
          <a:ext cx="1362075" cy="9329285"/>
        </a:xfrm>
        <a:prstGeom prst="round2Same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 Is expected to study, understand and follow FPT’s Code of Discipline</a:t>
          </a:r>
          <a:endParaRPr lang="en-PH" sz="1000" kern="1200" dirty="0"/>
        </a:p>
        <a:p>
          <a:pPr marL="57150" lvl="1" indent="-57150" algn="l" defTabSz="444500">
            <a:lnSpc>
              <a:spcPct val="90000"/>
            </a:lnSpc>
            <a:spcBef>
              <a:spcPct val="0"/>
            </a:spcBef>
            <a:spcAft>
              <a:spcPct val="15000"/>
            </a:spcAft>
            <a:buChar char="•"/>
          </a:pPr>
          <a:r>
            <a:rPr lang="en-US" sz="1000" kern="1200" dirty="0"/>
            <a:t> Should seek clarification for unclear provisions and processes</a:t>
          </a:r>
          <a:endParaRPr lang="en-PH" sz="1000" kern="1200" dirty="0"/>
        </a:p>
        <a:p>
          <a:pPr marL="57150" lvl="1" indent="-57150" algn="l" defTabSz="444500">
            <a:lnSpc>
              <a:spcPct val="90000"/>
            </a:lnSpc>
            <a:spcBef>
              <a:spcPct val="0"/>
            </a:spcBef>
            <a:spcAft>
              <a:spcPct val="15000"/>
            </a:spcAft>
            <a:buChar char="•"/>
          </a:pPr>
          <a:r>
            <a:rPr lang="en-US" sz="1000" kern="1200" dirty="0"/>
            <a:t> Should be aware that he is given the right to exercise his rights for due process</a:t>
          </a:r>
          <a:endParaRPr lang="en-PH" sz="1000" kern="1200" dirty="0"/>
        </a:p>
        <a:p>
          <a:pPr marL="57150" lvl="1" indent="-57150" algn="l" defTabSz="444500">
            <a:lnSpc>
              <a:spcPct val="90000"/>
            </a:lnSpc>
            <a:spcBef>
              <a:spcPct val="0"/>
            </a:spcBef>
            <a:spcAft>
              <a:spcPct val="15000"/>
            </a:spcAft>
            <a:buChar char="•"/>
          </a:pPr>
          <a:r>
            <a:rPr lang="en-US" sz="1000" kern="1200" dirty="0"/>
            <a:t> Should commit and cooperate to resolve any issue related to this Code…</a:t>
          </a:r>
          <a:endParaRPr lang="en-PH" sz="1000" kern="1200" dirty="0"/>
        </a:p>
        <a:p>
          <a:pPr marL="57150" lvl="1" indent="-57150" algn="l" defTabSz="444500">
            <a:lnSpc>
              <a:spcPct val="90000"/>
            </a:lnSpc>
            <a:spcBef>
              <a:spcPct val="0"/>
            </a:spcBef>
            <a:spcAft>
              <a:spcPct val="15000"/>
            </a:spcAft>
            <a:buChar char="•"/>
          </a:pPr>
          <a:r>
            <a:rPr lang="en-US" sz="1000" kern="1200" dirty="0"/>
            <a:t> Must act professionally in dealing with the issue related to this Code of Employee Discipline </a:t>
          </a:r>
          <a:endParaRPr lang="en-PH" sz="1000" kern="1200" dirty="0"/>
        </a:p>
        <a:p>
          <a:pPr marL="57150" lvl="1" indent="-57150" algn="l" defTabSz="444500">
            <a:lnSpc>
              <a:spcPct val="90000"/>
            </a:lnSpc>
            <a:spcBef>
              <a:spcPct val="0"/>
            </a:spcBef>
            <a:spcAft>
              <a:spcPct val="15000"/>
            </a:spcAft>
            <a:buChar char="•"/>
          </a:pPr>
          <a:r>
            <a:rPr lang="en-US" sz="1000" kern="1200" dirty="0"/>
            <a:t> Is responsible to report any misconduct he is aware of</a:t>
          </a:r>
          <a:endParaRPr lang="en-PH" sz="1000" kern="1200" dirty="0"/>
        </a:p>
      </dsp:txBody>
      <dsp:txXfrm rot="-5400000">
        <a:off x="1404835" y="3928349"/>
        <a:ext cx="9262794" cy="1229093"/>
      </dsp:txXfrm>
    </dsp:sp>
    <dsp:sp modelId="{49F73436-8B4B-4A09-A040-8ADE37AF2E37}">
      <dsp:nvSpPr>
        <dsp:cNvPr id="0" name=""/>
        <dsp:cNvSpPr/>
      </dsp:nvSpPr>
      <dsp:spPr>
        <a:xfrm>
          <a:off x="424" y="3669771"/>
          <a:ext cx="1404410" cy="174625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PH" sz="1700" b="1" kern="1200" dirty="0"/>
            <a:t>EMPLOYEE</a:t>
          </a:r>
        </a:p>
      </dsp:txBody>
      <dsp:txXfrm>
        <a:off x="68982" y="3738329"/>
        <a:ext cx="1267294" cy="160913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3E4160-E25F-47C6-B13E-451D84D53D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CEB4D68-BE18-45B3-BBD4-4B259AF48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E64AEF-D1AD-46B9-9B29-995A5C2E4E2E}" type="datetimeFigureOut">
              <a:rPr lang="en-US" smtClean="0"/>
              <a:t>4/16/2026</a:t>
            </a:fld>
            <a:endParaRPr lang="en-US"/>
          </a:p>
        </p:txBody>
      </p:sp>
      <p:sp>
        <p:nvSpPr>
          <p:cNvPr id="4" name="Footer Placeholder 3">
            <a:extLst>
              <a:ext uri="{FF2B5EF4-FFF2-40B4-BE49-F238E27FC236}">
                <a16:creationId xmlns:a16="http://schemas.microsoft.com/office/drawing/2014/main" id="{FD6C172F-0872-4644-9C00-F82604178F5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DD23560-3888-44A8-9649-0B29E9D108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B18646-FEFB-4159-97C0-229F45F53A85}" type="slidenum">
              <a:rPr lang="en-US" smtClean="0"/>
              <a:t>‹#›</a:t>
            </a:fld>
            <a:endParaRPr lang="en-US"/>
          </a:p>
        </p:txBody>
      </p:sp>
    </p:spTree>
    <p:extLst>
      <p:ext uri="{BB962C8B-B14F-4D97-AF65-F5344CB8AC3E}">
        <p14:creationId xmlns:p14="http://schemas.microsoft.com/office/powerpoint/2010/main" val="3454124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41C4DD-1CA6-4C79-9028-D583A8F9C159}"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1DE8C-D7B2-4D05-9B4A-462DC818F0AF}" type="slidenum">
              <a:rPr lang="en-US" smtClean="0"/>
              <a:t>‹#›</a:t>
            </a:fld>
            <a:endParaRPr lang="en-US"/>
          </a:p>
        </p:txBody>
      </p:sp>
    </p:spTree>
    <p:extLst>
      <p:ext uri="{BB962C8B-B14F-4D97-AF65-F5344CB8AC3E}">
        <p14:creationId xmlns:p14="http://schemas.microsoft.com/office/powerpoint/2010/main" val="4005194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pnl-law.com/blog/fraud-or-willful-breach-of-trust-authorized-cause-in-employment-termination/" TargetMode="External"/><Relationship Id="rId13" Type="http://schemas.openxmlformats.org/officeDocument/2006/relationships/hyperlink" Target="https://pnl-law.com/blog/redundancy-authorized-cause-in-employment-termination/" TargetMode="External"/><Relationship Id="rId3" Type="http://schemas.openxmlformats.org/officeDocument/2006/relationships/hyperlink" Target="https://pnl-law.com/blog/glossary-labor-code-of-the-philippines/#Substantive-Due-Process" TargetMode="External"/><Relationship Id="rId7" Type="http://schemas.openxmlformats.org/officeDocument/2006/relationships/hyperlink" Target="https://pnl-law.com/blog/gross-and-habitual-neglect-of-duties-authorized-cause-in-employment-termination/" TargetMode="External"/><Relationship Id="rId12" Type="http://schemas.openxmlformats.org/officeDocument/2006/relationships/hyperlink" Target="https://pnl-law.com/blog/installation-of-labor-saving-devices-authorized-cause-in-employment-termination/" TargetMode="External"/><Relationship Id="rId2" Type="http://schemas.openxmlformats.org/officeDocument/2006/relationships/slide" Target="../slides/slide15.xml"/><Relationship Id="rId16" Type="http://schemas.openxmlformats.org/officeDocument/2006/relationships/hyperlink" Target="https://pnl-law.com/blog/disease-authorized-cause-in-employment-termination/" TargetMode="External"/><Relationship Id="rId1" Type="http://schemas.openxmlformats.org/officeDocument/2006/relationships/notesMaster" Target="../notesMasters/notesMaster1.xml"/><Relationship Id="rId6" Type="http://schemas.openxmlformats.org/officeDocument/2006/relationships/hyperlink" Target="https://pnl-law.com/blog/willful-disobedience-authorized-cause-in-employment-termination/" TargetMode="External"/><Relationship Id="rId11" Type="http://schemas.openxmlformats.org/officeDocument/2006/relationships/hyperlink" Target="https://pnl-law.com/blog/analogous-causes-authorized-cause-in-employment-termination/" TargetMode="External"/><Relationship Id="rId5" Type="http://schemas.openxmlformats.org/officeDocument/2006/relationships/hyperlink" Target="https://pnl-law.com/blog/serious-misconduct-just-cause-in-employment-termination/" TargetMode="External"/><Relationship Id="rId15" Type="http://schemas.openxmlformats.org/officeDocument/2006/relationships/hyperlink" Target="https://pnl-law.com/blog/closure-or-cessation-of-operation-authorized-cause-in-employment-termination/" TargetMode="External"/><Relationship Id="rId10" Type="http://schemas.openxmlformats.org/officeDocument/2006/relationships/hyperlink" Target="https://pnl-law.com/blog/commission-of-a-crime-or-offense-authorized-cause-in-employment-termination/" TargetMode="External"/><Relationship Id="rId4" Type="http://schemas.openxmlformats.org/officeDocument/2006/relationships/hyperlink" Target="https://pnl-law.com/blog/glossary-labor-code-of-the-philippines/#Procedural-Due-Process" TargetMode="External"/><Relationship Id="rId9" Type="http://schemas.openxmlformats.org/officeDocument/2006/relationships/hyperlink" Target="https://pnl-law.com/blog/loss-of-trust-and-confidence-authorized-cause-in-employment-termination/" TargetMode="External"/><Relationship Id="rId14" Type="http://schemas.openxmlformats.org/officeDocument/2006/relationships/hyperlink" Target="https://pnl-law.com/blog/retrenchment-or-downsizing-authorized-cause-in-employment-termination/"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a:t>
            </a:fld>
            <a:endParaRPr lang="en-US"/>
          </a:p>
        </p:txBody>
      </p:sp>
    </p:spTree>
    <p:extLst>
      <p:ext uri="{BB962C8B-B14F-4D97-AF65-F5344CB8AC3E}">
        <p14:creationId xmlns:p14="http://schemas.microsoft.com/office/powerpoint/2010/main" val="943687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Go thru table of contents</a:t>
            </a:r>
          </a:p>
        </p:txBody>
      </p:sp>
      <p:sp>
        <p:nvSpPr>
          <p:cNvPr id="4" name="Slide Number Placeholder 3"/>
          <p:cNvSpPr>
            <a:spLocks noGrp="1"/>
          </p:cNvSpPr>
          <p:nvPr>
            <p:ph type="sldNum" sz="quarter" idx="5"/>
          </p:nvPr>
        </p:nvSpPr>
        <p:spPr/>
        <p:txBody>
          <a:bodyPr/>
          <a:lstStyle/>
          <a:p>
            <a:fld id="{0AB1DE8C-D7B2-4D05-9B4A-462DC818F0AF}" type="slidenum">
              <a:rPr lang="en-US" smtClean="0"/>
              <a:t>2</a:t>
            </a:fld>
            <a:endParaRPr lang="en-US"/>
          </a:p>
        </p:txBody>
      </p:sp>
    </p:spTree>
    <p:extLst>
      <p:ext uri="{BB962C8B-B14F-4D97-AF65-F5344CB8AC3E}">
        <p14:creationId xmlns:p14="http://schemas.microsoft.com/office/powerpoint/2010/main" val="3091092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FPT believes that a professional, trustworthy, responsible and well-disciplined workforce contributes to a harmonious and productive work environment and to the success of the organization.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FPT expects each employee to observe reasonable standards of conduct in the performance of his work, in his relationship with fellow employees and in his dealings with the public which are consistent with the corporate objectives, values as well as that of the local government policies and regulations.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FPT Code of Employee Discipline is meant to protect the interest of FPT and its employees from actions and decisions that can be deemed to be unlawful or unjust and unreasonable.  This Code is established for the proper conduct of all and to make sure that a clear standard/basis for discipline and due process are in place. It is not meant to curtail employee rights or movements.</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FPT’s policy to process workplace disciplinary matters in a manner which ensures fairness in the treatment of individuals at all levels in the Company and the protection of Company resources and assets.  </a:t>
            </a:r>
            <a:endParaRPr lang="en-PH" sz="1200" kern="1200" dirty="0">
              <a:solidFill>
                <a:schemeClr val="tx1"/>
              </a:solidFill>
              <a:effectLst/>
              <a:latin typeface="+mn-lt"/>
              <a:ea typeface="+mn-ea"/>
              <a:cs typeface="+mn-cs"/>
            </a:endParaRPr>
          </a:p>
          <a:p>
            <a:endParaRPr lang="en-PH" dirty="0"/>
          </a:p>
          <a:p>
            <a:r>
              <a:rPr lang="en-US" sz="1200" kern="1200" dirty="0">
                <a:solidFill>
                  <a:schemeClr val="tx1"/>
                </a:solidFill>
                <a:effectLst/>
                <a:latin typeface="+mn-lt"/>
                <a:ea typeface="+mn-ea"/>
                <a:cs typeface="+mn-cs"/>
              </a:rPr>
              <a:t>PURPOSE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purpose of this Code is to provide guidance to all employees of the expected personal conduct and to emphasize the importance of discipline in the entire organization.</a:t>
            </a: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Disciplinary action measures are generally imposed to correct, reform or rehabilitate the employee and to maintain a general standard of discipline in the Company. These shall be progressively applied depending upon the nature and seriousness of the offense and the entire performance record of the employee.</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every employee’s basic and fundamental obligation to follow this Policy during the entire course of their employment with FPT. This Code is intended to provide guidance on the established disciplinary actions whenever there are violations committed against the established guidelines and procedures.</a:t>
            </a:r>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3</a:t>
            </a:fld>
            <a:endParaRPr lang="en-US"/>
          </a:p>
        </p:txBody>
      </p:sp>
    </p:spTree>
    <p:extLst>
      <p:ext uri="{BB962C8B-B14F-4D97-AF65-F5344CB8AC3E}">
        <p14:creationId xmlns:p14="http://schemas.microsoft.com/office/powerpoint/2010/main" val="1843864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FPT believes that a professional, trustworthy, responsible and well-disciplined workforce contributes to a harmonious and productive work environment and to the success of the organization.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FPT expects each employee to observe reasonable standards of conduct in the performance of his work, in his relationship with fellow employees and in his dealings with the public which are consistent with the corporate objectives, values as well as that of the local government policies and regulations.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FPT Code of Employee Discipline is meant to protect the interest of FPT and its employees from actions and decisions that can be deemed to be unlawful or unjust and unreasonable.  This Code is established for the proper conduct of all and to make sure that a clear standard/basis for discipline and due process are in place. It is not meant to curtail employee rights or movements.</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FPT’s policy to process workplace disciplinary matters in a manner which ensures fairness in the treatment of individuals at all levels in the Company and the protection of Company resources and assets.  </a:t>
            </a:r>
            <a:endParaRPr lang="en-PH" sz="1200" kern="1200" dirty="0">
              <a:solidFill>
                <a:schemeClr val="tx1"/>
              </a:solidFill>
              <a:effectLst/>
              <a:latin typeface="+mn-lt"/>
              <a:ea typeface="+mn-ea"/>
              <a:cs typeface="+mn-cs"/>
            </a:endParaRPr>
          </a:p>
          <a:p>
            <a:endParaRPr lang="en-PH" dirty="0"/>
          </a:p>
          <a:p>
            <a:r>
              <a:rPr lang="en-US" sz="1200" kern="1200" dirty="0">
                <a:solidFill>
                  <a:schemeClr val="tx1"/>
                </a:solidFill>
                <a:effectLst/>
                <a:latin typeface="+mn-lt"/>
                <a:ea typeface="+mn-ea"/>
                <a:cs typeface="+mn-cs"/>
              </a:rPr>
              <a:t>PURPOSE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purpose of this Code is to provide guidance to all employees of the expected personal conduct and to emphasize the importance of discipline in the entire organization.</a:t>
            </a: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Disciplinary action measures are generally imposed to correct, reform or rehabilitate the employee and to maintain a general standard of discipline in the Company. These shall be progressively applied depending upon the nature and seriousness of the offense and the entire performance record of the employee.</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every employee’s basic and fundamental obligation to follow this Policy during the entire course of their employment with FPT. This Code is intended to provide guidance on the established disciplinary actions whenever there are violations committed against the established guidelines and procedures.</a:t>
            </a:r>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4</a:t>
            </a:fld>
            <a:endParaRPr lang="en-US"/>
          </a:p>
        </p:txBody>
      </p:sp>
    </p:spTree>
    <p:extLst>
      <p:ext uri="{BB962C8B-B14F-4D97-AF65-F5344CB8AC3E}">
        <p14:creationId xmlns:p14="http://schemas.microsoft.com/office/powerpoint/2010/main" val="726254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chemeClr val="tx1"/>
                </a:solidFill>
                <a:latin typeface="+mn-lt"/>
              </a:rPr>
              <a:t>An FPT SOFTWARE PHILIPPINES CORP. </a:t>
            </a:r>
            <a:r>
              <a:rPr lang="en-US" sz="1200" dirty="0">
                <a:solidFill>
                  <a:schemeClr val="tx1"/>
                </a:solidFill>
                <a:latin typeface="+mn-lt"/>
              </a:rPr>
              <a:t>employee should:</a:t>
            </a:r>
          </a:p>
          <a:p>
            <a:pPr marL="571500" indent="-571500">
              <a:buFont typeface="Arial" panose="020B0604020202020204" pitchFamily="34" charset="0"/>
              <a:buChar char="•"/>
            </a:pPr>
            <a:r>
              <a:rPr lang="en-US" sz="1200" dirty="0">
                <a:solidFill>
                  <a:schemeClr val="tx1"/>
                </a:solidFill>
                <a:latin typeface="+mn-lt"/>
              </a:rPr>
              <a:t>Exercise corporate citizenship and FPT’s interest by conducting business affairs in fairness, honesty and in compliance with the law.</a:t>
            </a:r>
          </a:p>
          <a:p>
            <a:pPr marL="571500" indent="-571500">
              <a:buFont typeface="Arial" panose="020B0604020202020204" pitchFamily="34" charset="0"/>
              <a:buChar char="•"/>
            </a:pPr>
            <a:r>
              <a:rPr lang="en-US" sz="1200" dirty="0">
                <a:solidFill>
                  <a:schemeClr val="tx1"/>
                </a:solidFill>
                <a:latin typeface="+mn-lt"/>
              </a:rPr>
              <a:t>Protect with zeal and caution confidential knowledge or data on products, business strategies, processes, systems or other important information during or even after employment with FPT.</a:t>
            </a:r>
          </a:p>
          <a:p>
            <a:pPr marL="571500" indent="-571500">
              <a:buFont typeface="Arial" panose="020B0604020202020204" pitchFamily="34" charset="0"/>
              <a:buChar char="•"/>
            </a:pPr>
            <a:r>
              <a:rPr lang="en-US" sz="1200" dirty="0">
                <a:solidFill>
                  <a:schemeClr val="tx1"/>
                </a:solidFill>
                <a:latin typeface="+mn-lt"/>
              </a:rPr>
              <a:t>Uphold FPT’s interest and not grant undue personal favors, especially in the matters of awarding contracts or in hiring and similar activities.</a:t>
            </a:r>
          </a:p>
          <a:p>
            <a:pPr marL="571500" indent="-571500">
              <a:buFont typeface="Arial" panose="020B0604020202020204" pitchFamily="34" charset="0"/>
              <a:buChar char="•"/>
            </a:pPr>
            <a:r>
              <a:rPr lang="en-US" sz="1200" dirty="0">
                <a:solidFill>
                  <a:schemeClr val="tx1"/>
                </a:solidFill>
                <a:latin typeface="+mn-lt"/>
              </a:rPr>
              <a:t>Engage only in such private activities or businesses that are consistent with his responsibilities as an employee, and are not detrimental to the interest of FPT.</a:t>
            </a:r>
          </a:p>
          <a:p>
            <a:pPr marL="571500" indent="-571500">
              <a:buFont typeface="Arial" panose="020B0604020202020204" pitchFamily="34" charset="0"/>
              <a:buChar char="•"/>
            </a:pPr>
            <a:r>
              <a:rPr lang="en-US" sz="1200" dirty="0">
                <a:solidFill>
                  <a:schemeClr val="tx1"/>
                </a:solidFill>
                <a:latin typeface="+mn-lt"/>
              </a:rPr>
              <a:t>Exercise utmost discretion in accepting personal favors from individual or entities seeking or doing business with FPT and refuse any gift that might be considered as bribery of any form.</a:t>
            </a:r>
          </a:p>
          <a:p>
            <a:pPr marL="571500" indent="-571500">
              <a:buFont typeface="Arial" panose="020B0604020202020204" pitchFamily="34" charset="0"/>
              <a:buChar char="•"/>
            </a:pPr>
            <a:r>
              <a:rPr lang="en-US" sz="1200" dirty="0">
                <a:solidFill>
                  <a:schemeClr val="tx1"/>
                </a:solidFill>
                <a:latin typeface="+mn-lt"/>
              </a:rPr>
              <a:t>Utilize Company property, funds, equipment and time solely for the purpose required by FPT.</a:t>
            </a:r>
          </a:p>
          <a:p>
            <a:pPr marL="571500" indent="-571500">
              <a:buFont typeface="Arial" panose="020B0604020202020204" pitchFamily="34" charset="0"/>
              <a:buChar char="•"/>
            </a:pPr>
            <a:r>
              <a:rPr lang="en-US" sz="1200" dirty="0">
                <a:solidFill>
                  <a:schemeClr val="tx1"/>
                </a:solidFill>
                <a:latin typeface="+mn-lt"/>
              </a:rPr>
              <a:t>Exercise utmost caution in ensuring safety of employees and Company property.</a:t>
            </a:r>
          </a:p>
          <a:p>
            <a:pPr marL="571500" indent="-571500">
              <a:buFont typeface="Arial" panose="020B0604020202020204" pitchFamily="34" charset="0"/>
              <a:buChar char="•"/>
            </a:pPr>
            <a:r>
              <a:rPr lang="en-US" sz="1200" dirty="0">
                <a:solidFill>
                  <a:schemeClr val="tx1"/>
                </a:solidFill>
                <a:latin typeface="+mn-lt"/>
              </a:rPr>
              <a:t>Seek clearance from Management prior to engaging in outside work or assuming simultaneous positions in other companies.</a:t>
            </a:r>
          </a:p>
          <a:p>
            <a:pPr marL="571500" indent="-571500">
              <a:buFont typeface="Arial" panose="020B0604020202020204" pitchFamily="34" charset="0"/>
              <a:buChar char="•"/>
            </a:pPr>
            <a:r>
              <a:rPr lang="en-US" sz="1200" dirty="0">
                <a:solidFill>
                  <a:schemeClr val="tx1"/>
                </a:solidFill>
                <a:latin typeface="+mn-lt"/>
              </a:rPr>
              <a:t>Accept the responsibility to ensure that the Code of Ethics is being enforced and complied at all times.</a:t>
            </a:r>
          </a:p>
          <a:p>
            <a:pPr marL="571500" indent="-571500">
              <a:buFont typeface="Arial" panose="020B0604020202020204" pitchFamily="34" charset="0"/>
              <a:buChar char="•"/>
            </a:pPr>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5</a:t>
            </a:fld>
            <a:endParaRPr lang="en-US"/>
          </a:p>
        </p:txBody>
      </p:sp>
    </p:spTree>
    <p:extLst>
      <p:ext uri="{BB962C8B-B14F-4D97-AF65-F5344CB8AC3E}">
        <p14:creationId xmlns:p14="http://schemas.microsoft.com/office/powerpoint/2010/main" val="3188650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6</a:t>
            </a:fld>
            <a:endParaRPr lang="en-US"/>
          </a:p>
        </p:txBody>
      </p:sp>
    </p:spTree>
    <p:extLst>
      <p:ext uri="{BB962C8B-B14F-4D97-AF65-F5344CB8AC3E}">
        <p14:creationId xmlns:p14="http://schemas.microsoft.com/office/powerpoint/2010/main" val="705784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7</a:t>
            </a:fld>
            <a:endParaRPr lang="en-US"/>
          </a:p>
        </p:txBody>
      </p:sp>
    </p:spTree>
    <p:extLst>
      <p:ext uri="{BB962C8B-B14F-4D97-AF65-F5344CB8AC3E}">
        <p14:creationId xmlns:p14="http://schemas.microsoft.com/office/powerpoint/2010/main" val="3221793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8</a:t>
            </a:fld>
            <a:endParaRPr lang="en-US"/>
          </a:p>
        </p:txBody>
      </p:sp>
    </p:spTree>
    <p:extLst>
      <p:ext uri="{BB962C8B-B14F-4D97-AF65-F5344CB8AC3E}">
        <p14:creationId xmlns:p14="http://schemas.microsoft.com/office/powerpoint/2010/main" val="1231772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chemeClr val="tx1"/>
                </a:solidFill>
                <a:latin typeface="+mn-lt"/>
              </a:rPr>
              <a:t>An FPT SOFTWARE PHILIPPINES CORP. </a:t>
            </a:r>
            <a:r>
              <a:rPr lang="en-US" sz="1200" dirty="0">
                <a:solidFill>
                  <a:schemeClr val="tx1"/>
                </a:solidFill>
                <a:latin typeface="+mn-lt"/>
              </a:rPr>
              <a:t>employee should:</a:t>
            </a:r>
          </a:p>
          <a:p>
            <a:pPr marL="571500" indent="-571500">
              <a:buFont typeface="Arial" panose="020B0604020202020204" pitchFamily="34" charset="0"/>
              <a:buChar char="•"/>
            </a:pPr>
            <a:r>
              <a:rPr lang="en-US" sz="1200" dirty="0">
                <a:solidFill>
                  <a:schemeClr val="tx1"/>
                </a:solidFill>
                <a:latin typeface="+mn-lt"/>
              </a:rPr>
              <a:t>Exercise corporate citizenship and FPT’s interest by conducting business affairs in fairness, honesty and in compliance with the law.</a:t>
            </a:r>
          </a:p>
          <a:p>
            <a:pPr marL="571500" indent="-571500">
              <a:buFont typeface="Arial" panose="020B0604020202020204" pitchFamily="34" charset="0"/>
              <a:buChar char="•"/>
            </a:pPr>
            <a:r>
              <a:rPr lang="en-US" sz="1200" dirty="0">
                <a:solidFill>
                  <a:schemeClr val="tx1"/>
                </a:solidFill>
                <a:latin typeface="+mn-lt"/>
              </a:rPr>
              <a:t>Protect with zeal and caution confidential knowledge or data on products, business strategies, processes, systems or other important information during or even after employment with FPT.</a:t>
            </a:r>
          </a:p>
          <a:p>
            <a:pPr marL="571500" indent="-571500">
              <a:buFont typeface="Arial" panose="020B0604020202020204" pitchFamily="34" charset="0"/>
              <a:buChar char="•"/>
            </a:pPr>
            <a:r>
              <a:rPr lang="en-US" sz="1200" dirty="0">
                <a:solidFill>
                  <a:schemeClr val="tx1"/>
                </a:solidFill>
                <a:latin typeface="+mn-lt"/>
              </a:rPr>
              <a:t>Uphold FPT’s interest and not grant undue personal favors, especially in the matters of awarding contracts or in hiring and similar activities.</a:t>
            </a:r>
          </a:p>
          <a:p>
            <a:pPr marL="571500" indent="-571500">
              <a:buFont typeface="Arial" panose="020B0604020202020204" pitchFamily="34" charset="0"/>
              <a:buChar char="•"/>
            </a:pPr>
            <a:r>
              <a:rPr lang="en-US" sz="1200" dirty="0">
                <a:solidFill>
                  <a:schemeClr val="tx1"/>
                </a:solidFill>
                <a:latin typeface="+mn-lt"/>
              </a:rPr>
              <a:t>Engage only in such private activities or businesses that are consistent with his responsibilities as an employee, and are not detrimental to the interest of FPT.</a:t>
            </a:r>
          </a:p>
          <a:p>
            <a:pPr marL="571500" indent="-571500">
              <a:buFont typeface="Arial" panose="020B0604020202020204" pitchFamily="34" charset="0"/>
              <a:buChar char="•"/>
            </a:pPr>
            <a:r>
              <a:rPr lang="en-US" sz="1200" dirty="0">
                <a:solidFill>
                  <a:schemeClr val="tx1"/>
                </a:solidFill>
                <a:latin typeface="+mn-lt"/>
              </a:rPr>
              <a:t>Exercise utmost discretion in accepting personal favors from individual or entities seeking or doing business with FPT and refuse any gift that might be considered as bribery of any form.</a:t>
            </a:r>
          </a:p>
          <a:p>
            <a:pPr marL="571500" indent="-571500">
              <a:buFont typeface="Arial" panose="020B0604020202020204" pitchFamily="34" charset="0"/>
              <a:buChar char="•"/>
            </a:pPr>
            <a:r>
              <a:rPr lang="en-US" sz="1200" dirty="0">
                <a:solidFill>
                  <a:schemeClr val="tx1"/>
                </a:solidFill>
                <a:latin typeface="+mn-lt"/>
              </a:rPr>
              <a:t>Utilize Company property, funds, equipment and time solely for the purpose required by FPT.</a:t>
            </a:r>
          </a:p>
          <a:p>
            <a:pPr marL="571500" indent="-571500">
              <a:buFont typeface="Arial" panose="020B0604020202020204" pitchFamily="34" charset="0"/>
              <a:buChar char="•"/>
            </a:pPr>
            <a:r>
              <a:rPr lang="en-US" sz="1200" dirty="0">
                <a:solidFill>
                  <a:schemeClr val="tx1"/>
                </a:solidFill>
                <a:latin typeface="+mn-lt"/>
              </a:rPr>
              <a:t>Exercise utmost caution in ensuring safety of employees and Company property.</a:t>
            </a:r>
          </a:p>
          <a:p>
            <a:pPr marL="571500" indent="-571500">
              <a:buFont typeface="Arial" panose="020B0604020202020204" pitchFamily="34" charset="0"/>
              <a:buChar char="•"/>
            </a:pPr>
            <a:r>
              <a:rPr lang="en-US" sz="1200" dirty="0">
                <a:solidFill>
                  <a:schemeClr val="tx1"/>
                </a:solidFill>
                <a:latin typeface="+mn-lt"/>
              </a:rPr>
              <a:t>Seek clearance from Management prior to engaging in outside work or assuming simultaneous positions in other companies.</a:t>
            </a:r>
          </a:p>
          <a:p>
            <a:pPr marL="571500" indent="-571500">
              <a:buFont typeface="Arial" panose="020B0604020202020204" pitchFamily="34" charset="0"/>
              <a:buChar char="•"/>
            </a:pPr>
            <a:r>
              <a:rPr lang="en-US" sz="1200" dirty="0">
                <a:solidFill>
                  <a:schemeClr val="tx1"/>
                </a:solidFill>
                <a:latin typeface="+mn-lt"/>
              </a:rPr>
              <a:t>Accept the responsibility to ensure that the Code of Ethics is being enforced and complied at all times.</a:t>
            </a:r>
          </a:p>
          <a:p>
            <a:pPr marL="571500" indent="-571500">
              <a:buFont typeface="Arial" panose="020B0604020202020204" pitchFamily="34" charset="0"/>
              <a:buChar char="•"/>
            </a:pPr>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9</a:t>
            </a:fld>
            <a:endParaRPr lang="en-US"/>
          </a:p>
        </p:txBody>
      </p:sp>
    </p:spTree>
    <p:extLst>
      <p:ext uri="{BB962C8B-B14F-4D97-AF65-F5344CB8AC3E}">
        <p14:creationId xmlns:p14="http://schemas.microsoft.com/office/powerpoint/2010/main" val="2384304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chemeClr val="tx1"/>
                </a:solidFill>
                <a:latin typeface="+mn-lt"/>
              </a:rPr>
              <a:t>An FPT SOFTWARE PHILIPPINES CORP. </a:t>
            </a:r>
            <a:r>
              <a:rPr lang="en-US" sz="1200" dirty="0">
                <a:solidFill>
                  <a:schemeClr val="tx1"/>
                </a:solidFill>
                <a:latin typeface="+mn-lt"/>
              </a:rPr>
              <a:t>employee should:</a:t>
            </a:r>
          </a:p>
          <a:p>
            <a:pPr marL="571500" indent="-571500">
              <a:buFont typeface="Arial" panose="020B0604020202020204" pitchFamily="34" charset="0"/>
              <a:buChar char="•"/>
            </a:pPr>
            <a:r>
              <a:rPr lang="en-US" sz="1200" dirty="0">
                <a:solidFill>
                  <a:schemeClr val="tx1"/>
                </a:solidFill>
                <a:latin typeface="+mn-lt"/>
              </a:rPr>
              <a:t>Exercise corporate citizenship and FPT’s interest by conducting business affairs in fairness, honesty and in compliance with the law.</a:t>
            </a:r>
          </a:p>
          <a:p>
            <a:pPr marL="571500" indent="-571500">
              <a:buFont typeface="Arial" panose="020B0604020202020204" pitchFamily="34" charset="0"/>
              <a:buChar char="•"/>
            </a:pPr>
            <a:r>
              <a:rPr lang="en-US" sz="1200" dirty="0">
                <a:solidFill>
                  <a:schemeClr val="tx1"/>
                </a:solidFill>
                <a:latin typeface="+mn-lt"/>
              </a:rPr>
              <a:t>Protect with zeal and caution confidential knowledge or data on products, business strategies, processes, systems or other important information during or even after employment with FPT.</a:t>
            </a:r>
          </a:p>
          <a:p>
            <a:pPr marL="571500" indent="-571500">
              <a:buFont typeface="Arial" panose="020B0604020202020204" pitchFamily="34" charset="0"/>
              <a:buChar char="•"/>
            </a:pPr>
            <a:r>
              <a:rPr lang="en-US" sz="1200" dirty="0">
                <a:solidFill>
                  <a:schemeClr val="tx1"/>
                </a:solidFill>
                <a:latin typeface="+mn-lt"/>
              </a:rPr>
              <a:t>Uphold FPT’s interest and not grant undue personal favors, especially in the matters of awarding contracts or in hiring and similar activities.</a:t>
            </a:r>
          </a:p>
          <a:p>
            <a:pPr marL="571500" indent="-571500">
              <a:buFont typeface="Arial" panose="020B0604020202020204" pitchFamily="34" charset="0"/>
              <a:buChar char="•"/>
            </a:pPr>
            <a:r>
              <a:rPr lang="en-US" sz="1200" dirty="0">
                <a:solidFill>
                  <a:schemeClr val="tx1"/>
                </a:solidFill>
                <a:latin typeface="+mn-lt"/>
              </a:rPr>
              <a:t>Engage only in such private activities or businesses that are consistent with his responsibilities as an employee, and are not detrimental to the interest of FPT.</a:t>
            </a:r>
          </a:p>
          <a:p>
            <a:pPr marL="571500" indent="-571500">
              <a:buFont typeface="Arial" panose="020B0604020202020204" pitchFamily="34" charset="0"/>
              <a:buChar char="•"/>
            </a:pPr>
            <a:r>
              <a:rPr lang="en-US" sz="1200" dirty="0">
                <a:solidFill>
                  <a:schemeClr val="tx1"/>
                </a:solidFill>
                <a:latin typeface="+mn-lt"/>
              </a:rPr>
              <a:t>Exercise utmost discretion in accepting personal favors from individual or entities seeking or doing business with FPT and refuse any gift that might be considered as bribery of any form.</a:t>
            </a:r>
          </a:p>
          <a:p>
            <a:pPr marL="571500" indent="-571500">
              <a:buFont typeface="Arial" panose="020B0604020202020204" pitchFamily="34" charset="0"/>
              <a:buChar char="•"/>
            </a:pPr>
            <a:r>
              <a:rPr lang="en-US" sz="1200" dirty="0">
                <a:solidFill>
                  <a:schemeClr val="tx1"/>
                </a:solidFill>
                <a:latin typeface="+mn-lt"/>
              </a:rPr>
              <a:t>Utilize Company property, funds, equipment and time solely for the purpose required by FPT.</a:t>
            </a:r>
          </a:p>
          <a:p>
            <a:pPr marL="571500" indent="-571500">
              <a:buFont typeface="Arial" panose="020B0604020202020204" pitchFamily="34" charset="0"/>
              <a:buChar char="•"/>
            </a:pPr>
            <a:r>
              <a:rPr lang="en-US" sz="1200" dirty="0">
                <a:solidFill>
                  <a:schemeClr val="tx1"/>
                </a:solidFill>
                <a:latin typeface="+mn-lt"/>
              </a:rPr>
              <a:t>Exercise utmost caution in ensuring safety of employees and Company property.</a:t>
            </a:r>
          </a:p>
          <a:p>
            <a:pPr marL="571500" indent="-571500">
              <a:buFont typeface="Arial" panose="020B0604020202020204" pitchFamily="34" charset="0"/>
              <a:buChar char="•"/>
            </a:pPr>
            <a:r>
              <a:rPr lang="en-US" sz="1200" dirty="0">
                <a:solidFill>
                  <a:schemeClr val="tx1"/>
                </a:solidFill>
                <a:latin typeface="+mn-lt"/>
              </a:rPr>
              <a:t>Seek clearance from Management prior to engaging in outside work or assuming simultaneous positions in other companies.</a:t>
            </a:r>
          </a:p>
          <a:p>
            <a:pPr marL="571500" indent="-571500">
              <a:buFont typeface="Arial" panose="020B0604020202020204" pitchFamily="34" charset="0"/>
              <a:buChar char="•"/>
            </a:pPr>
            <a:r>
              <a:rPr lang="en-US" sz="1200" dirty="0">
                <a:solidFill>
                  <a:schemeClr val="tx1"/>
                </a:solidFill>
                <a:latin typeface="+mn-lt"/>
              </a:rPr>
              <a:t>Accept the responsibility to ensure that the Code of Ethics is being enforced and complied at all times.</a:t>
            </a:r>
          </a:p>
          <a:p>
            <a:pPr marL="571500" indent="-571500">
              <a:buFont typeface="Arial" panose="020B0604020202020204" pitchFamily="34" charset="0"/>
              <a:buChar char="•"/>
            </a:pPr>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10</a:t>
            </a:fld>
            <a:endParaRPr lang="en-US"/>
          </a:p>
        </p:txBody>
      </p:sp>
    </p:spTree>
    <p:extLst>
      <p:ext uri="{BB962C8B-B14F-4D97-AF65-F5344CB8AC3E}">
        <p14:creationId xmlns:p14="http://schemas.microsoft.com/office/powerpoint/2010/main" val="3879968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1200" dirty="0"/>
              <a:t>Proper dress code should be observed inside the company premises during regular work hours. </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Employees engaged in wellness and sports programs are encouraged to change back to proper attire when going back to work. </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Wearing of Shorts and Slippers are not allowed within work premises. </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Employees, OJTs &amp; FPT-assigned contractors are required to dress appropriately when reporting for work. </a:t>
            </a:r>
          </a:p>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11</a:t>
            </a:fld>
            <a:endParaRPr lang="en-US"/>
          </a:p>
        </p:txBody>
      </p:sp>
    </p:spTree>
    <p:extLst>
      <p:ext uri="{BB962C8B-B14F-4D97-AF65-F5344CB8AC3E}">
        <p14:creationId xmlns:p14="http://schemas.microsoft.com/office/powerpoint/2010/main" val="2931433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Clr>
                <a:srgbClr val="F85B14"/>
              </a:buClr>
              <a:buFont typeface="Wingdings" panose="05000000000000000000" pitchFamily="2" charset="2"/>
              <a:buChar char="§"/>
              <a:defRPr/>
            </a:pPr>
            <a:r>
              <a:rPr lang="en-PH" sz="1200" dirty="0">
                <a:ea typeface="Tahoma" panose="020B0604030504040204" pitchFamily="34" charset="0"/>
                <a:cs typeface="Tahoma" panose="020B0604030504040204" pitchFamily="34" charset="0"/>
              </a:rPr>
              <a:t>Orange Mondays – every 1</a:t>
            </a:r>
            <a:r>
              <a:rPr lang="en-PH" sz="1200" baseline="30000" dirty="0">
                <a:ea typeface="Tahoma" panose="020B0604030504040204" pitchFamily="34" charset="0"/>
                <a:cs typeface="Tahoma" panose="020B0604030504040204" pitchFamily="34" charset="0"/>
              </a:rPr>
              <a:t>st</a:t>
            </a:r>
            <a:r>
              <a:rPr lang="en-PH" sz="1200" dirty="0">
                <a:ea typeface="Tahoma" panose="020B0604030504040204" pitchFamily="34" charset="0"/>
                <a:cs typeface="Tahoma" panose="020B0604030504040204" pitchFamily="34" charset="0"/>
              </a:rPr>
              <a:t> and 3</a:t>
            </a:r>
            <a:r>
              <a:rPr lang="en-PH" sz="1200" baseline="30000" dirty="0">
                <a:ea typeface="Tahoma" panose="020B0604030504040204" pitchFamily="34" charset="0"/>
                <a:cs typeface="Tahoma" panose="020B0604030504040204" pitchFamily="34" charset="0"/>
              </a:rPr>
              <a:t>rd</a:t>
            </a:r>
            <a:r>
              <a:rPr lang="en-PH" sz="1200" dirty="0">
                <a:ea typeface="Tahoma" panose="020B0604030504040204" pitchFamily="34" charset="0"/>
                <a:cs typeface="Tahoma" panose="020B0604030504040204" pitchFamily="34" charset="0"/>
              </a:rPr>
              <a:t> Monday of the month (encouraged)</a:t>
            </a:r>
          </a:p>
          <a:p>
            <a:pPr marL="285750" indent="-285750">
              <a:buClr>
                <a:srgbClr val="F85B14"/>
              </a:buClr>
              <a:buFont typeface="Wingdings" panose="05000000000000000000" pitchFamily="2" charset="2"/>
              <a:buChar char="§"/>
              <a:defRPr/>
            </a:pPr>
            <a:endParaRPr lang="en-PH" sz="1200" dirty="0">
              <a:ea typeface="Tahoma" panose="020B0604030504040204" pitchFamily="34" charset="0"/>
              <a:cs typeface="Tahoma" panose="020B0604030504040204" pitchFamily="34" charset="0"/>
            </a:endParaRPr>
          </a:p>
          <a:p>
            <a:pPr marL="285750" indent="-285750">
              <a:buClr>
                <a:srgbClr val="F85B14"/>
              </a:buClr>
              <a:buFont typeface="Wingdings" panose="05000000000000000000" pitchFamily="2" charset="2"/>
              <a:buChar char="§"/>
              <a:defRPr/>
            </a:pPr>
            <a:r>
              <a:rPr lang="en-PH" sz="1200" dirty="0">
                <a:ea typeface="Tahoma" panose="020B0604030504040204" pitchFamily="34" charset="0"/>
                <a:cs typeface="Tahoma" panose="020B0604030504040204" pitchFamily="34" charset="0"/>
              </a:rPr>
              <a:t>Client Visits – need to wear Orange shirts</a:t>
            </a:r>
          </a:p>
          <a:p>
            <a:pPr marL="285750" indent="-285750">
              <a:buClr>
                <a:srgbClr val="F85B14"/>
              </a:buClr>
              <a:buFont typeface="Wingdings" panose="05000000000000000000" pitchFamily="2" charset="2"/>
              <a:buChar char="§"/>
              <a:defRPr/>
            </a:pPr>
            <a:endParaRPr lang="en-PH" sz="1200" dirty="0">
              <a:ea typeface="Tahoma" panose="020B0604030504040204" pitchFamily="34" charset="0"/>
              <a:cs typeface="Tahoma" panose="020B0604030504040204" pitchFamily="34" charset="0"/>
            </a:endParaRPr>
          </a:p>
          <a:p>
            <a:pPr marL="285750" indent="-285750">
              <a:buClr>
                <a:srgbClr val="F85B14"/>
              </a:buClr>
              <a:buFont typeface="Wingdings" panose="05000000000000000000" pitchFamily="2" charset="2"/>
              <a:buChar char="§"/>
              <a:defRPr/>
            </a:pPr>
            <a:r>
              <a:rPr lang="en-PH" sz="1200" dirty="0">
                <a:ea typeface="Tahoma" panose="020B0604030504040204" pitchFamily="34" charset="0"/>
                <a:cs typeface="Tahoma" panose="020B0604030504040204" pitchFamily="34" charset="0"/>
              </a:rPr>
              <a:t>Dress down Fridays – can wear shorts but still no slippers</a:t>
            </a:r>
          </a:p>
          <a:p>
            <a:pPr marL="285750" indent="-285750">
              <a:buClr>
                <a:srgbClr val="F85B14"/>
              </a:buClr>
              <a:buFont typeface="Wingdings" panose="05000000000000000000" pitchFamily="2" charset="2"/>
              <a:buChar char="§"/>
              <a:defRPr/>
            </a:pPr>
            <a:endParaRPr lang="en-PH" sz="1200" dirty="0">
              <a:ea typeface="Tahoma" panose="020B0604030504040204" pitchFamily="34" charset="0"/>
              <a:cs typeface="Tahoma" panose="020B0604030504040204" pitchFamily="34" charset="0"/>
            </a:endParaRPr>
          </a:p>
          <a:p>
            <a:pPr marL="285750" indent="-285750">
              <a:buClr>
                <a:srgbClr val="F85B14"/>
              </a:buClr>
              <a:buFont typeface="Wingdings" panose="05000000000000000000" pitchFamily="2" charset="2"/>
              <a:buChar char="§"/>
              <a:defRPr/>
            </a:pPr>
            <a:r>
              <a:rPr lang="en-PH" sz="1200" dirty="0">
                <a:ea typeface="Tahoma" panose="020B0604030504040204" pitchFamily="34" charset="0"/>
                <a:cs typeface="Tahoma" panose="020B0604030504040204" pitchFamily="34" charset="0"/>
              </a:rPr>
              <a:t>If client visit falls on a Friday, client visit policy applies </a:t>
            </a:r>
          </a:p>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12</a:t>
            </a:fld>
            <a:endParaRPr lang="en-US"/>
          </a:p>
        </p:txBody>
      </p:sp>
    </p:spTree>
    <p:extLst>
      <p:ext uri="{BB962C8B-B14F-4D97-AF65-F5344CB8AC3E}">
        <p14:creationId xmlns:p14="http://schemas.microsoft.com/office/powerpoint/2010/main" val="1404959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13</a:t>
            </a:fld>
            <a:endParaRPr lang="en-US"/>
          </a:p>
        </p:txBody>
      </p:sp>
    </p:spTree>
    <p:extLst>
      <p:ext uri="{BB962C8B-B14F-4D97-AF65-F5344CB8AC3E}">
        <p14:creationId xmlns:p14="http://schemas.microsoft.com/office/powerpoint/2010/main" val="3438718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8.0  </a:t>
            </a:r>
            <a:r>
              <a:rPr lang="en-US" sz="1200" b="1" u="sng" kern="1200" dirty="0">
                <a:solidFill>
                  <a:schemeClr val="tx1"/>
                </a:solidFill>
                <a:effectLst/>
                <a:latin typeface="+mn-lt"/>
                <a:ea typeface="+mn-ea"/>
                <a:cs typeface="+mn-cs"/>
              </a:rPr>
              <a:t>BASIC DISCIPLINARY MANAGEMENT</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key to effective disciplinary management is to carefully and objectively scrutinize each case/incident report as well as ensure that you have all the facts and evidence relevant to the case. Should you have sufficient information, these then must be evaluated based on existing company policies and the FPT Code of Employee Discipline. Under our labor laws, due process must be observed in all disciplinary and /or termination cases. </a:t>
            </a:r>
            <a:endParaRPr lang="en-PH" sz="1200"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8.1  </a:t>
            </a:r>
            <a:r>
              <a:rPr lang="en-US" sz="1200" b="1" u="sng" kern="1200" dirty="0">
                <a:solidFill>
                  <a:schemeClr val="tx1"/>
                </a:solidFill>
                <a:effectLst/>
                <a:latin typeface="+mn-lt"/>
                <a:ea typeface="+mn-ea"/>
                <a:cs typeface="+mn-cs"/>
              </a:rPr>
              <a:t>DISCIPLINARY MANAGEMENT PROCESS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pertains to a process for dealing with job-related behavior that does not meet expected and communicated performance standards. The purpose herewith is to assist the employee to understand that a performance problem or opportunity for improvement exists.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14</a:t>
            </a:fld>
            <a:endParaRPr lang="en-US"/>
          </a:p>
        </p:txBody>
      </p:sp>
    </p:spTree>
    <p:extLst>
      <p:ext uri="{BB962C8B-B14F-4D97-AF65-F5344CB8AC3E}">
        <p14:creationId xmlns:p14="http://schemas.microsoft.com/office/powerpoint/2010/main" val="2154918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Due process, in relation to employment termination proceedings, is composed of two aspects. One, there must be a just or authorized cause for the dismissal or any administrative disciplinary </a:t>
            </a:r>
            <a:r>
              <a:rPr lang="en-US" sz="1200" b="0" i="0" kern="1200" dirty="0" err="1">
                <a:solidFill>
                  <a:schemeClr val="tx1"/>
                </a:solidFill>
                <a:effectLst/>
                <a:latin typeface="+mn-lt"/>
                <a:ea typeface="+mn-ea"/>
                <a:cs typeface="+mn-cs"/>
              </a:rPr>
              <a:t>acton</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3"/>
              </a:rPr>
              <a:t>substantive due process</a:t>
            </a:r>
            <a:r>
              <a:rPr lang="en-US" sz="1200" b="0" i="0" kern="1200" dirty="0">
                <a:solidFill>
                  <a:schemeClr val="tx1"/>
                </a:solidFill>
                <a:effectLst/>
                <a:latin typeface="+mn-lt"/>
                <a:ea typeface="+mn-ea"/>
                <a:cs typeface="+mn-cs"/>
              </a:rPr>
              <a:t>). Two, the requirements of </a:t>
            </a:r>
            <a:r>
              <a:rPr lang="en-US" sz="1200" b="0" i="0" u="none" strike="noStrike" kern="1200" dirty="0">
                <a:solidFill>
                  <a:schemeClr val="tx1"/>
                </a:solidFill>
                <a:effectLst/>
                <a:latin typeface="+mn-lt"/>
                <a:ea typeface="+mn-ea"/>
                <a:cs typeface="+mn-cs"/>
                <a:hlinkClick r:id="rId4"/>
              </a:rPr>
              <a:t>procedural due process</a:t>
            </a:r>
            <a:r>
              <a:rPr lang="en-US" sz="1200" b="0" i="0" kern="1200" dirty="0">
                <a:solidFill>
                  <a:schemeClr val="tx1"/>
                </a:solidFill>
                <a:effectLst/>
                <a:latin typeface="+mn-lt"/>
                <a:ea typeface="+mn-ea"/>
                <a:cs typeface="+mn-cs"/>
              </a:rPr>
              <a:t> must be complied with. The separate procedural due process requirements for just causes and authorized causes for employment termination are discussed below.</a:t>
            </a:r>
          </a:p>
          <a:p>
            <a:pPr fontAlgn="base"/>
            <a:r>
              <a:rPr lang="en-US" b="1" dirty="0">
                <a:effectLst/>
              </a:rPr>
              <a:t>Just causes</a:t>
            </a:r>
            <a:r>
              <a:rPr lang="en-US" b="0" dirty="0">
                <a:effectLst/>
              </a:rPr>
              <a:t>:</a:t>
            </a:r>
            <a:br>
              <a:rPr lang="en-US" b="0" dirty="0">
                <a:effectLst/>
              </a:rPr>
            </a:br>
            <a:r>
              <a:rPr lang="en-US" b="0" dirty="0">
                <a:effectLst/>
              </a:rPr>
              <a:t>* 1. </a:t>
            </a:r>
            <a:r>
              <a:rPr lang="en-US" sz="1200" b="0" u="none" strike="noStrike" kern="1200" dirty="0">
                <a:solidFill>
                  <a:schemeClr val="tx1"/>
                </a:solidFill>
                <a:effectLst/>
                <a:latin typeface="+mn-lt"/>
                <a:ea typeface="+mn-ea"/>
                <a:cs typeface="+mn-cs"/>
                <a:hlinkClick r:id="rId5"/>
              </a:rPr>
              <a:t>Serious misconduct</a:t>
            </a:r>
            <a:br>
              <a:rPr lang="en-US" b="0" dirty="0">
                <a:effectLst/>
              </a:rPr>
            </a:br>
            <a:r>
              <a:rPr lang="en-US" b="0" dirty="0">
                <a:effectLst/>
              </a:rPr>
              <a:t>* 2. </a:t>
            </a:r>
            <a:r>
              <a:rPr lang="en-US" sz="1200" b="0" u="none" strike="noStrike" kern="1200" dirty="0">
                <a:solidFill>
                  <a:schemeClr val="tx1"/>
                </a:solidFill>
                <a:effectLst/>
                <a:latin typeface="+mn-lt"/>
                <a:ea typeface="+mn-ea"/>
                <a:cs typeface="+mn-cs"/>
                <a:hlinkClick r:id="rId6"/>
              </a:rPr>
              <a:t>Willful disobedience or insubordination</a:t>
            </a:r>
            <a:br>
              <a:rPr lang="en-US" b="0" dirty="0">
                <a:effectLst/>
              </a:rPr>
            </a:br>
            <a:r>
              <a:rPr lang="en-US" b="0" dirty="0">
                <a:effectLst/>
              </a:rPr>
              <a:t>* 3. </a:t>
            </a:r>
            <a:r>
              <a:rPr lang="en-US" sz="1200" b="0" u="none" strike="noStrike" kern="1200" dirty="0">
                <a:solidFill>
                  <a:schemeClr val="tx1"/>
                </a:solidFill>
                <a:effectLst/>
                <a:latin typeface="+mn-lt"/>
                <a:ea typeface="+mn-ea"/>
                <a:cs typeface="+mn-cs"/>
                <a:hlinkClick r:id="rId7"/>
              </a:rPr>
              <a:t>Gross and habitual neglect of duties</a:t>
            </a:r>
            <a:br>
              <a:rPr lang="en-US" b="0" dirty="0">
                <a:effectLst/>
              </a:rPr>
            </a:br>
            <a:r>
              <a:rPr lang="en-US" b="0" dirty="0">
                <a:effectLst/>
              </a:rPr>
              <a:t>* 4. </a:t>
            </a:r>
            <a:r>
              <a:rPr lang="en-US" sz="1200" b="0" u="none" strike="noStrike" kern="1200" dirty="0">
                <a:solidFill>
                  <a:schemeClr val="tx1"/>
                </a:solidFill>
                <a:effectLst/>
                <a:latin typeface="+mn-lt"/>
                <a:ea typeface="+mn-ea"/>
                <a:cs typeface="+mn-cs"/>
                <a:hlinkClick r:id="rId8"/>
              </a:rPr>
              <a:t>Fraud or willful breach of trust</a:t>
            </a:r>
            <a:br>
              <a:rPr lang="en-US" b="0" dirty="0">
                <a:effectLst/>
              </a:rPr>
            </a:br>
            <a:r>
              <a:rPr lang="en-US" b="0" dirty="0">
                <a:effectLst/>
              </a:rPr>
              <a:t>* 5. </a:t>
            </a:r>
            <a:r>
              <a:rPr lang="en-US" sz="1200" b="0" u="none" strike="noStrike" kern="1200" dirty="0">
                <a:solidFill>
                  <a:schemeClr val="tx1"/>
                </a:solidFill>
                <a:effectLst/>
                <a:latin typeface="+mn-lt"/>
                <a:ea typeface="+mn-ea"/>
                <a:cs typeface="+mn-cs"/>
                <a:hlinkClick r:id="rId9"/>
              </a:rPr>
              <a:t>Loss of trust and confidence</a:t>
            </a:r>
            <a:br>
              <a:rPr lang="en-US" b="0" dirty="0">
                <a:effectLst/>
              </a:rPr>
            </a:br>
            <a:r>
              <a:rPr lang="en-US" b="0" dirty="0">
                <a:effectLst/>
              </a:rPr>
              <a:t>* 6. </a:t>
            </a:r>
            <a:r>
              <a:rPr lang="en-US" sz="1200" b="0" u="none" strike="noStrike" kern="1200" dirty="0">
                <a:solidFill>
                  <a:schemeClr val="tx1"/>
                </a:solidFill>
                <a:effectLst/>
                <a:latin typeface="+mn-lt"/>
                <a:ea typeface="+mn-ea"/>
                <a:cs typeface="+mn-cs"/>
                <a:hlinkClick r:id="rId10"/>
              </a:rPr>
              <a:t>Commission of a crime or offense</a:t>
            </a:r>
            <a:br>
              <a:rPr lang="en-US" b="0" dirty="0">
                <a:effectLst/>
              </a:rPr>
            </a:br>
            <a:r>
              <a:rPr lang="en-US" b="0" dirty="0">
                <a:effectLst/>
              </a:rPr>
              <a:t>* 7. </a:t>
            </a:r>
            <a:r>
              <a:rPr lang="en-US" sz="1200" b="0" u="none" strike="noStrike" kern="1200" dirty="0">
                <a:solidFill>
                  <a:schemeClr val="tx1"/>
                </a:solidFill>
                <a:effectLst/>
                <a:latin typeface="+mn-lt"/>
                <a:ea typeface="+mn-ea"/>
                <a:cs typeface="+mn-cs"/>
                <a:hlinkClick r:id="rId11"/>
              </a:rPr>
              <a:t>Analogous causes</a:t>
            </a:r>
            <a:r>
              <a:rPr lang="en-US" b="0" dirty="0">
                <a:effectLst/>
              </a:rPr>
              <a:t> </a:t>
            </a:r>
            <a:r>
              <a:rPr lang="en-US" b="1" dirty="0">
                <a:effectLst/>
              </a:rPr>
              <a:t>Authorized causes:</a:t>
            </a:r>
            <a:br>
              <a:rPr lang="en-US" b="0" dirty="0">
                <a:effectLst/>
              </a:rPr>
            </a:br>
            <a:r>
              <a:rPr lang="en-US" b="0" dirty="0">
                <a:effectLst/>
              </a:rPr>
              <a:t>* 1. </a:t>
            </a:r>
            <a:r>
              <a:rPr lang="en-US" sz="1200" b="0" u="none" strike="noStrike" kern="1200" dirty="0">
                <a:solidFill>
                  <a:schemeClr val="tx1"/>
                </a:solidFill>
                <a:effectLst/>
                <a:latin typeface="+mn-lt"/>
                <a:ea typeface="+mn-ea"/>
                <a:cs typeface="+mn-cs"/>
                <a:hlinkClick r:id="rId12"/>
              </a:rPr>
              <a:t>Installation of labor-saving devices</a:t>
            </a:r>
            <a:br>
              <a:rPr lang="en-US" b="0" dirty="0">
                <a:effectLst/>
              </a:rPr>
            </a:br>
            <a:r>
              <a:rPr lang="en-US" b="0" dirty="0">
                <a:effectLst/>
              </a:rPr>
              <a:t>* 2. </a:t>
            </a:r>
            <a:r>
              <a:rPr lang="en-US" sz="1200" b="0" u="none" strike="noStrike" kern="1200" dirty="0">
                <a:solidFill>
                  <a:schemeClr val="tx1"/>
                </a:solidFill>
                <a:effectLst/>
                <a:latin typeface="+mn-lt"/>
                <a:ea typeface="+mn-ea"/>
                <a:cs typeface="+mn-cs"/>
                <a:hlinkClick r:id="rId13"/>
              </a:rPr>
              <a:t>Redundancy</a:t>
            </a:r>
            <a:br>
              <a:rPr lang="en-US" b="0" dirty="0">
                <a:effectLst/>
              </a:rPr>
            </a:br>
            <a:r>
              <a:rPr lang="en-US" b="0" dirty="0">
                <a:effectLst/>
              </a:rPr>
              <a:t>* 3. </a:t>
            </a:r>
            <a:r>
              <a:rPr lang="en-US" sz="1200" b="0" u="none" strike="noStrike" kern="1200" dirty="0">
                <a:solidFill>
                  <a:schemeClr val="tx1"/>
                </a:solidFill>
                <a:effectLst/>
                <a:latin typeface="+mn-lt"/>
                <a:ea typeface="+mn-ea"/>
                <a:cs typeface="+mn-cs"/>
                <a:hlinkClick r:id="rId14"/>
              </a:rPr>
              <a:t>Retrenchment or downsizing</a:t>
            </a:r>
            <a:br>
              <a:rPr lang="en-US" b="0" dirty="0">
                <a:effectLst/>
              </a:rPr>
            </a:br>
            <a:r>
              <a:rPr lang="en-US" b="0" dirty="0">
                <a:effectLst/>
              </a:rPr>
              <a:t>* 4. </a:t>
            </a:r>
            <a:r>
              <a:rPr lang="en-US" sz="1200" b="0" u="none" strike="noStrike" kern="1200" dirty="0">
                <a:solidFill>
                  <a:schemeClr val="tx1"/>
                </a:solidFill>
                <a:effectLst/>
                <a:latin typeface="+mn-lt"/>
                <a:ea typeface="+mn-ea"/>
                <a:cs typeface="+mn-cs"/>
                <a:hlinkClick r:id="rId15"/>
              </a:rPr>
              <a:t>Closure or Cessation of Operation</a:t>
            </a:r>
            <a:br>
              <a:rPr lang="en-US" b="0" dirty="0">
                <a:effectLst/>
              </a:rPr>
            </a:br>
            <a:r>
              <a:rPr lang="en-US" b="0" dirty="0">
                <a:effectLst/>
              </a:rPr>
              <a:t>* 5. </a:t>
            </a:r>
            <a:r>
              <a:rPr lang="en-US" sz="1200" b="0" u="none" strike="noStrike" kern="1200" dirty="0">
                <a:solidFill>
                  <a:schemeClr val="tx1"/>
                </a:solidFill>
                <a:effectLst/>
                <a:latin typeface="+mn-lt"/>
                <a:ea typeface="+mn-ea"/>
                <a:cs typeface="+mn-cs"/>
                <a:hlinkClick r:id="rId16"/>
              </a:rPr>
              <a:t>Disease</a:t>
            </a:r>
            <a:r>
              <a:rPr lang="en-US" b="0" dirty="0">
                <a:effectLst/>
              </a:rPr>
              <a:t> </a:t>
            </a:r>
            <a:r>
              <a:rPr lang="en-US" sz="1200" b="1" i="0" kern="1200" dirty="0">
                <a:solidFill>
                  <a:schemeClr val="tx1"/>
                </a:solidFill>
                <a:effectLst/>
                <a:latin typeface="+mn-lt"/>
                <a:ea typeface="+mn-ea"/>
                <a:cs typeface="+mn-cs"/>
              </a:rPr>
              <a:t>DUE PROCESS IN AUTHORIZED CAUSES</a:t>
            </a:r>
          </a:p>
          <a:p>
            <a:pPr fontAlgn="base"/>
            <a:r>
              <a:rPr lang="en-US" sz="1200" b="0" i="0" kern="1200" dirty="0">
                <a:solidFill>
                  <a:schemeClr val="tx1"/>
                </a:solidFill>
                <a:effectLst/>
                <a:latin typeface="+mn-lt"/>
                <a:ea typeface="+mn-ea"/>
                <a:cs typeface="+mn-cs"/>
              </a:rPr>
              <a:t>The requirements of procedural due process depend on the ground relied upon for the dismissal. For </a:t>
            </a:r>
            <a:r>
              <a:rPr lang="en-US" sz="1200" b="0" i="0" u="sng" kern="1200" dirty="0">
                <a:solidFill>
                  <a:schemeClr val="tx1"/>
                </a:solidFill>
                <a:effectLst/>
                <a:latin typeface="+mn-lt"/>
                <a:ea typeface="+mn-ea"/>
                <a:cs typeface="+mn-cs"/>
              </a:rPr>
              <a:t>authorized causes</a:t>
            </a:r>
            <a:r>
              <a:rPr lang="en-US" sz="1200" b="0" i="0" kern="1200" dirty="0">
                <a:solidFill>
                  <a:schemeClr val="tx1"/>
                </a:solidFill>
                <a:effectLst/>
                <a:latin typeface="+mn-lt"/>
                <a:ea typeface="+mn-ea"/>
                <a:cs typeface="+mn-cs"/>
              </a:rPr>
              <a:t>, due process requires the service of a written notice to both the employee and the appropriate Regional Office of the Department of Labor and Employment (DOLE) </a:t>
            </a:r>
            <a:r>
              <a:rPr lang="en-US" sz="1200" b="1" i="0" kern="1200" dirty="0">
                <a:solidFill>
                  <a:schemeClr val="tx1"/>
                </a:solidFill>
                <a:effectLst/>
                <a:latin typeface="+mn-lt"/>
                <a:ea typeface="+mn-ea"/>
                <a:cs typeface="+mn-cs"/>
              </a:rPr>
              <a:t>at least thirty (30) days</a:t>
            </a:r>
            <a:r>
              <a:rPr lang="en-US" sz="1200" b="0" i="0" kern="1200" dirty="0">
                <a:solidFill>
                  <a:schemeClr val="tx1"/>
                </a:solidFill>
                <a:effectLst/>
                <a:latin typeface="+mn-lt"/>
                <a:ea typeface="+mn-ea"/>
                <a:cs typeface="+mn-cs"/>
              </a:rPr>
              <a:t> before the effectivity of the termination, specifying the ground or grounds for termination. </a:t>
            </a:r>
          </a:p>
          <a:p>
            <a:pPr fontAlgn="base"/>
            <a:r>
              <a:rPr lang="en-US" sz="1200" b="0" i="0" kern="1200" dirty="0">
                <a:solidFill>
                  <a:schemeClr val="tx1"/>
                </a:solidFill>
                <a:effectLst/>
                <a:latin typeface="+mn-lt"/>
                <a:ea typeface="+mn-ea"/>
                <a:cs typeface="+mn-cs"/>
              </a:rPr>
              <a:t>For just causes of termination, procedural due process requires two written notices and an ample opportunity to be heard.</a:t>
            </a:r>
          </a:p>
          <a:p>
            <a:pPr fontAlgn="base"/>
            <a:r>
              <a:rPr lang="en-US" sz="1200" b="1" i="0" kern="1200" dirty="0">
                <a:solidFill>
                  <a:schemeClr val="tx1"/>
                </a:solidFill>
                <a:effectLst/>
                <a:latin typeface="+mn-lt"/>
                <a:ea typeface="+mn-ea"/>
                <a:cs typeface="+mn-cs"/>
              </a:rPr>
              <a:t>DUE PROCESS IN JUST CAUSES</a:t>
            </a:r>
          </a:p>
          <a:p>
            <a:pPr fontAlgn="base"/>
            <a:r>
              <a:rPr lang="en-US" sz="1200" b="0" i="0" kern="1200" dirty="0">
                <a:solidFill>
                  <a:schemeClr val="tx1"/>
                </a:solidFill>
                <a:effectLst/>
                <a:latin typeface="+mn-lt"/>
                <a:ea typeface="+mn-ea"/>
                <a:cs typeface="+mn-cs"/>
              </a:rPr>
              <a:t>There are two written notices that must be complied with in order for a dismissal, based on just cause, to be valid. Note that “valid dismissal” is used in a general context, as the failure to comply with the requirements of procedural due process does not make the dismissal “illegal,” but entitles the employee to the payment of damages (discussed in a separate post). It is also important to emphasize that the twin notices must be WRITTEN. A verbal notice is equivalent to no notice. </a:t>
            </a:r>
          </a:p>
          <a:p>
            <a:pPr fontAlgn="base"/>
            <a:r>
              <a:rPr lang="en-US" sz="1200" b="1" i="0" kern="1200" dirty="0">
                <a:solidFill>
                  <a:schemeClr val="tx1"/>
                </a:solidFill>
                <a:effectLst/>
                <a:latin typeface="+mn-lt"/>
                <a:ea typeface="+mn-ea"/>
                <a:cs typeface="+mn-cs"/>
              </a:rPr>
              <a:t>(a) </a:t>
            </a:r>
            <a:r>
              <a:rPr lang="en-US" sz="1200" b="1" i="0" u="sng" kern="1200" dirty="0">
                <a:solidFill>
                  <a:schemeClr val="tx1"/>
                </a:solidFill>
                <a:effectLst/>
                <a:latin typeface="+mn-lt"/>
                <a:ea typeface="+mn-ea"/>
                <a:cs typeface="+mn-cs"/>
              </a:rPr>
              <a:t>FIRST WRITTEN NOTICE</a:t>
            </a:r>
            <a:r>
              <a:rPr lang="en-US" sz="1200" b="0" i="0" kern="1200" dirty="0">
                <a:solidFill>
                  <a:schemeClr val="tx1"/>
                </a:solidFill>
                <a:effectLst/>
                <a:latin typeface="+mn-lt"/>
                <a:ea typeface="+mn-ea"/>
                <a:cs typeface="+mn-cs"/>
              </a:rPr>
              <a:t>. The first written notice should contain:</a:t>
            </a:r>
          </a:p>
          <a:p>
            <a:pPr fontAlgn="base"/>
            <a:r>
              <a:rPr lang="en-US" sz="1200" b="0" i="0" kern="1200" dirty="0">
                <a:solidFill>
                  <a:schemeClr val="tx1"/>
                </a:solidFill>
                <a:effectLst/>
                <a:latin typeface="+mn-lt"/>
                <a:ea typeface="+mn-ea"/>
                <a:cs typeface="+mn-cs"/>
              </a:rPr>
              <a:t>1. The specific causes or grounds for termination as provided for under Article 297 of the Labor Code, as amended, and company policies, if any;</a:t>
            </a:r>
          </a:p>
          <a:p>
            <a:pPr fontAlgn="base"/>
            <a:r>
              <a:rPr lang="en-US" sz="1200" b="0" i="0" kern="1200" dirty="0">
                <a:solidFill>
                  <a:schemeClr val="tx1"/>
                </a:solidFill>
                <a:effectLst/>
                <a:latin typeface="+mn-lt"/>
                <a:ea typeface="+mn-ea"/>
                <a:cs typeface="+mn-cs"/>
              </a:rPr>
              <a:t>2. Detailed narration of the facts and circumstances that will serve as basis for the charge against the employee. A general description of the charge will not suffice; and </a:t>
            </a:r>
          </a:p>
          <a:p>
            <a:pPr fontAlgn="base"/>
            <a:r>
              <a:rPr lang="en-US" sz="1200" b="0" i="0" kern="1200" dirty="0">
                <a:solidFill>
                  <a:schemeClr val="tx1"/>
                </a:solidFill>
                <a:effectLst/>
                <a:latin typeface="+mn-lt"/>
                <a:ea typeface="+mn-ea"/>
                <a:cs typeface="+mn-cs"/>
              </a:rPr>
              <a:t>3. A directive that the employee is given opportunity to submit a written explanation within a reasonable period. </a:t>
            </a:r>
          </a:p>
          <a:p>
            <a:pPr fontAlgn="base"/>
            <a:r>
              <a:rPr lang="en-US" sz="1200" b="0" i="0" kern="1200" dirty="0">
                <a:solidFill>
                  <a:schemeClr val="tx1"/>
                </a:solidFill>
                <a:effectLst/>
                <a:latin typeface="+mn-lt"/>
                <a:ea typeface="+mn-ea"/>
                <a:cs typeface="+mn-cs"/>
              </a:rPr>
              <a:t>“Reasonable period” should be construed as a period of at least five (5) calendar days from receipt of the notice to give the employee an opportunity to study the accusation, consult or be represented by a lawyer or union officer, gather data and evidence, and decide on the defenses against the complaint.</a:t>
            </a:r>
          </a:p>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15</a:t>
            </a:fld>
            <a:endParaRPr lang="en-US"/>
          </a:p>
        </p:txBody>
      </p:sp>
    </p:spTree>
    <p:extLst>
      <p:ext uri="{BB962C8B-B14F-4D97-AF65-F5344CB8AC3E}">
        <p14:creationId xmlns:p14="http://schemas.microsoft.com/office/powerpoint/2010/main" val="2554709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kern="1200" dirty="0">
                <a:solidFill>
                  <a:schemeClr val="tx1"/>
                </a:solidFill>
                <a:effectLst/>
                <a:latin typeface="+mn-lt"/>
                <a:ea typeface="+mn-ea"/>
                <a:cs typeface="+mn-cs"/>
              </a:rPr>
              <a:t>8.5 PROGRESSIVE DISCIPLINE</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FPT’s obligation to ensure that in disciplinary action cases, all employees are afforded fair and ample opportunity to be heard based on the established principles and proceedings of the Code.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FPT SOFTWARE PHILIPPINES CORP Disciplinary Management enforces the Progressive Discipline where </a:t>
            </a:r>
            <a:r>
              <a:rPr lang="en-GB" sz="1200" kern="1200" dirty="0">
                <a:solidFill>
                  <a:schemeClr val="tx1"/>
                </a:solidFill>
                <a:effectLst/>
                <a:latin typeface="+mn-lt"/>
                <a:ea typeface="+mn-ea"/>
                <a:cs typeface="+mn-cs"/>
              </a:rPr>
              <a:t>disciplinary action is imposed in progressively increasing weight, after he has been given the opportunity to be heard or after due process. </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Progressive Discipline</a:t>
            </a:r>
            <a:r>
              <a:rPr lang="en-US" sz="1200" kern="1200" dirty="0">
                <a:solidFill>
                  <a:schemeClr val="tx1"/>
                </a:solidFill>
                <a:effectLst/>
                <a:latin typeface="+mn-lt"/>
                <a:ea typeface="+mn-ea"/>
                <a:cs typeface="+mn-cs"/>
              </a:rPr>
              <a:t> is a system of discipline where the penalties increase upon repeat occurrences. The stage chosen for a particular infraction will depend on a variety of factors that include the severity of the infraction, the previous work history of the employee and how the choice will affect others in the organization.</a:t>
            </a:r>
            <a:endParaRPr lang="en-PH"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Progressive disciplinary action may be applied in the following forms:</a:t>
            </a:r>
          </a:p>
          <a:p>
            <a:pPr lvl="0"/>
            <a:endParaRPr lang="en-PH" sz="1200" kern="1200" dirty="0">
              <a:solidFill>
                <a:schemeClr val="tx1"/>
              </a:solidFill>
              <a:effectLst/>
              <a:latin typeface="+mn-lt"/>
              <a:ea typeface="+mn-ea"/>
              <a:cs typeface="+mn-cs"/>
            </a:endParaRPr>
          </a:p>
          <a:p>
            <a:pPr lvl="1"/>
            <a:r>
              <a:rPr lang="en-US" sz="1200" u="sng" kern="1200" dirty="0">
                <a:solidFill>
                  <a:schemeClr val="tx1"/>
                </a:solidFill>
                <a:effectLst/>
                <a:latin typeface="+mn-lt"/>
                <a:ea typeface="+mn-ea"/>
                <a:cs typeface="+mn-cs"/>
              </a:rPr>
              <a:t>Written Warning</a:t>
            </a:r>
            <a:r>
              <a:rPr lang="en-US" sz="1200" kern="1200" dirty="0">
                <a:solidFill>
                  <a:schemeClr val="tx1"/>
                </a:solidFill>
                <a:effectLst/>
                <a:latin typeface="+mn-lt"/>
                <a:ea typeface="+mn-ea"/>
                <a:cs typeface="+mn-cs"/>
              </a:rPr>
              <a:t> – serves as a written notice to the employee that the repetition of the same offense shall result in a heavier penalty such as suspension or dismissal. Supporting documents or report of the violation must be attached to the disciplinary action form.</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pPr lvl="1"/>
            <a:r>
              <a:rPr lang="en-US" sz="1200" u="sng" kern="1200" dirty="0">
                <a:solidFill>
                  <a:schemeClr val="tx1"/>
                </a:solidFill>
                <a:effectLst/>
                <a:latin typeface="+mn-lt"/>
                <a:ea typeface="+mn-ea"/>
                <a:cs typeface="+mn-cs"/>
              </a:rPr>
              <a:t>Suspension</a:t>
            </a:r>
            <a:r>
              <a:rPr lang="en-US" sz="1200" kern="1200" dirty="0">
                <a:solidFill>
                  <a:schemeClr val="tx1"/>
                </a:solidFill>
                <a:effectLst/>
                <a:latin typeface="+mn-lt"/>
                <a:ea typeface="+mn-ea"/>
                <a:cs typeface="+mn-cs"/>
              </a:rPr>
              <a:t> – compulsory and temporary absence from work on a no-pay status as a result of a repeated violation of this Code. This may also be applied to a more serious infraction that requires drastic action to prevent further damage to company property and/or to the employees. Implementing suspension as a disciplinary action should be done only after thorough evaluation of the full merits of the case. This has to be imposed within one month from the date the notice of disciplinary action is issued to the employee. Suspension of more than one day can be made in a staggered basis.</a:t>
            </a:r>
            <a:endParaRPr lang="en-PH" sz="1200" kern="1200" dirty="0">
              <a:solidFill>
                <a:schemeClr val="tx1"/>
              </a:solidFill>
              <a:effectLst/>
              <a:latin typeface="+mn-lt"/>
              <a:ea typeface="+mn-ea"/>
              <a:cs typeface="+mn-cs"/>
            </a:endParaRPr>
          </a:p>
          <a:p>
            <a:r>
              <a:rPr lang="en-US" sz="1200" u="none" strike="noStrike"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pPr lvl="1"/>
            <a:r>
              <a:rPr lang="en-US" sz="1200" u="sng" kern="1200" dirty="0">
                <a:solidFill>
                  <a:schemeClr val="tx1"/>
                </a:solidFill>
                <a:effectLst/>
                <a:latin typeface="+mn-lt"/>
                <a:ea typeface="+mn-ea"/>
                <a:cs typeface="+mn-cs"/>
              </a:rPr>
              <a:t>Dismissal</a:t>
            </a:r>
            <a:r>
              <a:rPr lang="en-US" sz="1200" kern="1200" dirty="0">
                <a:solidFill>
                  <a:schemeClr val="tx1"/>
                </a:solidFill>
                <a:effectLst/>
                <a:latin typeface="+mn-lt"/>
                <a:ea typeface="+mn-ea"/>
                <a:cs typeface="+mn-cs"/>
              </a:rPr>
              <a:t> - the most serious form of employee discipline, which only becomes necessary when all attempts to correct the misdemeanor have failed, except in cases where the penalty of dismissal is specifically prescribed, as per this Code. This must be resorted to only after thorough and factual investigation has been done in consultation with HR Senior Manager and Business Area Managers.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Depending on the history, circumstances and gravity of the offense/situation, progressive disciplinary action may be applied in the above applicable disciplinary actions.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progressive discipline process, as stated above, does not apply to grave offenses where the penalty of dismissal is proper under this Code or any material and relevant laws, decrees, company policy, rule and regulations, directive, orders and the like.</a:t>
            </a:r>
            <a:endParaRPr lang="en-PH" sz="1200" kern="1200" dirty="0">
              <a:solidFill>
                <a:schemeClr val="tx1"/>
              </a:solidFill>
              <a:effectLst/>
              <a:latin typeface="+mn-lt"/>
              <a:ea typeface="+mn-ea"/>
              <a:cs typeface="+mn-cs"/>
            </a:endParaRPr>
          </a:p>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16</a:t>
            </a:fld>
            <a:endParaRPr lang="en-US"/>
          </a:p>
        </p:txBody>
      </p:sp>
    </p:spTree>
    <p:extLst>
      <p:ext uri="{BB962C8B-B14F-4D97-AF65-F5344CB8AC3E}">
        <p14:creationId xmlns:p14="http://schemas.microsoft.com/office/powerpoint/2010/main" val="2227985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8.3  </a:t>
            </a:r>
            <a:r>
              <a:rPr lang="en-US" sz="1200" b="1" u="sng" kern="1200" dirty="0">
                <a:solidFill>
                  <a:schemeClr val="tx1"/>
                </a:solidFill>
                <a:effectLst/>
                <a:latin typeface="+mn-lt"/>
                <a:ea typeface="+mn-ea"/>
                <a:cs typeface="+mn-cs"/>
              </a:rPr>
              <a:t>PRESCRIPTIVE PERIOD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Except as otherwise qualified or provided for herein in any other policy or regulation, disciplinary actions shall have a prescriptive period or shall be written off after the lapse of: </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Six (6) months – for penalties ranging from corrective counseling to written warning </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One (1) year - for suspension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Notwithstanding the foregoing provisions, however, all past offenses of the associate concerned shall be taken into consideration and shall not be deemed as written off for the purpose of determining his or her guilt for gross and habitual neglect of duty, inefficiency or incompetence. In such cases, his or her offenses and infractions may be used as basis to determine if he or she should be dismissed. </a:t>
            </a:r>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17</a:t>
            </a:fld>
            <a:endParaRPr lang="en-US"/>
          </a:p>
        </p:txBody>
      </p:sp>
    </p:spTree>
    <p:extLst>
      <p:ext uri="{BB962C8B-B14F-4D97-AF65-F5344CB8AC3E}">
        <p14:creationId xmlns:p14="http://schemas.microsoft.com/office/powerpoint/2010/main" val="2790217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18</a:t>
            </a:fld>
            <a:endParaRPr lang="en-US"/>
          </a:p>
        </p:txBody>
      </p:sp>
    </p:spTree>
    <p:extLst>
      <p:ext uri="{BB962C8B-B14F-4D97-AF65-F5344CB8AC3E}">
        <p14:creationId xmlns:p14="http://schemas.microsoft.com/office/powerpoint/2010/main" val="3178654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19</a:t>
            </a:fld>
            <a:endParaRPr lang="en-US"/>
          </a:p>
        </p:txBody>
      </p:sp>
    </p:spTree>
    <p:extLst>
      <p:ext uri="{BB962C8B-B14F-4D97-AF65-F5344CB8AC3E}">
        <p14:creationId xmlns:p14="http://schemas.microsoft.com/office/powerpoint/2010/main" val="35016307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20</a:t>
            </a:fld>
            <a:endParaRPr lang="en-US"/>
          </a:p>
        </p:txBody>
      </p:sp>
    </p:spTree>
    <p:extLst>
      <p:ext uri="{BB962C8B-B14F-4D97-AF65-F5344CB8AC3E}">
        <p14:creationId xmlns:p14="http://schemas.microsoft.com/office/powerpoint/2010/main" val="215308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21</a:t>
            </a:fld>
            <a:endParaRPr lang="en-US"/>
          </a:p>
        </p:txBody>
      </p:sp>
    </p:spTree>
    <p:extLst>
      <p:ext uri="{BB962C8B-B14F-4D97-AF65-F5344CB8AC3E}">
        <p14:creationId xmlns:p14="http://schemas.microsoft.com/office/powerpoint/2010/main" val="4613750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22</a:t>
            </a:fld>
            <a:endParaRPr lang="en-US"/>
          </a:p>
        </p:txBody>
      </p:sp>
    </p:spTree>
    <p:extLst>
      <p:ext uri="{BB962C8B-B14F-4D97-AF65-F5344CB8AC3E}">
        <p14:creationId xmlns:p14="http://schemas.microsoft.com/office/powerpoint/2010/main" val="2204499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kern="1200" dirty="0">
                <a:solidFill>
                  <a:schemeClr val="tx1"/>
                </a:solidFill>
                <a:effectLst/>
                <a:latin typeface="+mn-lt"/>
                <a:ea typeface="+mn-ea"/>
                <a:cs typeface="+mn-cs"/>
              </a:rPr>
              <a:t>RESPONSIBILITY </a:t>
            </a:r>
            <a:endParaRPr lang="en-PH"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5.1   HUMAN RESOURCE TEAM</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the primary responsibility of the Human Resource (“HR”) and the Management personnel to ensure that this Code is properly promulgated, disseminated and clearly understood by all FPT employees and consistently implemented throughout the entire organization.</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also  HR’s responsibility to:</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Initiate review and update with managers the content of this Code and make the necessary amendments or additions, as often as needed.</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Provide guidance to managers and employees in the proper interpretation and understanding of this policy and  refer to legal counsel any need for clarification and guidance.</a:t>
            </a:r>
            <a:endParaRPr lang="en-PH"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5.2   LINE  MANAGEMENT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Although it is both the management’s as well as the employees’ responsibility to contribute to a positive work environment by ensuring consistent compliance to the company policies, as a manager, it is management’s primary responsibility to:</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Act as role-models for these standards, visibly demonstrating support and regularly encouraging employee compliance.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Ensure that all their employees receive guidance, training and communication on the Code and to all existing applicable policies of FPT relevant to their immediate duties and responsibilities.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Remain alert to call out and conduct disciplinary action to </a:t>
            </a:r>
            <a:r>
              <a:rPr lang="en-US" sz="1200" kern="1200" dirty="0" err="1">
                <a:solidFill>
                  <a:schemeClr val="tx1"/>
                </a:solidFill>
                <a:effectLst/>
                <a:latin typeface="+mn-lt"/>
                <a:ea typeface="+mn-ea"/>
                <a:cs typeface="+mn-cs"/>
              </a:rPr>
              <a:t>behaviours</a:t>
            </a:r>
            <a:r>
              <a:rPr lang="en-US" sz="1200" kern="1200" dirty="0">
                <a:solidFill>
                  <a:schemeClr val="tx1"/>
                </a:solidFill>
                <a:effectLst/>
                <a:latin typeface="+mn-lt"/>
                <a:ea typeface="+mn-ea"/>
                <a:cs typeface="+mn-cs"/>
              </a:rPr>
              <a:t> which are inappropriate in the workplace including but not limited to harassment, violence, threats of violence, offensive language or other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not in accordance with the company policy.</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Report such violations to the respective HR and/or appropriate personnel (encourage employee to report any violations of the code).</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Management personnel have the duty and responsibility to exercise their management skills in a fair, equitable and consistent manner in line with the company’s goals and objectives.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their authority to discipline, Management personnel must consider carefully any disciplinary action that are accorded to erring employees to ensure fair and consistent implementation of the Policy.</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Immediate Line/Department Managers shall collaborate with HR for cases as a result of violations or potential violations against this Code for advice, guidance and assistance in planning of remedial action.</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Area Managers (or Up-line Managers) shall make the final decision for cases that will lead to termination.</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Work with HR to investigate further and address any inappropriate conduct or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which are not in accordance to the Company Code of Conduct.</a:t>
            </a:r>
            <a:endParaRPr lang="en-PH"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5.3  HR OFFICER/BUSINESS PARTNER</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HR should serve as a resource to all employees in ensuring the general practice and implementation of the Code.</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instances of violation, HR shall be an internal resource to both the Management and the employee in ensuring impartiality in upholding the process.</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HR must be available for advice and guidance and to assist the Managers through the investigation, planning and remedial action, if necessary. </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It is the primary responsibility of HR to ensure that the requisite due process requirements and appropriate procedures (including but not limited to the proper documentation of the administrative case and proceedings) are complied with before any disciplinary action or dismissal is meted out.</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HR Business Partner serves as an advisor/partner to line managers.  The latter in turn are encouraged to work closely with their HR Business Partners at the onset of the disciplinary process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PH"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5.4  FPT  EMPLOYEE </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Is expected to study, understand and follow FPT’s Code of Discipline</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Should seek clarification for unclear provisions and processes</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Should be aware that he is given the right to exercise his rights for due process</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Should commit and cooperate to resolve any issue related to this Code…</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Must act professionally in dealing with the issue related to this Code of Employee Discipline </a:t>
            </a:r>
            <a:endParaRPr lang="en-PH"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Is responsible to report any misconduct he is aware of</a:t>
            </a:r>
            <a:endParaRPr lang="en-PH" sz="1200" kern="1200" dirty="0">
              <a:solidFill>
                <a:schemeClr val="tx1"/>
              </a:solidFill>
              <a:effectLst/>
              <a:latin typeface="+mn-lt"/>
              <a:ea typeface="+mn-ea"/>
              <a:cs typeface="+mn-cs"/>
            </a:endParaRPr>
          </a:p>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23</a:t>
            </a:fld>
            <a:endParaRPr lang="en-US"/>
          </a:p>
        </p:txBody>
      </p:sp>
    </p:spTree>
    <p:extLst>
      <p:ext uri="{BB962C8B-B14F-4D97-AF65-F5344CB8AC3E}">
        <p14:creationId xmlns:p14="http://schemas.microsoft.com/office/powerpoint/2010/main" val="127066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24</a:t>
            </a:fld>
            <a:endParaRPr lang="en-US"/>
          </a:p>
        </p:txBody>
      </p:sp>
    </p:spTree>
    <p:extLst>
      <p:ext uri="{BB962C8B-B14F-4D97-AF65-F5344CB8AC3E}">
        <p14:creationId xmlns:p14="http://schemas.microsoft.com/office/powerpoint/2010/main" val="2711296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71500" indent="-571500">
              <a:buFont typeface="Arial" panose="020B0604020202020204" pitchFamily="34" charset="0"/>
              <a:buChar char="•"/>
            </a:pPr>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0AB1DE8C-D7B2-4D05-9B4A-462DC818F0AF}" type="slidenum">
              <a:rPr lang="en-US" smtClean="0"/>
              <a:t>25</a:t>
            </a:fld>
            <a:endParaRPr lang="en-US"/>
          </a:p>
        </p:txBody>
      </p:sp>
    </p:spTree>
    <p:extLst>
      <p:ext uri="{BB962C8B-B14F-4D97-AF65-F5344CB8AC3E}">
        <p14:creationId xmlns:p14="http://schemas.microsoft.com/office/powerpoint/2010/main" val="10381385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AB1DE8C-D7B2-4D05-9B4A-462DC818F0AF}" type="slidenum">
              <a:rPr lang="en-US" smtClean="0"/>
              <a:t>26</a:t>
            </a:fld>
            <a:endParaRPr lang="en-US"/>
          </a:p>
        </p:txBody>
      </p:sp>
    </p:spTree>
    <p:extLst>
      <p:ext uri="{BB962C8B-B14F-4D97-AF65-F5344CB8AC3E}">
        <p14:creationId xmlns:p14="http://schemas.microsoft.com/office/powerpoint/2010/main" val="4242171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513" name="Picture 512" descr="A large building&#10;&#10;Description generated with very high confidence">
            <a:extLst>
              <a:ext uri="{FF2B5EF4-FFF2-40B4-BE49-F238E27FC236}">
                <a16:creationId xmlns:a16="http://schemas.microsoft.com/office/drawing/2014/main" id="{DBD46319-7666-44A3-91EA-04050CF00B4C}"/>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t="12118" b="3613"/>
          <a:stretch/>
        </p:blipFill>
        <p:spPr>
          <a:xfrm>
            <a:off x="0" y="0"/>
            <a:ext cx="12191980" cy="6857990"/>
          </a:xfrm>
          <a:prstGeom prst="rect">
            <a:avLst/>
          </a:prstGeom>
        </p:spPr>
      </p:pic>
      <p:sp>
        <p:nvSpPr>
          <p:cNvPr id="514" name="Rectangle 513">
            <a:extLst>
              <a:ext uri="{FF2B5EF4-FFF2-40B4-BE49-F238E27FC236}">
                <a16:creationId xmlns:a16="http://schemas.microsoft.com/office/drawing/2014/main" id="{964ADAE3-636E-4659-B90E-A9559E0D680D}"/>
              </a:ext>
            </a:extLst>
          </p:cNvPr>
          <p:cNvSpPr/>
          <p:nvPr userDrawn="1"/>
        </p:nvSpPr>
        <p:spPr>
          <a:xfrm flipH="1">
            <a:off x="0" y="0"/>
            <a:ext cx="12192000" cy="6858000"/>
          </a:xfrm>
          <a:prstGeom prst="rect">
            <a:avLst/>
          </a:prstGeom>
          <a:gradFill>
            <a:gsLst>
              <a:gs pos="66000">
                <a:srgbClr val="FFFFFF"/>
              </a:gs>
              <a:gs pos="83000">
                <a:srgbClr val="FFFFFF"/>
              </a:gs>
              <a:gs pos="100000">
                <a:schemeClr val="bg1"/>
              </a:gs>
              <a:gs pos="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251B919-FCA1-4474-BA29-F53B1E967476}"/>
              </a:ext>
            </a:extLst>
          </p:cNvPr>
          <p:cNvSpPr/>
          <p:nvPr userDrawn="1"/>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aphic 5">
            <a:extLst>
              <a:ext uri="{FF2B5EF4-FFF2-40B4-BE49-F238E27FC236}">
                <a16:creationId xmlns:a16="http://schemas.microsoft.com/office/drawing/2014/main" id="{66E03F3D-FA7C-4C2C-BB57-6BC29F791A41}"/>
              </a:ext>
            </a:extLst>
          </p:cNvPr>
          <p:cNvGrpSpPr/>
          <p:nvPr userDrawn="1"/>
        </p:nvGrpSpPr>
        <p:grpSpPr>
          <a:xfrm>
            <a:off x="-838200" y="-1066800"/>
            <a:ext cx="5375787" cy="3798804"/>
            <a:chOff x="-905870" y="-1363794"/>
            <a:chExt cx="6732253" cy="4757352"/>
          </a:xfrm>
          <a:gradFill>
            <a:gsLst>
              <a:gs pos="100000">
                <a:srgbClr val="010673"/>
              </a:gs>
              <a:gs pos="87000">
                <a:srgbClr val="393D92"/>
              </a:gs>
              <a:gs pos="0">
                <a:schemeClr val="bg1"/>
              </a:gs>
            </a:gsLst>
            <a:lin ang="9600000" scaled="0"/>
          </a:gradFill>
        </p:grpSpPr>
        <p:sp>
          <p:nvSpPr>
            <p:cNvPr id="10" name="Freeform: Shape 9">
              <a:extLst>
                <a:ext uri="{FF2B5EF4-FFF2-40B4-BE49-F238E27FC236}">
                  <a16:creationId xmlns:a16="http://schemas.microsoft.com/office/drawing/2014/main" id="{D15DFC58-CDB8-48C5-81F1-7F0F9AC0599E}"/>
                </a:ext>
              </a:extLst>
            </p:cNvPr>
            <p:cNvSpPr/>
            <p:nvPr/>
          </p:nvSpPr>
          <p:spPr>
            <a:xfrm>
              <a:off x="3927040" y="-347160"/>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ABEDBC4-ABEF-4664-AF54-DAA2EDA90711}"/>
                </a:ext>
              </a:extLst>
            </p:cNvPr>
            <p:cNvSpPr/>
            <p:nvPr/>
          </p:nvSpPr>
          <p:spPr>
            <a:xfrm>
              <a:off x="4069361" y="-347160"/>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F5F7316-641F-4AAA-9C35-567D43196E45}"/>
                </a:ext>
              </a:extLst>
            </p:cNvPr>
            <p:cNvSpPr/>
            <p:nvPr/>
          </p:nvSpPr>
          <p:spPr>
            <a:xfrm>
              <a:off x="4212481" y="-347160"/>
              <a:ext cx="7996" cy="7996"/>
            </a:xfrm>
            <a:custGeom>
              <a:avLst/>
              <a:gdLst>
                <a:gd name="connsiteX0" fmla="*/ 9195 w 7995"/>
                <a:gd name="connsiteY0" fmla="*/ 7596 h 7995"/>
                <a:gd name="connsiteX1" fmla="*/ 7596 w 7995"/>
                <a:gd name="connsiteY1" fmla="*/ 9195 h 7995"/>
                <a:gd name="connsiteX2" fmla="*/ 5996 w 7995"/>
                <a:gd name="connsiteY2" fmla="*/ 7596 h 7995"/>
                <a:gd name="connsiteX3" fmla="*/ 7596 w 7995"/>
                <a:gd name="connsiteY3" fmla="*/ 5997 h 7995"/>
                <a:gd name="connsiteX4" fmla="*/ 9195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9195" y="7596"/>
                  </a:moveTo>
                  <a:cubicBezTo>
                    <a:pt x="9195" y="8479"/>
                    <a:pt x="8479" y="9195"/>
                    <a:pt x="7596" y="9195"/>
                  </a:cubicBezTo>
                  <a:cubicBezTo>
                    <a:pt x="6712" y="9195"/>
                    <a:pt x="5996" y="8479"/>
                    <a:pt x="5996" y="7596"/>
                  </a:cubicBezTo>
                  <a:cubicBezTo>
                    <a:pt x="5996" y="6713"/>
                    <a:pt x="6712" y="5997"/>
                    <a:pt x="7596" y="5997"/>
                  </a:cubicBezTo>
                  <a:cubicBezTo>
                    <a:pt x="8479" y="5997"/>
                    <a:pt x="9195" y="6713"/>
                    <a:pt x="9195" y="7596"/>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7035C99-00FD-4767-BE62-D6DAEEBD8926}"/>
                </a:ext>
              </a:extLst>
            </p:cNvPr>
            <p:cNvSpPr/>
            <p:nvPr/>
          </p:nvSpPr>
          <p:spPr>
            <a:xfrm>
              <a:off x="3641381" y="-204839"/>
              <a:ext cx="15991" cy="15991"/>
            </a:xfrm>
            <a:custGeom>
              <a:avLst/>
              <a:gdLst>
                <a:gd name="connsiteX0" fmla="*/ 7814 w 15991"/>
                <a:gd name="connsiteY0" fmla="*/ 9994 h 15991"/>
                <a:gd name="connsiteX1" fmla="*/ 10212 w 15991"/>
                <a:gd name="connsiteY1" fmla="*/ 8395 h 15991"/>
                <a:gd name="connsiteX2" fmla="*/ 7814 w 15991"/>
                <a:gd name="connsiteY2" fmla="*/ 5997 h 15991"/>
                <a:gd name="connsiteX3" fmla="*/ 6215 w 15991"/>
                <a:gd name="connsiteY3" fmla="*/ 8395 h 15991"/>
                <a:gd name="connsiteX4" fmla="*/ 7814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814" y="9994"/>
                  </a:moveTo>
                  <a:cubicBezTo>
                    <a:pt x="8613" y="9994"/>
                    <a:pt x="10212" y="9195"/>
                    <a:pt x="10212" y="8395"/>
                  </a:cubicBezTo>
                  <a:cubicBezTo>
                    <a:pt x="10212" y="7596"/>
                    <a:pt x="9413" y="5997"/>
                    <a:pt x="7814" y="5997"/>
                  </a:cubicBezTo>
                  <a:cubicBezTo>
                    <a:pt x="7014" y="5997"/>
                    <a:pt x="6215" y="6796"/>
                    <a:pt x="6215" y="8395"/>
                  </a:cubicBezTo>
                  <a:cubicBezTo>
                    <a:pt x="5415" y="9195"/>
                    <a:pt x="7014" y="9994"/>
                    <a:pt x="7814" y="9994"/>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6E23CEE8-EA0A-40BD-A68A-60D4D9640E29}"/>
                </a:ext>
              </a:extLst>
            </p:cNvPr>
            <p:cNvSpPr/>
            <p:nvPr/>
          </p:nvSpPr>
          <p:spPr>
            <a:xfrm>
              <a:off x="3783920" y="-20483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7" y="5997"/>
                    <a:pt x="5997" y="6796"/>
                    <a:pt x="5997" y="7596"/>
                  </a:cubicBezTo>
                  <a:cubicBezTo>
                    <a:pt x="5997" y="8395"/>
                    <a:pt x="6797" y="9195"/>
                    <a:pt x="7596" y="9195"/>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2DBE268-213A-4549-B575-E3485B1773F7}"/>
                </a:ext>
              </a:extLst>
            </p:cNvPr>
            <p:cNvSpPr/>
            <p:nvPr/>
          </p:nvSpPr>
          <p:spPr>
            <a:xfrm>
              <a:off x="3927040" y="-20483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DE8CB13-53C1-42C4-BC9A-F9D13B3B4A9E}"/>
                </a:ext>
              </a:extLst>
            </p:cNvPr>
            <p:cNvSpPr/>
            <p:nvPr/>
          </p:nvSpPr>
          <p:spPr>
            <a:xfrm>
              <a:off x="4069361" y="-20483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9B12B47-62A0-49D8-A61B-177E1E6D6893}"/>
                </a:ext>
              </a:extLst>
            </p:cNvPr>
            <p:cNvSpPr/>
            <p:nvPr/>
          </p:nvSpPr>
          <p:spPr>
            <a:xfrm>
              <a:off x="4212481" y="-204839"/>
              <a:ext cx="7996" cy="7996"/>
            </a:xfrm>
            <a:custGeom>
              <a:avLst/>
              <a:gdLst>
                <a:gd name="connsiteX0" fmla="*/ 7595 w 7995"/>
                <a:gd name="connsiteY0" fmla="*/ 9195 h 7995"/>
                <a:gd name="connsiteX1" fmla="*/ 9195 w 7995"/>
                <a:gd name="connsiteY1" fmla="*/ 7596 h 7995"/>
                <a:gd name="connsiteX2" fmla="*/ 7595 w 7995"/>
                <a:gd name="connsiteY2" fmla="*/ 5997 h 7995"/>
                <a:gd name="connsiteX3" fmla="*/ 5997 w 7995"/>
                <a:gd name="connsiteY3" fmla="*/ 7596 h 7995"/>
                <a:gd name="connsiteX4" fmla="*/ 7595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5" y="9195"/>
                  </a:moveTo>
                  <a:cubicBezTo>
                    <a:pt x="8395" y="9195"/>
                    <a:pt x="9195" y="8395"/>
                    <a:pt x="9195" y="7596"/>
                  </a:cubicBezTo>
                  <a:cubicBezTo>
                    <a:pt x="9195" y="6796"/>
                    <a:pt x="8395" y="5997"/>
                    <a:pt x="7595" y="5997"/>
                  </a:cubicBezTo>
                  <a:cubicBezTo>
                    <a:pt x="6796" y="5997"/>
                    <a:pt x="5997" y="6796"/>
                    <a:pt x="5997" y="7596"/>
                  </a:cubicBezTo>
                  <a:cubicBezTo>
                    <a:pt x="5997" y="8395"/>
                    <a:pt x="6796" y="9195"/>
                    <a:pt x="7595" y="9195"/>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3DF50E5-3775-4B9B-A0ED-ECCB8F3B57E8}"/>
                </a:ext>
              </a:extLst>
            </p:cNvPr>
            <p:cNvSpPr/>
            <p:nvPr/>
          </p:nvSpPr>
          <p:spPr>
            <a:xfrm>
              <a:off x="4354802" y="-20483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70EA5B0-AF54-4710-9E8F-BC591714C293}"/>
                </a:ext>
              </a:extLst>
            </p:cNvPr>
            <p:cNvSpPr/>
            <p:nvPr/>
          </p:nvSpPr>
          <p:spPr>
            <a:xfrm>
              <a:off x="2215993" y="-60919"/>
              <a:ext cx="7996" cy="7996"/>
            </a:xfrm>
            <a:custGeom>
              <a:avLst/>
              <a:gdLst>
                <a:gd name="connsiteX0" fmla="*/ 6796 w 7995"/>
                <a:gd name="connsiteY0" fmla="*/ 7596 h 7995"/>
                <a:gd name="connsiteX1" fmla="*/ 6796 w 7995"/>
                <a:gd name="connsiteY1" fmla="*/ 75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6796" y="7596"/>
                    <a:pt x="7596" y="6796"/>
                    <a:pt x="6796" y="7596"/>
                  </a:cubicBezTo>
                  <a:cubicBezTo>
                    <a:pt x="7596" y="5997"/>
                    <a:pt x="6796" y="5997"/>
                    <a:pt x="6796" y="5997"/>
                  </a:cubicBezTo>
                  <a:cubicBezTo>
                    <a:pt x="5997" y="5997"/>
                    <a:pt x="5997" y="5997"/>
                    <a:pt x="5997" y="6796"/>
                  </a:cubicBezTo>
                  <a:cubicBezTo>
                    <a:pt x="5997" y="6796"/>
                    <a:pt x="5997" y="7596"/>
                    <a:pt x="6796" y="7596"/>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EE9F6BD-723C-4B7A-8CC5-2C29D7AD32DE}"/>
                </a:ext>
              </a:extLst>
            </p:cNvPr>
            <p:cNvSpPr/>
            <p:nvPr/>
          </p:nvSpPr>
          <p:spPr>
            <a:xfrm>
              <a:off x="2358313" y="-60919"/>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7596" y="6796"/>
                    <a:pt x="7596" y="6796"/>
                  </a:cubicBezTo>
                  <a:cubicBezTo>
                    <a:pt x="7596" y="5997"/>
                    <a:pt x="6796" y="5997"/>
                    <a:pt x="6796" y="5997"/>
                  </a:cubicBezTo>
                  <a:cubicBezTo>
                    <a:pt x="5997" y="5997"/>
                    <a:pt x="5997" y="6796"/>
                    <a:pt x="5997" y="6796"/>
                  </a:cubicBezTo>
                  <a:cubicBezTo>
                    <a:pt x="5997" y="7596"/>
                    <a:pt x="5997" y="7596"/>
                    <a:pt x="6796" y="759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232733A-0757-44FD-83DB-8A360904A862}"/>
                </a:ext>
              </a:extLst>
            </p:cNvPr>
            <p:cNvSpPr/>
            <p:nvPr/>
          </p:nvSpPr>
          <p:spPr>
            <a:xfrm>
              <a:off x="2501434" y="-60919"/>
              <a:ext cx="7996" cy="7996"/>
            </a:xfrm>
            <a:custGeom>
              <a:avLst/>
              <a:gdLst>
                <a:gd name="connsiteX0" fmla="*/ 5997 w 7995"/>
                <a:gd name="connsiteY0" fmla="*/ 6796 h 7995"/>
                <a:gd name="connsiteX1" fmla="*/ 5997 w 7995"/>
                <a:gd name="connsiteY1" fmla="*/ 6796 h 7995"/>
                <a:gd name="connsiteX2" fmla="*/ 5997 w 7995"/>
                <a:gd name="connsiteY2" fmla="*/ 5997 h 7995"/>
                <a:gd name="connsiteX3" fmla="*/ 5997 w 7995"/>
                <a:gd name="connsiteY3" fmla="*/ 6796 h 7995"/>
                <a:gd name="connsiteX4" fmla="*/ 5997 w 7995"/>
                <a:gd name="connsiteY4" fmla="*/ 67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5997" y="6796"/>
                  </a:moveTo>
                  <a:cubicBezTo>
                    <a:pt x="6796" y="6796"/>
                    <a:pt x="6796" y="6796"/>
                    <a:pt x="5997" y="6796"/>
                  </a:cubicBezTo>
                  <a:cubicBezTo>
                    <a:pt x="5997" y="5997"/>
                    <a:pt x="5997" y="5997"/>
                    <a:pt x="5997" y="5997"/>
                  </a:cubicBezTo>
                  <a:cubicBezTo>
                    <a:pt x="5997" y="5997"/>
                    <a:pt x="5997" y="6796"/>
                    <a:pt x="5997" y="6796"/>
                  </a:cubicBezTo>
                  <a:cubicBezTo>
                    <a:pt x="5997" y="6796"/>
                    <a:pt x="5997" y="6796"/>
                    <a:pt x="5997" y="679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87F3301-0E03-42A3-B4AE-92B01EE480F8}"/>
                </a:ext>
              </a:extLst>
            </p:cNvPr>
            <p:cNvSpPr/>
            <p:nvPr/>
          </p:nvSpPr>
          <p:spPr>
            <a:xfrm>
              <a:off x="3356158" y="-60919"/>
              <a:ext cx="7996" cy="7996"/>
            </a:xfrm>
            <a:custGeom>
              <a:avLst/>
              <a:gdLst>
                <a:gd name="connsiteX0" fmla="*/ 7596 w 7995"/>
                <a:gd name="connsiteY0" fmla="*/ 7596 h 7995"/>
                <a:gd name="connsiteX1" fmla="*/ 8395 w 7995"/>
                <a:gd name="connsiteY1" fmla="*/ 6796 h 7995"/>
                <a:gd name="connsiteX2" fmla="*/ 7596 w 7995"/>
                <a:gd name="connsiteY2" fmla="*/ 5997 h 7995"/>
                <a:gd name="connsiteX3" fmla="*/ 5997 w 7995"/>
                <a:gd name="connsiteY3" fmla="*/ 6796 h 7995"/>
                <a:gd name="connsiteX4" fmla="*/ 75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7596"/>
                  </a:moveTo>
                  <a:cubicBezTo>
                    <a:pt x="8395" y="7596"/>
                    <a:pt x="8395" y="6796"/>
                    <a:pt x="8395" y="6796"/>
                  </a:cubicBezTo>
                  <a:cubicBezTo>
                    <a:pt x="8395" y="5997"/>
                    <a:pt x="7596" y="5997"/>
                    <a:pt x="7596" y="5997"/>
                  </a:cubicBezTo>
                  <a:cubicBezTo>
                    <a:pt x="6797" y="5997"/>
                    <a:pt x="5997" y="6796"/>
                    <a:pt x="5997" y="6796"/>
                  </a:cubicBezTo>
                  <a:cubicBezTo>
                    <a:pt x="6797" y="7596"/>
                    <a:pt x="7596" y="7596"/>
                    <a:pt x="7596" y="7596"/>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D6D661F-932E-4479-A9CE-E4F34CFC51EA}"/>
                </a:ext>
              </a:extLst>
            </p:cNvPr>
            <p:cNvSpPr/>
            <p:nvPr/>
          </p:nvSpPr>
          <p:spPr>
            <a:xfrm>
              <a:off x="3498478" y="-62518"/>
              <a:ext cx="15991" cy="15991"/>
            </a:xfrm>
            <a:custGeom>
              <a:avLst/>
              <a:gdLst>
                <a:gd name="connsiteX0" fmla="*/ 7596 w 15991"/>
                <a:gd name="connsiteY0" fmla="*/ 9994 h 15991"/>
                <a:gd name="connsiteX1" fmla="*/ 9994 w 15991"/>
                <a:gd name="connsiteY1" fmla="*/ 8395 h 15991"/>
                <a:gd name="connsiteX2" fmla="*/ 7596 w 15991"/>
                <a:gd name="connsiteY2" fmla="*/ 5997 h 15991"/>
                <a:gd name="connsiteX3" fmla="*/ 5997 w 15991"/>
                <a:gd name="connsiteY3" fmla="*/ 8395 h 15991"/>
                <a:gd name="connsiteX4" fmla="*/ 7596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596" y="9994"/>
                  </a:moveTo>
                  <a:cubicBezTo>
                    <a:pt x="9195" y="9994"/>
                    <a:pt x="9994" y="9195"/>
                    <a:pt x="9994" y="8395"/>
                  </a:cubicBezTo>
                  <a:cubicBezTo>
                    <a:pt x="9994" y="7596"/>
                    <a:pt x="9195" y="5997"/>
                    <a:pt x="7596" y="5997"/>
                  </a:cubicBezTo>
                  <a:cubicBezTo>
                    <a:pt x="6797" y="5997"/>
                    <a:pt x="5997" y="6796"/>
                    <a:pt x="5997" y="8395"/>
                  </a:cubicBezTo>
                  <a:cubicBezTo>
                    <a:pt x="5997" y="9195"/>
                    <a:pt x="6797" y="9994"/>
                    <a:pt x="7596" y="9994"/>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71FE923-1F05-4B62-98DD-766975443CAE}"/>
                </a:ext>
              </a:extLst>
            </p:cNvPr>
            <p:cNvSpPr/>
            <p:nvPr/>
          </p:nvSpPr>
          <p:spPr>
            <a:xfrm>
              <a:off x="3641381" y="-62518"/>
              <a:ext cx="15991" cy="15991"/>
            </a:xfrm>
            <a:custGeom>
              <a:avLst/>
              <a:gdLst>
                <a:gd name="connsiteX0" fmla="*/ 7814 w 15991"/>
                <a:gd name="connsiteY0" fmla="*/ 9994 h 15991"/>
                <a:gd name="connsiteX1" fmla="*/ 10212 w 15991"/>
                <a:gd name="connsiteY1" fmla="*/ 8395 h 15991"/>
                <a:gd name="connsiteX2" fmla="*/ 7814 w 15991"/>
                <a:gd name="connsiteY2" fmla="*/ 5997 h 15991"/>
                <a:gd name="connsiteX3" fmla="*/ 6215 w 15991"/>
                <a:gd name="connsiteY3" fmla="*/ 8395 h 15991"/>
                <a:gd name="connsiteX4" fmla="*/ 7814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814" y="9994"/>
                  </a:moveTo>
                  <a:cubicBezTo>
                    <a:pt x="8613" y="9994"/>
                    <a:pt x="10212" y="9195"/>
                    <a:pt x="10212" y="8395"/>
                  </a:cubicBezTo>
                  <a:cubicBezTo>
                    <a:pt x="10212" y="7596"/>
                    <a:pt x="9413" y="5997"/>
                    <a:pt x="7814" y="5997"/>
                  </a:cubicBezTo>
                  <a:cubicBezTo>
                    <a:pt x="7014" y="5997"/>
                    <a:pt x="6215" y="6796"/>
                    <a:pt x="6215" y="8395"/>
                  </a:cubicBezTo>
                  <a:cubicBezTo>
                    <a:pt x="5415" y="9195"/>
                    <a:pt x="7014" y="9994"/>
                    <a:pt x="7814" y="9994"/>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7347366-55B0-4188-98C6-D84288FDEB23}"/>
                </a:ext>
              </a:extLst>
            </p:cNvPr>
            <p:cNvSpPr/>
            <p:nvPr/>
          </p:nvSpPr>
          <p:spPr>
            <a:xfrm>
              <a:off x="3783920" y="-6171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7" y="5997"/>
                    <a:pt x="5997" y="6796"/>
                    <a:pt x="5997" y="7596"/>
                  </a:cubicBezTo>
                  <a:cubicBezTo>
                    <a:pt x="5997" y="8395"/>
                    <a:pt x="6797" y="9195"/>
                    <a:pt x="7596" y="919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632CC1C-1AA5-46A1-ACE5-77959230BDEE}"/>
                </a:ext>
              </a:extLst>
            </p:cNvPr>
            <p:cNvSpPr/>
            <p:nvPr/>
          </p:nvSpPr>
          <p:spPr>
            <a:xfrm>
              <a:off x="3927040" y="-6171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7CB2B8A-0683-4106-AC91-961EAFBAECF0}"/>
                </a:ext>
              </a:extLst>
            </p:cNvPr>
            <p:cNvSpPr/>
            <p:nvPr/>
          </p:nvSpPr>
          <p:spPr>
            <a:xfrm>
              <a:off x="4069361" y="-6171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FCB95EE-5E94-48A9-B325-F6E121C418EF}"/>
                </a:ext>
              </a:extLst>
            </p:cNvPr>
            <p:cNvSpPr/>
            <p:nvPr/>
          </p:nvSpPr>
          <p:spPr>
            <a:xfrm>
              <a:off x="4212481" y="-61719"/>
              <a:ext cx="7996" cy="7996"/>
            </a:xfrm>
            <a:custGeom>
              <a:avLst/>
              <a:gdLst>
                <a:gd name="connsiteX0" fmla="*/ 7595 w 7995"/>
                <a:gd name="connsiteY0" fmla="*/ 9195 h 7995"/>
                <a:gd name="connsiteX1" fmla="*/ 9195 w 7995"/>
                <a:gd name="connsiteY1" fmla="*/ 7596 h 7995"/>
                <a:gd name="connsiteX2" fmla="*/ 7595 w 7995"/>
                <a:gd name="connsiteY2" fmla="*/ 5997 h 7995"/>
                <a:gd name="connsiteX3" fmla="*/ 5997 w 7995"/>
                <a:gd name="connsiteY3" fmla="*/ 7596 h 7995"/>
                <a:gd name="connsiteX4" fmla="*/ 7595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5" y="9195"/>
                  </a:moveTo>
                  <a:cubicBezTo>
                    <a:pt x="8395" y="9195"/>
                    <a:pt x="9195" y="8395"/>
                    <a:pt x="9195" y="7596"/>
                  </a:cubicBezTo>
                  <a:cubicBezTo>
                    <a:pt x="9195" y="6796"/>
                    <a:pt x="8395" y="5997"/>
                    <a:pt x="7595" y="5997"/>
                  </a:cubicBezTo>
                  <a:cubicBezTo>
                    <a:pt x="6796" y="5997"/>
                    <a:pt x="5997" y="6796"/>
                    <a:pt x="5997" y="7596"/>
                  </a:cubicBezTo>
                  <a:cubicBezTo>
                    <a:pt x="5997" y="8395"/>
                    <a:pt x="6796" y="9195"/>
                    <a:pt x="7595" y="9195"/>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C442E65-1C6F-4D0F-B2A4-C532FAE6AFF5}"/>
                </a:ext>
              </a:extLst>
            </p:cNvPr>
            <p:cNvSpPr/>
            <p:nvPr/>
          </p:nvSpPr>
          <p:spPr>
            <a:xfrm>
              <a:off x="4354802" y="-6171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EB7D9F1-48B3-4744-B78D-497073B23535}"/>
                </a:ext>
              </a:extLst>
            </p:cNvPr>
            <p:cNvSpPr/>
            <p:nvPr/>
          </p:nvSpPr>
          <p:spPr>
            <a:xfrm>
              <a:off x="4497123" y="-62518"/>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11C948BF-02A3-46A6-BE7F-26DFA910D679}"/>
                </a:ext>
              </a:extLst>
            </p:cNvPr>
            <p:cNvSpPr/>
            <p:nvPr/>
          </p:nvSpPr>
          <p:spPr>
            <a:xfrm>
              <a:off x="359426" y="79803"/>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17F3B63-9525-4A93-AE1F-8E9CB64E1EE0}"/>
                </a:ext>
              </a:extLst>
            </p:cNvPr>
            <p:cNvSpPr/>
            <p:nvPr/>
          </p:nvSpPr>
          <p:spPr>
            <a:xfrm>
              <a:off x="501747" y="79803"/>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7596" y="5997"/>
                    <a:pt x="5997" y="6796"/>
                    <a:pt x="5997" y="8395"/>
                  </a:cubicBezTo>
                  <a:cubicBezTo>
                    <a:pt x="6796" y="9994"/>
                    <a:pt x="7596" y="10794"/>
                    <a:pt x="8395" y="107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60BE6968-0D03-475C-9D8D-A955F0571C2A}"/>
                </a:ext>
              </a:extLst>
            </p:cNvPr>
            <p:cNvSpPr/>
            <p:nvPr/>
          </p:nvSpPr>
          <p:spPr>
            <a:xfrm>
              <a:off x="644867" y="81402"/>
              <a:ext cx="15991" cy="7996"/>
            </a:xfrm>
            <a:custGeom>
              <a:avLst/>
              <a:gdLst>
                <a:gd name="connsiteX0" fmla="*/ 8395 w 15991"/>
                <a:gd name="connsiteY0" fmla="*/ 9195 h 7995"/>
                <a:gd name="connsiteX1" fmla="*/ 9994 w 15991"/>
                <a:gd name="connsiteY1" fmla="*/ 7596 h 7995"/>
                <a:gd name="connsiteX2" fmla="*/ 8395 w 15991"/>
                <a:gd name="connsiteY2" fmla="*/ 5997 h 7995"/>
                <a:gd name="connsiteX3" fmla="*/ 5997 w 15991"/>
                <a:gd name="connsiteY3" fmla="*/ 7596 h 7995"/>
                <a:gd name="connsiteX4" fmla="*/ 8395 w 15991"/>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7995">
                  <a:moveTo>
                    <a:pt x="8395" y="9195"/>
                  </a:moveTo>
                  <a:cubicBezTo>
                    <a:pt x="9195" y="9195"/>
                    <a:pt x="9994" y="8395"/>
                    <a:pt x="9994" y="7596"/>
                  </a:cubicBezTo>
                  <a:cubicBezTo>
                    <a:pt x="9994" y="6796"/>
                    <a:pt x="9195" y="5997"/>
                    <a:pt x="8395" y="5997"/>
                  </a:cubicBezTo>
                  <a:cubicBezTo>
                    <a:pt x="7596" y="5997"/>
                    <a:pt x="5997" y="6796"/>
                    <a:pt x="5997" y="7596"/>
                  </a:cubicBezTo>
                  <a:cubicBezTo>
                    <a:pt x="5997" y="8395"/>
                    <a:pt x="7596" y="9195"/>
                    <a:pt x="8395" y="919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D11EF7D-5541-474B-B03A-C3BDD4C75F53}"/>
                </a:ext>
              </a:extLst>
            </p:cNvPr>
            <p:cNvSpPr/>
            <p:nvPr/>
          </p:nvSpPr>
          <p:spPr>
            <a:xfrm>
              <a:off x="787987" y="8140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412EA0B-3DDD-44A4-BA8B-2B59BA027005}"/>
                </a:ext>
              </a:extLst>
            </p:cNvPr>
            <p:cNvSpPr/>
            <p:nvPr/>
          </p:nvSpPr>
          <p:spPr>
            <a:xfrm>
              <a:off x="931108" y="8060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1A2DC02-13A9-4AE6-AFAE-7C373358A180}"/>
                </a:ext>
              </a:extLst>
            </p:cNvPr>
            <p:cNvSpPr/>
            <p:nvPr/>
          </p:nvSpPr>
          <p:spPr>
            <a:xfrm>
              <a:off x="2072872" y="81402"/>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7596" y="7596"/>
                    <a:pt x="7596" y="6796"/>
                  </a:cubicBezTo>
                  <a:cubicBezTo>
                    <a:pt x="7596" y="5997"/>
                    <a:pt x="7596" y="5997"/>
                    <a:pt x="6796" y="5997"/>
                  </a:cubicBezTo>
                  <a:cubicBezTo>
                    <a:pt x="5997" y="5997"/>
                    <a:pt x="5997" y="5997"/>
                    <a:pt x="5997" y="6796"/>
                  </a:cubicBezTo>
                  <a:cubicBezTo>
                    <a:pt x="5997" y="7596"/>
                    <a:pt x="6796" y="7596"/>
                    <a:pt x="6796" y="7596"/>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52E76E-C735-4976-9FCB-6CB3ABF7DD3A}"/>
                </a:ext>
              </a:extLst>
            </p:cNvPr>
            <p:cNvSpPr/>
            <p:nvPr/>
          </p:nvSpPr>
          <p:spPr>
            <a:xfrm>
              <a:off x="2215661" y="81402"/>
              <a:ext cx="7996" cy="7996"/>
            </a:xfrm>
            <a:custGeom>
              <a:avLst/>
              <a:gdLst>
                <a:gd name="connsiteX0" fmla="*/ 7127 w 7995"/>
                <a:gd name="connsiteY0" fmla="*/ 8395 h 7995"/>
                <a:gd name="connsiteX1" fmla="*/ 7927 w 7995"/>
                <a:gd name="connsiteY1" fmla="*/ 7596 h 7995"/>
                <a:gd name="connsiteX2" fmla="*/ 7127 w 7995"/>
                <a:gd name="connsiteY2" fmla="*/ 5997 h 7995"/>
                <a:gd name="connsiteX3" fmla="*/ 6328 w 7995"/>
                <a:gd name="connsiteY3" fmla="*/ 7596 h 7995"/>
                <a:gd name="connsiteX4" fmla="*/ 7127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127" y="8395"/>
                  </a:moveTo>
                  <a:cubicBezTo>
                    <a:pt x="7927" y="8395"/>
                    <a:pt x="7927" y="7596"/>
                    <a:pt x="7927" y="7596"/>
                  </a:cubicBezTo>
                  <a:cubicBezTo>
                    <a:pt x="7927" y="6796"/>
                    <a:pt x="7127" y="5997"/>
                    <a:pt x="7127" y="5997"/>
                  </a:cubicBezTo>
                  <a:cubicBezTo>
                    <a:pt x="6328" y="5997"/>
                    <a:pt x="6328" y="6796"/>
                    <a:pt x="6328" y="7596"/>
                  </a:cubicBezTo>
                  <a:cubicBezTo>
                    <a:pt x="5528" y="7596"/>
                    <a:pt x="6328" y="8395"/>
                    <a:pt x="7127" y="8395"/>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B1261F8-E3A1-4448-8F7A-10FC04DBFB43}"/>
                </a:ext>
              </a:extLst>
            </p:cNvPr>
            <p:cNvSpPr/>
            <p:nvPr/>
          </p:nvSpPr>
          <p:spPr>
            <a:xfrm>
              <a:off x="2358313" y="81402"/>
              <a:ext cx="7996" cy="7996"/>
            </a:xfrm>
            <a:custGeom>
              <a:avLst/>
              <a:gdLst>
                <a:gd name="connsiteX0" fmla="*/ 6796 w 7995"/>
                <a:gd name="connsiteY0" fmla="*/ 8395 h 7995"/>
                <a:gd name="connsiteX1" fmla="*/ 7596 w 7995"/>
                <a:gd name="connsiteY1" fmla="*/ 7596 h 7995"/>
                <a:gd name="connsiteX2" fmla="*/ 6796 w 7995"/>
                <a:gd name="connsiteY2" fmla="*/ 5997 h 7995"/>
                <a:gd name="connsiteX3" fmla="*/ 5997 w 7995"/>
                <a:gd name="connsiteY3" fmla="*/ 7596 h 7995"/>
                <a:gd name="connsiteX4" fmla="*/ 6796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8395"/>
                  </a:moveTo>
                  <a:cubicBezTo>
                    <a:pt x="7596" y="8395"/>
                    <a:pt x="7596" y="7596"/>
                    <a:pt x="7596" y="7596"/>
                  </a:cubicBezTo>
                  <a:cubicBezTo>
                    <a:pt x="7596" y="6796"/>
                    <a:pt x="6796" y="5997"/>
                    <a:pt x="6796" y="5997"/>
                  </a:cubicBezTo>
                  <a:cubicBezTo>
                    <a:pt x="5997" y="5997"/>
                    <a:pt x="5997" y="6796"/>
                    <a:pt x="5997" y="7596"/>
                  </a:cubicBezTo>
                  <a:cubicBezTo>
                    <a:pt x="5997" y="7596"/>
                    <a:pt x="5997" y="8395"/>
                    <a:pt x="6796" y="8395"/>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727F6C8-A75B-487B-BD8B-76D5ED278818}"/>
                </a:ext>
              </a:extLst>
            </p:cNvPr>
            <p:cNvSpPr/>
            <p:nvPr/>
          </p:nvSpPr>
          <p:spPr>
            <a:xfrm>
              <a:off x="2500634" y="81402"/>
              <a:ext cx="7996" cy="7996"/>
            </a:xfrm>
            <a:custGeom>
              <a:avLst/>
              <a:gdLst>
                <a:gd name="connsiteX0" fmla="*/ 6796 w 7995"/>
                <a:gd name="connsiteY0" fmla="*/ 8395 h 7995"/>
                <a:gd name="connsiteX1" fmla="*/ 7596 w 7995"/>
                <a:gd name="connsiteY1" fmla="*/ 7596 h 7995"/>
                <a:gd name="connsiteX2" fmla="*/ 6796 w 7995"/>
                <a:gd name="connsiteY2" fmla="*/ 5997 h 7995"/>
                <a:gd name="connsiteX3" fmla="*/ 5997 w 7995"/>
                <a:gd name="connsiteY3" fmla="*/ 7596 h 7995"/>
                <a:gd name="connsiteX4" fmla="*/ 6796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8395"/>
                  </a:moveTo>
                  <a:cubicBezTo>
                    <a:pt x="7596" y="8395"/>
                    <a:pt x="7596" y="7596"/>
                    <a:pt x="7596" y="7596"/>
                  </a:cubicBezTo>
                  <a:cubicBezTo>
                    <a:pt x="7596" y="6796"/>
                    <a:pt x="7596" y="5997"/>
                    <a:pt x="6796" y="5997"/>
                  </a:cubicBezTo>
                  <a:cubicBezTo>
                    <a:pt x="5997" y="5997"/>
                    <a:pt x="5997" y="6796"/>
                    <a:pt x="5997" y="7596"/>
                  </a:cubicBezTo>
                  <a:cubicBezTo>
                    <a:pt x="5997" y="7596"/>
                    <a:pt x="6796" y="8395"/>
                    <a:pt x="6796" y="8395"/>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81AF5F32-5F7C-4C6E-83C2-D2FB08D15B17}"/>
                </a:ext>
              </a:extLst>
            </p:cNvPr>
            <p:cNvSpPr/>
            <p:nvPr/>
          </p:nvSpPr>
          <p:spPr>
            <a:xfrm>
              <a:off x="3212238" y="79003"/>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68FACFC-B456-4C16-9D79-38B9A1840771}"/>
                </a:ext>
              </a:extLst>
            </p:cNvPr>
            <p:cNvSpPr/>
            <p:nvPr/>
          </p:nvSpPr>
          <p:spPr>
            <a:xfrm>
              <a:off x="3355358" y="79803"/>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994"/>
                    <a:pt x="7596" y="10794"/>
                    <a:pt x="8395" y="10794"/>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6CFA01F7-30A1-4961-959E-1E564734A9DE}"/>
                </a:ext>
              </a:extLst>
            </p:cNvPr>
            <p:cNvSpPr/>
            <p:nvPr/>
          </p:nvSpPr>
          <p:spPr>
            <a:xfrm>
              <a:off x="3498478" y="81402"/>
              <a:ext cx="15991" cy="7996"/>
            </a:xfrm>
            <a:custGeom>
              <a:avLst/>
              <a:gdLst>
                <a:gd name="connsiteX0" fmla="*/ 7596 w 15991"/>
                <a:gd name="connsiteY0" fmla="*/ 9195 h 7995"/>
                <a:gd name="connsiteX1" fmla="*/ 9994 w 15991"/>
                <a:gd name="connsiteY1" fmla="*/ 7596 h 7995"/>
                <a:gd name="connsiteX2" fmla="*/ 7596 w 15991"/>
                <a:gd name="connsiteY2" fmla="*/ 5997 h 7995"/>
                <a:gd name="connsiteX3" fmla="*/ 5997 w 15991"/>
                <a:gd name="connsiteY3" fmla="*/ 7596 h 7995"/>
                <a:gd name="connsiteX4" fmla="*/ 7596 w 15991"/>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7995">
                  <a:moveTo>
                    <a:pt x="7596" y="9195"/>
                  </a:moveTo>
                  <a:cubicBezTo>
                    <a:pt x="9195" y="9195"/>
                    <a:pt x="9994" y="8395"/>
                    <a:pt x="9994" y="7596"/>
                  </a:cubicBezTo>
                  <a:cubicBezTo>
                    <a:pt x="9994" y="6796"/>
                    <a:pt x="9195" y="5997"/>
                    <a:pt x="7596" y="5997"/>
                  </a:cubicBezTo>
                  <a:cubicBezTo>
                    <a:pt x="6797" y="5997"/>
                    <a:pt x="5997" y="6796"/>
                    <a:pt x="5997" y="7596"/>
                  </a:cubicBezTo>
                  <a:cubicBezTo>
                    <a:pt x="5997" y="8395"/>
                    <a:pt x="6797" y="9195"/>
                    <a:pt x="7596" y="9195"/>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B6EBBDC-A8A1-4E12-BC5A-F261663AD8E4}"/>
                </a:ext>
              </a:extLst>
            </p:cNvPr>
            <p:cNvSpPr/>
            <p:nvPr/>
          </p:nvSpPr>
          <p:spPr>
            <a:xfrm>
              <a:off x="3641599" y="8060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570A912-4BCB-4472-B7A7-144E9C1D36ED}"/>
                </a:ext>
              </a:extLst>
            </p:cNvPr>
            <p:cNvSpPr/>
            <p:nvPr/>
          </p:nvSpPr>
          <p:spPr>
            <a:xfrm>
              <a:off x="3783920" y="80602"/>
              <a:ext cx="7996" cy="7996"/>
            </a:xfrm>
            <a:custGeom>
              <a:avLst/>
              <a:gdLst>
                <a:gd name="connsiteX0" fmla="*/ 9195 w 7995"/>
                <a:gd name="connsiteY0" fmla="*/ 7596 h 7995"/>
                <a:gd name="connsiteX1" fmla="*/ 7596 w 7995"/>
                <a:gd name="connsiteY1" fmla="*/ 9195 h 7995"/>
                <a:gd name="connsiteX2" fmla="*/ 5997 w 7995"/>
                <a:gd name="connsiteY2" fmla="*/ 7596 h 7995"/>
                <a:gd name="connsiteX3" fmla="*/ 7596 w 7995"/>
                <a:gd name="connsiteY3" fmla="*/ 5997 h 7995"/>
                <a:gd name="connsiteX4" fmla="*/ 9195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9195" y="7596"/>
                  </a:moveTo>
                  <a:cubicBezTo>
                    <a:pt x="9195" y="8479"/>
                    <a:pt x="8479" y="9195"/>
                    <a:pt x="7596" y="9195"/>
                  </a:cubicBezTo>
                  <a:cubicBezTo>
                    <a:pt x="6712" y="9195"/>
                    <a:pt x="5997" y="8479"/>
                    <a:pt x="5997" y="7596"/>
                  </a:cubicBezTo>
                  <a:cubicBezTo>
                    <a:pt x="5997" y="6713"/>
                    <a:pt x="6712" y="5997"/>
                    <a:pt x="7596" y="5997"/>
                  </a:cubicBezTo>
                  <a:cubicBezTo>
                    <a:pt x="8479" y="5997"/>
                    <a:pt x="9195" y="6713"/>
                    <a:pt x="9195" y="7596"/>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BD92462-0357-4A1E-BD26-673C3009D822}"/>
                </a:ext>
              </a:extLst>
            </p:cNvPr>
            <p:cNvSpPr/>
            <p:nvPr/>
          </p:nvSpPr>
          <p:spPr>
            <a:xfrm>
              <a:off x="3927040" y="8060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9436698-453E-4266-991B-1C685249EFFB}"/>
                </a:ext>
              </a:extLst>
            </p:cNvPr>
            <p:cNvSpPr/>
            <p:nvPr/>
          </p:nvSpPr>
          <p:spPr>
            <a:xfrm>
              <a:off x="4069361" y="8060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7E29047-160A-4964-A0AC-28A9A191C184}"/>
                </a:ext>
              </a:extLst>
            </p:cNvPr>
            <p:cNvSpPr/>
            <p:nvPr/>
          </p:nvSpPr>
          <p:spPr>
            <a:xfrm>
              <a:off x="4212481" y="80602"/>
              <a:ext cx="7996" cy="7996"/>
            </a:xfrm>
            <a:custGeom>
              <a:avLst/>
              <a:gdLst>
                <a:gd name="connsiteX0" fmla="*/ 9195 w 7995"/>
                <a:gd name="connsiteY0" fmla="*/ 7596 h 7995"/>
                <a:gd name="connsiteX1" fmla="*/ 7596 w 7995"/>
                <a:gd name="connsiteY1" fmla="*/ 9195 h 7995"/>
                <a:gd name="connsiteX2" fmla="*/ 5996 w 7995"/>
                <a:gd name="connsiteY2" fmla="*/ 7596 h 7995"/>
                <a:gd name="connsiteX3" fmla="*/ 7596 w 7995"/>
                <a:gd name="connsiteY3" fmla="*/ 5997 h 7995"/>
                <a:gd name="connsiteX4" fmla="*/ 9195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9195" y="7596"/>
                  </a:moveTo>
                  <a:cubicBezTo>
                    <a:pt x="9195" y="8479"/>
                    <a:pt x="8479" y="9195"/>
                    <a:pt x="7596" y="9195"/>
                  </a:cubicBezTo>
                  <a:cubicBezTo>
                    <a:pt x="6712" y="9195"/>
                    <a:pt x="5996" y="8479"/>
                    <a:pt x="5996" y="7596"/>
                  </a:cubicBezTo>
                  <a:cubicBezTo>
                    <a:pt x="5996" y="6713"/>
                    <a:pt x="6712" y="5997"/>
                    <a:pt x="7596" y="5997"/>
                  </a:cubicBezTo>
                  <a:cubicBezTo>
                    <a:pt x="8479" y="5997"/>
                    <a:pt x="9195" y="6713"/>
                    <a:pt x="9195" y="7596"/>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A819B69-9209-4D4D-A237-9C9AAF664231}"/>
                </a:ext>
              </a:extLst>
            </p:cNvPr>
            <p:cNvSpPr/>
            <p:nvPr/>
          </p:nvSpPr>
          <p:spPr>
            <a:xfrm>
              <a:off x="4354002" y="81402"/>
              <a:ext cx="15991" cy="7996"/>
            </a:xfrm>
            <a:custGeom>
              <a:avLst/>
              <a:gdLst>
                <a:gd name="connsiteX0" fmla="*/ 8396 w 15991"/>
                <a:gd name="connsiteY0" fmla="*/ 9195 h 7995"/>
                <a:gd name="connsiteX1" fmla="*/ 9994 w 15991"/>
                <a:gd name="connsiteY1" fmla="*/ 7596 h 7995"/>
                <a:gd name="connsiteX2" fmla="*/ 8396 w 15991"/>
                <a:gd name="connsiteY2" fmla="*/ 5997 h 7995"/>
                <a:gd name="connsiteX3" fmla="*/ 5997 w 15991"/>
                <a:gd name="connsiteY3" fmla="*/ 7596 h 7995"/>
                <a:gd name="connsiteX4" fmla="*/ 8396 w 15991"/>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7995">
                  <a:moveTo>
                    <a:pt x="8396" y="9195"/>
                  </a:moveTo>
                  <a:cubicBezTo>
                    <a:pt x="9195" y="9195"/>
                    <a:pt x="9994" y="8395"/>
                    <a:pt x="9994" y="7596"/>
                  </a:cubicBezTo>
                  <a:cubicBezTo>
                    <a:pt x="9994" y="6796"/>
                    <a:pt x="9195" y="5997"/>
                    <a:pt x="8396" y="5997"/>
                  </a:cubicBezTo>
                  <a:cubicBezTo>
                    <a:pt x="6797" y="5997"/>
                    <a:pt x="5997" y="6796"/>
                    <a:pt x="5997" y="7596"/>
                  </a:cubicBezTo>
                  <a:cubicBezTo>
                    <a:pt x="6797" y="8395"/>
                    <a:pt x="7596" y="9195"/>
                    <a:pt x="8396" y="9195"/>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A118369-D212-494D-8001-27408C39BC60}"/>
                </a:ext>
              </a:extLst>
            </p:cNvPr>
            <p:cNvSpPr/>
            <p:nvPr/>
          </p:nvSpPr>
          <p:spPr>
            <a:xfrm>
              <a:off x="4497123" y="79803"/>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C9FAB5DF-4C05-472A-BD87-201C32CFCD07}"/>
                </a:ext>
              </a:extLst>
            </p:cNvPr>
            <p:cNvSpPr/>
            <p:nvPr/>
          </p:nvSpPr>
          <p:spPr>
            <a:xfrm>
              <a:off x="356228" y="220524"/>
              <a:ext cx="15991" cy="15991"/>
            </a:xfrm>
            <a:custGeom>
              <a:avLst/>
              <a:gdLst>
                <a:gd name="connsiteX0" fmla="*/ 11594 w 15991"/>
                <a:gd name="connsiteY0" fmla="*/ 15591 h 15991"/>
                <a:gd name="connsiteX1" fmla="*/ 16391 w 15991"/>
                <a:gd name="connsiteY1" fmla="*/ 10794 h 15991"/>
                <a:gd name="connsiteX2" fmla="*/ 11594 w 15991"/>
                <a:gd name="connsiteY2" fmla="*/ 5997 h 15991"/>
                <a:gd name="connsiteX3" fmla="*/ 5997 w 15991"/>
                <a:gd name="connsiteY3" fmla="*/ 10794 h 15991"/>
                <a:gd name="connsiteX4" fmla="*/ 115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5591"/>
                  </a:moveTo>
                  <a:cubicBezTo>
                    <a:pt x="14792" y="15591"/>
                    <a:pt x="16391" y="13193"/>
                    <a:pt x="16391" y="10794"/>
                  </a:cubicBezTo>
                  <a:cubicBezTo>
                    <a:pt x="16391" y="8395"/>
                    <a:pt x="13992" y="5997"/>
                    <a:pt x="11594" y="5997"/>
                  </a:cubicBezTo>
                  <a:cubicBezTo>
                    <a:pt x="8395" y="5997"/>
                    <a:pt x="5997" y="8395"/>
                    <a:pt x="5997" y="10794"/>
                  </a:cubicBezTo>
                  <a:cubicBezTo>
                    <a:pt x="5997" y="13193"/>
                    <a:pt x="8395" y="15591"/>
                    <a:pt x="11594" y="15591"/>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82F1584-95FB-4560-A9F0-81BA3BD11199}"/>
                </a:ext>
              </a:extLst>
            </p:cNvPr>
            <p:cNvSpPr/>
            <p:nvPr/>
          </p:nvSpPr>
          <p:spPr>
            <a:xfrm>
              <a:off x="499348" y="220524"/>
              <a:ext cx="15991" cy="15991"/>
            </a:xfrm>
            <a:custGeom>
              <a:avLst/>
              <a:gdLst>
                <a:gd name="connsiteX0" fmla="*/ 10794 w 15991"/>
                <a:gd name="connsiteY0" fmla="*/ 15591 h 15991"/>
                <a:gd name="connsiteX1" fmla="*/ 163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992" y="15591"/>
                    <a:pt x="16391" y="13193"/>
                    <a:pt x="16391" y="10794"/>
                  </a:cubicBezTo>
                  <a:cubicBezTo>
                    <a:pt x="16391" y="8395"/>
                    <a:pt x="13992"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87ED4EBE-2EB8-40B4-A8ED-9B123B9FF4B4}"/>
                </a:ext>
              </a:extLst>
            </p:cNvPr>
            <p:cNvSpPr/>
            <p:nvPr/>
          </p:nvSpPr>
          <p:spPr>
            <a:xfrm>
              <a:off x="644867" y="222923"/>
              <a:ext cx="15991" cy="15991"/>
            </a:xfrm>
            <a:custGeom>
              <a:avLst/>
              <a:gdLst>
                <a:gd name="connsiteX0" fmla="*/ 8395 w 15991"/>
                <a:gd name="connsiteY0" fmla="*/ 9994 h 15991"/>
                <a:gd name="connsiteX1" fmla="*/ 9994 w 15991"/>
                <a:gd name="connsiteY1" fmla="*/ 7596 h 15991"/>
                <a:gd name="connsiteX2" fmla="*/ 8395 w 15991"/>
                <a:gd name="connsiteY2" fmla="*/ 5997 h 15991"/>
                <a:gd name="connsiteX3" fmla="*/ 5997 w 15991"/>
                <a:gd name="connsiteY3" fmla="*/ 7596 h 15991"/>
                <a:gd name="connsiteX4" fmla="*/ 8395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9994"/>
                  </a:moveTo>
                  <a:cubicBezTo>
                    <a:pt x="9195" y="9994"/>
                    <a:pt x="9994" y="9195"/>
                    <a:pt x="9994" y="7596"/>
                  </a:cubicBezTo>
                  <a:cubicBezTo>
                    <a:pt x="9994" y="6796"/>
                    <a:pt x="9195" y="5997"/>
                    <a:pt x="8395" y="5997"/>
                  </a:cubicBezTo>
                  <a:cubicBezTo>
                    <a:pt x="7596" y="5997"/>
                    <a:pt x="5997" y="6796"/>
                    <a:pt x="5997" y="7596"/>
                  </a:cubicBezTo>
                  <a:cubicBezTo>
                    <a:pt x="5997" y="9195"/>
                    <a:pt x="7596" y="9994"/>
                    <a:pt x="8395" y="9994"/>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3707A6D-5E31-41EC-97BC-1A1960FE6F8E}"/>
                </a:ext>
              </a:extLst>
            </p:cNvPr>
            <p:cNvSpPr/>
            <p:nvPr/>
          </p:nvSpPr>
          <p:spPr>
            <a:xfrm>
              <a:off x="787987" y="222923"/>
              <a:ext cx="7996" cy="15991"/>
            </a:xfrm>
            <a:custGeom>
              <a:avLst/>
              <a:gdLst>
                <a:gd name="connsiteX0" fmla="*/ 7596 w 7995"/>
                <a:gd name="connsiteY0" fmla="*/ 9994 h 15991"/>
                <a:gd name="connsiteX1" fmla="*/ 9195 w 7995"/>
                <a:gd name="connsiteY1" fmla="*/ 7596 h 15991"/>
                <a:gd name="connsiteX2" fmla="*/ 7596 w 7995"/>
                <a:gd name="connsiteY2" fmla="*/ 5997 h 15991"/>
                <a:gd name="connsiteX3" fmla="*/ 5997 w 7995"/>
                <a:gd name="connsiteY3" fmla="*/ 7596 h 15991"/>
                <a:gd name="connsiteX4" fmla="*/ 7596 w 7995"/>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15991">
                  <a:moveTo>
                    <a:pt x="7596" y="9994"/>
                  </a:moveTo>
                  <a:cubicBezTo>
                    <a:pt x="8395" y="9994"/>
                    <a:pt x="9195" y="9195"/>
                    <a:pt x="9195" y="7596"/>
                  </a:cubicBezTo>
                  <a:cubicBezTo>
                    <a:pt x="9195" y="6796"/>
                    <a:pt x="8395" y="5997"/>
                    <a:pt x="7596" y="5997"/>
                  </a:cubicBezTo>
                  <a:cubicBezTo>
                    <a:pt x="6796" y="5997"/>
                    <a:pt x="5997" y="6796"/>
                    <a:pt x="5997" y="7596"/>
                  </a:cubicBezTo>
                  <a:cubicBezTo>
                    <a:pt x="5997" y="9195"/>
                    <a:pt x="6796" y="9994"/>
                    <a:pt x="7596" y="9994"/>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FDBE8E48-9EB9-4D47-A25D-479B6B48AAB2}"/>
                </a:ext>
              </a:extLst>
            </p:cNvPr>
            <p:cNvSpPr/>
            <p:nvPr/>
          </p:nvSpPr>
          <p:spPr>
            <a:xfrm>
              <a:off x="930308" y="222923"/>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195"/>
                    <a:pt x="6796" y="10794"/>
                    <a:pt x="8395" y="10794"/>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CF546896-BE84-447E-8EA3-2C8AF039D637}"/>
                </a:ext>
              </a:extLst>
            </p:cNvPr>
            <p:cNvSpPr/>
            <p:nvPr/>
          </p:nvSpPr>
          <p:spPr>
            <a:xfrm>
              <a:off x="1071030" y="221324"/>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2393"/>
                    <a:pt x="14792" y="9994"/>
                  </a:cubicBezTo>
                  <a:cubicBezTo>
                    <a:pt x="14792" y="7596"/>
                    <a:pt x="131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FEB9664-E2CC-458A-83EC-E03E0065E06E}"/>
                </a:ext>
              </a:extLst>
            </p:cNvPr>
            <p:cNvSpPr/>
            <p:nvPr/>
          </p:nvSpPr>
          <p:spPr>
            <a:xfrm>
              <a:off x="1216549" y="22372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E4F984C5-F9F9-4D67-B258-7CBBAD18BCD1}"/>
                </a:ext>
              </a:extLst>
            </p:cNvPr>
            <p:cNvSpPr/>
            <p:nvPr/>
          </p:nvSpPr>
          <p:spPr>
            <a:xfrm>
              <a:off x="1930551" y="224522"/>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6796" y="7596"/>
                    <a:pt x="7596" y="7596"/>
                    <a:pt x="7596" y="6796"/>
                  </a:cubicBezTo>
                  <a:cubicBezTo>
                    <a:pt x="7596" y="6796"/>
                    <a:pt x="7596" y="5997"/>
                    <a:pt x="6796" y="5997"/>
                  </a:cubicBezTo>
                  <a:cubicBezTo>
                    <a:pt x="6796" y="5997"/>
                    <a:pt x="5997" y="5997"/>
                    <a:pt x="5997" y="6796"/>
                  </a:cubicBezTo>
                  <a:cubicBezTo>
                    <a:pt x="5997" y="6796"/>
                    <a:pt x="5997" y="7596"/>
                    <a:pt x="6796" y="7596"/>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6A30628-B204-4527-9897-B03A763DC048}"/>
                </a:ext>
              </a:extLst>
            </p:cNvPr>
            <p:cNvSpPr/>
            <p:nvPr/>
          </p:nvSpPr>
          <p:spPr>
            <a:xfrm>
              <a:off x="2072872" y="224522"/>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7596" y="7596"/>
                    <a:pt x="7596" y="6796"/>
                  </a:cubicBezTo>
                  <a:cubicBezTo>
                    <a:pt x="7596" y="6796"/>
                    <a:pt x="7596" y="5997"/>
                    <a:pt x="6796" y="5997"/>
                  </a:cubicBezTo>
                  <a:cubicBezTo>
                    <a:pt x="5997" y="5997"/>
                    <a:pt x="5997" y="5997"/>
                    <a:pt x="5997" y="6796"/>
                  </a:cubicBezTo>
                  <a:cubicBezTo>
                    <a:pt x="5997" y="6796"/>
                    <a:pt x="6796" y="7596"/>
                    <a:pt x="6796" y="7596"/>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26E6380-6C8D-496E-822D-E2F1D9749652}"/>
                </a:ext>
              </a:extLst>
            </p:cNvPr>
            <p:cNvSpPr/>
            <p:nvPr/>
          </p:nvSpPr>
          <p:spPr>
            <a:xfrm>
              <a:off x="2215993" y="224522"/>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6796" y="7596"/>
                    <a:pt x="7596" y="7596"/>
                    <a:pt x="7596" y="6796"/>
                  </a:cubicBezTo>
                  <a:cubicBezTo>
                    <a:pt x="7596" y="6796"/>
                    <a:pt x="7596" y="5997"/>
                    <a:pt x="6796" y="5997"/>
                  </a:cubicBezTo>
                  <a:cubicBezTo>
                    <a:pt x="5997" y="5997"/>
                    <a:pt x="5997" y="5997"/>
                    <a:pt x="5997" y="6796"/>
                  </a:cubicBezTo>
                  <a:cubicBezTo>
                    <a:pt x="5997" y="6796"/>
                    <a:pt x="5997" y="7596"/>
                    <a:pt x="6796" y="7596"/>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C999DD5F-5B1A-48E0-9A07-9A0AAB8D16EC}"/>
                </a:ext>
              </a:extLst>
            </p:cNvPr>
            <p:cNvSpPr/>
            <p:nvPr/>
          </p:nvSpPr>
          <p:spPr>
            <a:xfrm>
              <a:off x="2358313" y="224522"/>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7596" y="7596"/>
                    <a:pt x="7596" y="6796"/>
                  </a:cubicBezTo>
                  <a:cubicBezTo>
                    <a:pt x="7596" y="6796"/>
                    <a:pt x="7596" y="5997"/>
                    <a:pt x="6796" y="5997"/>
                  </a:cubicBezTo>
                  <a:cubicBezTo>
                    <a:pt x="6796" y="5997"/>
                    <a:pt x="5997" y="5997"/>
                    <a:pt x="5997" y="6796"/>
                  </a:cubicBezTo>
                  <a:cubicBezTo>
                    <a:pt x="5997" y="6796"/>
                    <a:pt x="6796" y="7596"/>
                    <a:pt x="6796" y="7596"/>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E0B71B94-C8DA-406A-848F-BA2032AAC59A}"/>
                </a:ext>
              </a:extLst>
            </p:cNvPr>
            <p:cNvSpPr/>
            <p:nvPr/>
          </p:nvSpPr>
          <p:spPr>
            <a:xfrm>
              <a:off x="2500634" y="224522"/>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7596" y="6796"/>
                    <a:pt x="7596" y="6796"/>
                  </a:cubicBezTo>
                  <a:cubicBezTo>
                    <a:pt x="7596" y="5997"/>
                    <a:pt x="7596" y="5997"/>
                    <a:pt x="6796" y="5997"/>
                  </a:cubicBezTo>
                  <a:cubicBezTo>
                    <a:pt x="5997" y="5997"/>
                    <a:pt x="5997" y="6796"/>
                    <a:pt x="5997" y="6796"/>
                  </a:cubicBezTo>
                  <a:cubicBezTo>
                    <a:pt x="5997" y="7596"/>
                    <a:pt x="6796" y="7596"/>
                    <a:pt x="6796" y="7596"/>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1C1C31D-9696-4ED9-8DC7-097DA77F3EE2}"/>
                </a:ext>
              </a:extLst>
            </p:cNvPr>
            <p:cNvSpPr/>
            <p:nvPr/>
          </p:nvSpPr>
          <p:spPr>
            <a:xfrm>
              <a:off x="2639757" y="220524"/>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5103628-D8E5-49FC-AC3D-7DD41B7E18A5}"/>
                </a:ext>
              </a:extLst>
            </p:cNvPr>
            <p:cNvSpPr/>
            <p:nvPr/>
          </p:nvSpPr>
          <p:spPr>
            <a:xfrm>
              <a:off x="2785276" y="22372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6796" y="8395"/>
                    <a:pt x="6796" y="9195"/>
                    <a:pt x="7596" y="9195"/>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2CC4178-3D46-45CF-9183-7AEAC3919091}"/>
                </a:ext>
              </a:extLst>
            </p:cNvPr>
            <p:cNvSpPr/>
            <p:nvPr/>
          </p:nvSpPr>
          <p:spPr>
            <a:xfrm>
              <a:off x="2926797" y="222123"/>
              <a:ext cx="15991" cy="15991"/>
            </a:xfrm>
            <a:custGeom>
              <a:avLst/>
              <a:gdLst>
                <a:gd name="connsiteX0" fmla="*/ 9195 w 15991"/>
                <a:gd name="connsiteY0" fmla="*/ 12393 h 15991"/>
                <a:gd name="connsiteX1" fmla="*/ 131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1593" y="12393"/>
                    <a:pt x="13193" y="10794"/>
                    <a:pt x="13193" y="9195"/>
                  </a:cubicBezTo>
                  <a:cubicBezTo>
                    <a:pt x="13193" y="7596"/>
                    <a:pt x="11593" y="5997"/>
                    <a:pt x="9195" y="5997"/>
                  </a:cubicBezTo>
                  <a:cubicBezTo>
                    <a:pt x="7596" y="5997"/>
                    <a:pt x="5997" y="7596"/>
                    <a:pt x="5997" y="9195"/>
                  </a:cubicBezTo>
                  <a:cubicBezTo>
                    <a:pt x="5997" y="10794"/>
                    <a:pt x="6796" y="12393"/>
                    <a:pt x="9195" y="12393"/>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CD5BA56-ED97-4376-A8B0-BDEBB9C3DD98}"/>
                </a:ext>
              </a:extLst>
            </p:cNvPr>
            <p:cNvSpPr/>
            <p:nvPr/>
          </p:nvSpPr>
          <p:spPr>
            <a:xfrm>
              <a:off x="3066719" y="219725"/>
              <a:ext cx="23987" cy="15991"/>
            </a:xfrm>
            <a:custGeom>
              <a:avLst/>
              <a:gdLst>
                <a:gd name="connsiteX0" fmla="*/ 11593 w 23986"/>
                <a:gd name="connsiteY0" fmla="*/ 17190 h 15991"/>
                <a:gd name="connsiteX1" fmla="*/ 17990 w 23986"/>
                <a:gd name="connsiteY1" fmla="*/ 11594 h 15991"/>
                <a:gd name="connsiteX2" fmla="*/ 11593 w 23986"/>
                <a:gd name="connsiteY2" fmla="*/ 5997 h 15991"/>
                <a:gd name="connsiteX3" fmla="*/ 5997 w 23986"/>
                <a:gd name="connsiteY3" fmla="*/ 11594 h 15991"/>
                <a:gd name="connsiteX4" fmla="*/ 11593 w 23986"/>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15991">
                  <a:moveTo>
                    <a:pt x="11593" y="17190"/>
                  </a:moveTo>
                  <a:cubicBezTo>
                    <a:pt x="14792" y="17190"/>
                    <a:pt x="17990" y="14792"/>
                    <a:pt x="17990" y="11594"/>
                  </a:cubicBezTo>
                  <a:cubicBezTo>
                    <a:pt x="17990" y="8395"/>
                    <a:pt x="15591" y="5997"/>
                    <a:pt x="11593" y="5997"/>
                  </a:cubicBezTo>
                  <a:cubicBezTo>
                    <a:pt x="8395" y="5997"/>
                    <a:pt x="5997" y="8395"/>
                    <a:pt x="5997" y="11594"/>
                  </a:cubicBezTo>
                  <a:cubicBezTo>
                    <a:pt x="5997" y="14792"/>
                    <a:pt x="8395" y="17190"/>
                    <a:pt x="11593" y="17190"/>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EACD260-7D76-4FAC-8DA1-91B22A4AD2C4}"/>
                </a:ext>
              </a:extLst>
            </p:cNvPr>
            <p:cNvSpPr/>
            <p:nvPr/>
          </p:nvSpPr>
          <p:spPr>
            <a:xfrm>
              <a:off x="3212238" y="222123"/>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E7B0680-8363-42C6-AA8C-467ABEC78D80}"/>
                </a:ext>
              </a:extLst>
            </p:cNvPr>
            <p:cNvSpPr/>
            <p:nvPr/>
          </p:nvSpPr>
          <p:spPr>
            <a:xfrm>
              <a:off x="3356158" y="222923"/>
              <a:ext cx="7996" cy="15991"/>
            </a:xfrm>
            <a:custGeom>
              <a:avLst/>
              <a:gdLst>
                <a:gd name="connsiteX0" fmla="*/ 7596 w 7995"/>
                <a:gd name="connsiteY0" fmla="*/ 9994 h 15991"/>
                <a:gd name="connsiteX1" fmla="*/ 9195 w 7995"/>
                <a:gd name="connsiteY1" fmla="*/ 7596 h 15991"/>
                <a:gd name="connsiteX2" fmla="*/ 7596 w 7995"/>
                <a:gd name="connsiteY2" fmla="*/ 5997 h 15991"/>
                <a:gd name="connsiteX3" fmla="*/ 5997 w 7995"/>
                <a:gd name="connsiteY3" fmla="*/ 7596 h 15991"/>
                <a:gd name="connsiteX4" fmla="*/ 7596 w 7995"/>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15991">
                  <a:moveTo>
                    <a:pt x="7596" y="9994"/>
                  </a:moveTo>
                  <a:cubicBezTo>
                    <a:pt x="8395" y="9994"/>
                    <a:pt x="9195" y="9195"/>
                    <a:pt x="9195" y="7596"/>
                  </a:cubicBezTo>
                  <a:cubicBezTo>
                    <a:pt x="9195" y="6796"/>
                    <a:pt x="8395" y="5997"/>
                    <a:pt x="7596" y="5997"/>
                  </a:cubicBezTo>
                  <a:cubicBezTo>
                    <a:pt x="5997" y="5997"/>
                    <a:pt x="5997" y="6796"/>
                    <a:pt x="5997" y="7596"/>
                  </a:cubicBezTo>
                  <a:cubicBezTo>
                    <a:pt x="5997" y="9195"/>
                    <a:pt x="6797" y="9994"/>
                    <a:pt x="7596" y="9994"/>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3F2EE49-34AD-4467-A428-679540DFB2F6}"/>
                </a:ext>
              </a:extLst>
            </p:cNvPr>
            <p:cNvSpPr/>
            <p:nvPr/>
          </p:nvSpPr>
          <p:spPr>
            <a:xfrm>
              <a:off x="3498478" y="222923"/>
              <a:ext cx="15991" cy="15991"/>
            </a:xfrm>
            <a:custGeom>
              <a:avLst/>
              <a:gdLst>
                <a:gd name="connsiteX0" fmla="*/ 7596 w 15991"/>
                <a:gd name="connsiteY0" fmla="*/ 9994 h 15991"/>
                <a:gd name="connsiteX1" fmla="*/ 9994 w 15991"/>
                <a:gd name="connsiteY1" fmla="*/ 7596 h 15991"/>
                <a:gd name="connsiteX2" fmla="*/ 7596 w 15991"/>
                <a:gd name="connsiteY2" fmla="*/ 5997 h 15991"/>
                <a:gd name="connsiteX3" fmla="*/ 5997 w 15991"/>
                <a:gd name="connsiteY3" fmla="*/ 7596 h 15991"/>
                <a:gd name="connsiteX4" fmla="*/ 7596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596" y="9994"/>
                  </a:moveTo>
                  <a:cubicBezTo>
                    <a:pt x="9195" y="9994"/>
                    <a:pt x="9994" y="9195"/>
                    <a:pt x="9994" y="7596"/>
                  </a:cubicBezTo>
                  <a:cubicBezTo>
                    <a:pt x="9994" y="6796"/>
                    <a:pt x="9195" y="5997"/>
                    <a:pt x="7596" y="5997"/>
                  </a:cubicBezTo>
                  <a:cubicBezTo>
                    <a:pt x="6797" y="5997"/>
                    <a:pt x="5997" y="6796"/>
                    <a:pt x="5997" y="7596"/>
                  </a:cubicBezTo>
                  <a:cubicBezTo>
                    <a:pt x="5997" y="9195"/>
                    <a:pt x="6797" y="9994"/>
                    <a:pt x="7596" y="9994"/>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7D1D4F50-252D-42BA-B508-680122995079}"/>
                </a:ext>
              </a:extLst>
            </p:cNvPr>
            <p:cNvSpPr/>
            <p:nvPr/>
          </p:nvSpPr>
          <p:spPr>
            <a:xfrm>
              <a:off x="3641599" y="22372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648BFC53-A209-4B67-91C4-C82D5B07577C}"/>
                </a:ext>
              </a:extLst>
            </p:cNvPr>
            <p:cNvSpPr/>
            <p:nvPr/>
          </p:nvSpPr>
          <p:spPr>
            <a:xfrm>
              <a:off x="3783920" y="223722"/>
              <a:ext cx="7996" cy="7996"/>
            </a:xfrm>
            <a:custGeom>
              <a:avLst/>
              <a:gdLst>
                <a:gd name="connsiteX0" fmla="*/ 9195 w 7995"/>
                <a:gd name="connsiteY0" fmla="*/ 7596 h 7995"/>
                <a:gd name="connsiteX1" fmla="*/ 7596 w 7995"/>
                <a:gd name="connsiteY1" fmla="*/ 9195 h 7995"/>
                <a:gd name="connsiteX2" fmla="*/ 5997 w 7995"/>
                <a:gd name="connsiteY2" fmla="*/ 7596 h 7995"/>
                <a:gd name="connsiteX3" fmla="*/ 7596 w 7995"/>
                <a:gd name="connsiteY3" fmla="*/ 5997 h 7995"/>
                <a:gd name="connsiteX4" fmla="*/ 9195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9195" y="7596"/>
                  </a:moveTo>
                  <a:cubicBezTo>
                    <a:pt x="9195" y="8479"/>
                    <a:pt x="8479" y="9195"/>
                    <a:pt x="7596" y="9195"/>
                  </a:cubicBezTo>
                  <a:cubicBezTo>
                    <a:pt x="6712" y="9195"/>
                    <a:pt x="5997" y="8479"/>
                    <a:pt x="5997" y="7596"/>
                  </a:cubicBezTo>
                  <a:cubicBezTo>
                    <a:pt x="5997" y="6713"/>
                    <a:pt x="6712" y="5997"/>
                    <a:pt x="7596" y="5997"/>
                  </a:cubicBezTo>
                  <a:cubicBezTo>
                    <a:pt x="8479" y="5997"/>
                    <a:pt x="9195" y="6713"/>
                    <a:pt x="9195" y="7596"/>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AA53664-1821-42A2-A7CF-214BA803CED7}"/>
                </a:ext>
              </a:extLst>
            </p:cNvPr>
            <p:cNvSpPr/>
            <p:nvPr/>
          </p:nvSpPr>
          <p:spPr>
            <a:xfrm>
              <a:off x="3927040" y="22372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6534BC86-4DBB-4992-9530-CF8E53F39E24}"/>
                </a:ext>
              </a:extLst>
            </p:cNvPr>
            <p:cNvSpPr/>
            <p:nvPr/>
          </p:nvSpPr>
          <p:spPr>
            <a:xfrm>
              <a:off x="4069361" y="222923"/>
              <a:ext cx="15991" cy="15991"/>
            </a:xfrm>
            <a:custGeom>
              <a:avLst/>
              <a:gdLst>
                <a:gd name="connsiteX0" fmla="*/ 7596 w 15991"/>
                <a:gd name="connsiteY0" fmla="*/ 9994 h 15991"/>
                <a:gd name="connsiteX1" fmla="*/ 9994 w 15991"/>
                <a:gd name="connsiteY1" fmla="*/ 7596 h 15991"/>
                <a:gd name="connsiteX2" fmla="*/ 7596 w 15991"/>
                <a:gd name="connsiteY2" fmla="*/ 5997 h 15991"/>
                <a:gd name="connsiteX3" fmla="*/ 5997 w 15991"/>
                <a:gd name="connsiteY3" fmla="*/ 7596 h 15991"/>
                <a:gd name="connsiteX4" fmla="*/ 7596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596" y="9994"/>
                  </a:moveTo>
                  <a:cubicBezTo>
                    <a:pt x="8395" y="9994"/>
                    <a:pt x="9994" y="9195"/>
                    <a:pt x="9994" y="7596"/>
                  </a:cubicBezTo>
                  <a:cubicBezTo>
                    <a:pt x="9994" y="6796"/>
                    <a:pt x="9195" y="5997"/>
                    <a:pt x="7596" y="5997"/>
                  </a:cubicBezTo>
                  <a:cubicBezTo>
                    <a:pt x="6796" y="5997"/>
                    <a:pt x="5997" y="6796"/>
                    <a:pt x="5997" y="7596"/>
                  </a:cubicBezTo>
                  <a:cubicBezTo>
                    <a:pt x="5997" y="9195"/>
                    <a:pt x="6796" y="9994"/>
                    <a:pt x="7596" y="9994"/>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F153C811-B0C4-4057-8A9E-056C0003EDC9}"/>
                </a:ext>
              </a:extLst>
            </p:cNvPr>
            <p:cNvSpPr/>
            <p:nvPr/>
          </p:nvSpPr>
          <p:spPr>
            <a:xfrm>
              <a:off x="4210882" y="222123"/>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877AA3E-B702-4CC4-B10B-37ECB46662B7}"/>
                </a:ext>
              </a:extLst>
            </p:cNvPr>
            <p:cNvSpPr/>
            <p:nvPr/>
          </p:nvSpPr>
          <p:spPr>
            <a:xfrm>
              <a:off x="4354002" y="222923"/>
              <a:ext cx="15991" cy="15991"/>
            </a:xfrm>
            <a:custGeom>
              <a:avLst/>
              <a:gdLst>
                <a:gd name="connsiteX0" fmla="*/ 8396 w 15991"/>
                <a:gd name="connsiteY0" fmla="*/ 9994 h 15991"/>
                <a:gd name="connsiteX1" fmla="*/ 9994 w 15991"/>
                <a:gd name="connsiteY1" fmla="*/ 7596 h 15991"/>
                <a:gd name="connsiteX2" fmla="*/ 8396 w 15991"/>
                <a:gd name="connsiteY2" fmla="*/ 5997 h 15991"/>
                <a:gd name="connsiteX3" fmla="*/ 5997 w 15991"/>
                <a:gd name="connsiteY3" fmla="*/ 7596 h 15991"/>
                <a:gd name="connsiteX4" fmla="*/ 8396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6" y="9994"/>
                  </a:moveTo>
                  <a:cubicBezTo>
                    <a:pt x="9195" y="9994"/>
                    <a:pt x="9994" y="9195"/>
                    <a:pt x="9994" y="7596"/>
                  </a:cubicBezTo>
                  <a:cubicBezTo>
                    <a:pt x="9994" y="6796"/>
                    <a:pt x="9195" y="5997"/>
                    <a:pt x="8396" y="5997"/>
                  </a:cubicBezTo>
                  <a:cubicBezTo>
                    <a:pt x="6797" y="5997"/>
                    <a:pt x="5997" y="6796"/>
                    <a:pt x="5997" y="7596"/>
                  </a:cubicBezTo>
                  <a:cubicBezTo>
                    <a:pt x="6797" y="9195"/>
                    <a:pt x="7596" y="9994"/>
                    <a:pt x="8396" y="9994"/>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2CB4C17-EC54-4ECE-8B0F-FD170739F331}"/>
                </a:ext>
              </a:extLst>
            </p:cNvPr>
            <p:cNvSpPr/>
            <p:nvPr/>
          </p:nvSpPr>
          <p:spPr>
            <a:xfrm>
              <a:off x="4497123" y="222923"/>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195"/>
                    <a:pt x="6796" y="10794"/>
                    <a:pt x="8395" y="10794"/>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2CE02F3F-CCC9-4BCC-B116-93BD72CDAEDD}"/>
                </a:ext>
              </a:extLst>
            </p:cNvPr>
            <p:cNvSpPr/>
            <p:nvPr/>
          </p:nvSpPr>
          <p:spPr>
            <a:xfrm>
              <a:off x="351430" y="357248"/>
              <a:ext cx="31982" cy="31982"/>
            </a:xfrm>
            <a:custGeom>
              <a:avLst/>
              <a:gdLst>
                <a:gd name="connsiteX0" fmla="*/ 16391 w 31982"/>
                <a:gd name="connsiteY0" fmla="*/ 26785 h 31982"/>
                <a:gd name="connsiteX1" fmla="*/ 26785 w 31982"/>
                <a:gd name="connsiteY1" fmla="*/ 16391 h 31982"/>
                <a:gd name="connsiteX2" fmla="*/ 16391 w 31982"/>
                <a:gd name="connsiteY2" fmla="*/ 5997 h 31982"/>
                <a:gd name="connsiteX3" fmla="*/ 5997 w 31982"/>
                <a:gd name="connsiteY3" fmla="*/ 16391 h 31982"/>
                <a:gd name="connsiteX4" fmla="*/ 16391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391" y="26785"/>
                  </a:moveTo>
                  <a:cubicBezTo>
                    <a:pt x="21988" y="26785"/>
                    <a:pt x="26785" y="21988"/>
                    <a:pt x="26785" y="16391"/>
                  </a:cubicBezTo>
                  <a:cubicBezTo>
                    <a:pt x="26785" y="10794"/>
                    <a:pt x="21988" y="5997"/>
                    <a:pt x="16391" y="5997"/>
                  </a:cubicBezTo>
                  <a:cubicBezTo>
                    <a:pt x="10794" y="5997"/>
                    <a:pt x="5997" y="10794"/>
                    <a:pt x="5997" y="16391"/>
                  </a:cubicBezTo>
                  <a:cubicBezTo>
                    <a:pt x="5997" y="21988"/>
                    <a:pt x="10794" y="26785"/>
                    <a:pt x="16391" y="26785"/>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058D4971-EE6F-4526-9207-F83D40C99399}"/>
                </a:ext>
              </a:extLst>
            </p:cNvPr>
            <p:cNvSpPr/>
            <p:nvPr/>
          </p:nvSpPr>
          <p:spPr>
            <a:xfrm>
              <a:off x="493751" y="357248"/>
              <a:ext cx="31982" cy="31982"/>
            </a:xfrm>
            <a:custGeom>
              <a:avLst/>
              <a:gdLst>
                <a:gd name="connsiteX0" fmla="*/ 16391 w 31982"/>
                <a:gd name="connsiteY0" fmla="*/ 26785 h 31982"/>
                <a:gd name="connsiteX1" fmla="*/ 26785 w 31982"/>
                <a:gd name="connsiteY1" fmla="*/ 16391 h 31982"/>
                <a:gd name="connsiteX2" fmla="*/ 16391 w 31982"/>
                <a:gd name="connsiteY2" fmla="*/ 5997 h 31982"/>
                <a:gd name="connsiteX3" fmla="*/ 5997 w 31982"/>
                <a:gd name="connsiteY3" fmla="*/ 16391 h 31982"/>
                <a:gd name="connsiteX4" fmla="*/ 16391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391" y="26785"/>
                  </a:moveTo>
                  <a:cubicBezTo>
                    <a:pt x="21988" y="26785"/>
                    <a:pt x="26785" y="21988"/>
                    <a:pt x="26785" y="16391"/>
                  </a:cubicBezTo>
                  <a:cubicBezTo>
                    <a:pt x="26785" y="10794"/>
                    <a:pt x="21988" y="5997"/>
                    <a:pt x="16391" y="5997"/>
                  </a:cubicBezTo>
                  <a:cubicBezTo>
                    <a:pt x="10794" y="5997"/>
                    <a:pt x="5997" y="10794"/>
                    <a:pt x="5997" y="16391"/>
                  </a:cubicBezTo>
                  <a:cubicBezTo>
                    <a:pt x="6796" y="21988"/>
                    <a:pt x="10794" y="26785"/>
                    <a:pt x="16391" y="26785"/>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3A3621A6-BEAF-4E74-8CCC-D02653E11F95}"/>
                </a:ext>
              </a:extLst>
            </p:cNvPr>
            <p:cNvSpPr/>
            <p:nvPr/>
          </p:nvSpPr>
          <p:spPr>
            <a:xfrm>
              <a:off x="640070" y="360446"/>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1"/>
                    <a:pt x="20389" y="13193"/>
                  </a:cubicBezTo>
                  <a:cubicBezTo>
                    <a:pt x="20389" y="9195"/>
                    <a:pt x="17190" y="5997"/>
                    <a:pt x="13193" y="5997"/>
                  </a:cubicBezTo>
                  <a:cubicBezTo>
                    <a:pt x="9195" y="5997"/>
                    <a:pt x="5997" y="9195"/>
                    <a:pt x="5997" y="13193"/>
                  </a:cubicBezTo>
                  <a:cubicBezTo>
                    <a:pt x="5997" y="17191"/>
                    <a:pt x="9195" y="20389"/>
                    <a:pt x="13193" y="2038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24EED5B-ADF8-4591-B1DF-27D7F4287ED6}"/>
                </a:ext>
              </a:extLst>
            </p:cNvPr>
            <p:cNvSpPr/>
            <p:nvPr/>
          </p:nvSpPr>
          <p:spPr>
            <a:xfrm>
              <a:off x="784789" y="362845"/>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992"/>
                    <a:pt x="8395" y="15591"/>
                    <a:pt x="10794" y="1559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E8D973E8-0195-4D89-9287-CADC1CEECED4}"/>
                </a:ext>
              </a:extLst>
            </p:cNvPr>
            <p:cNvSpPr/>
            <p:nvPr/>
          </p:nvSpPr>
          <p:spPr>
            <a:xfrm>
              <a:off x="929300" y="364444"/>
              <a:ext cx="15991" cy="15991"/>
            </a:xfrm>
            <a:custGeom>
              <a:avLst/>
              <a:gdLst>
                <a:gd name="connsiteX0" fmla="*/ 9403 w 15991"/>
                <a:gd name="connsiteY0" fmla="*/ 13193 h 15991"/>
                <a:gd name="connsiteX1" fmla="*/ 13401 w 15991"/>
                <a:gd name="connsiteY1" fmla="*/ 9994 h 15991"/>
                <a:gd name="connsiteX2" fmla="*/ 9403 w 15991"/>
                <a:gd name="connsiteY2" fmla="*/ 5997 h 15991"/>
                <a:gd name="connsiteX3" fmla="*/ 6205 w 15991"/>
                <a:gd name="connsiteY3" fmla="*/ 9994 h 15991"/>
                <a:gd name="connsiteX4" fmla="*/ 9403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403" y="13193"/>
                  </a:moveTo>
                  <a:cubicBezTo>
                    <a:pt x="11002" y="13193"/>
                    <a:pt x="13401" y="11594"/>
                    <a:pt x="13401" y="9994"/>
                  </a:cubicBezTo>
                  <a:cubicBezTo>
                    <a:pt x="13401" y="7596"/>
                    <a:pt x="11802" y="5997"/>
                    <a:pt x="9403" y="5997"/>
                  </a:cubicBezTo>
                  <a:cubicBezTo>
                    <a:pt x="7804" y="5997"/>
                    <a:pt x="6205" y="7596"/>
                    <a:pt x="6205" y="9994"/>
                  </a:cubicBezTo>
                  <a:cubicBezTo>
                    <a:pt x="5405" y="11594"/>
                    <a:pt x="7004" y="13193"/>
                    <a:pt x="9403" y="13193"/>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E66C8446-D3A2-4DD7-B541-94C12EA7DB49}"/>
                </a:ext>
              </a:extLst>
            </p:cNvPr>
            <p:cNvSpPr/>
            <p:nvPr/>
          </p:nvSpPr>
          <p:spPr>
            <a:xfrm>
              <a:off x="1071829" y="364444"/>
              <a:ext cx="15991" cy="15991"/>
            </a:xfrm>
            <a:custGeom>
              <a:avLst/>
              <a:gdLst>
                <a:gd name="connsiteX0" fmla="*/ 9195 w 15991"/>
                <a:gd name="connsiteY0" fmla="*/ 13193 h 15991"/>
                <a:gd name="connsiteX1" fmla="*/ 13193 w 15991"/>
                <a:gd name="connsiteY1" fmla="*/ 9994 h 15991"/>
                <a:gd name="connsiteX2" fmla="*/ 9195 w 15991"/>
                <a:gd name="connsiteY2" fmla="*/ 5997 h 15991"/>
                <a:gd name="connsiteX3" fmla="*/ 5997 w 15991"/>
                <a:gd name="connsiteY3" fmla="*/ 9994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4" y="13193"/>
                    <a:pt x="13193" y="11594"/>
                    <a:pt x="13193" y="9994"/>
                  </a:cubicBezTo>
                  <a:cubicBezTo>
                    <a:pt x="13193" y="7596"/>
                    <a:pt x="11594" y="5997"/>
                    <a:pt x="9195" y="5997"/>
                  </a:cubicBezTo>
                  <a:cubicBezTo>
                    <a:pt x="7596" y="5997"/>
                    <a:pt x="5997" y="7596"/>
                    <a:pt x="5997" y="9994"/>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2149EFC0-B939-4EAF-90D5-71A37D813CCA}"/>
                </a:ext>
              </a:extLst>
            </p:cNvPr>
            <p:cNvSpPr/>
            <p:nvPr/>
          </p:nvSpPr>
          <p:spPr>
            <a:xfrm>
              <a:off x="1214150" y="364444"/>
              <a:ext cx="15991" cy="15991"/>
            </a:xfrm>
            <a:custGeom>
              <a:avLst/>
              <a:gdLst>
                <a:gd name="connsiteX0" fmla="*/ 9994 w 15991"/>
                <a:gd name="connsiteY0" fmla="*/ 13193 h 15991"/>
                <a:gd name="connsiteX1" fmla="*/ 13193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994"/>
                  </a:cubicBezTo>
                  <a:cubicBezTo>
                    <a:pt x="13193" y="7596"/>
                    <a:pt x="11594" y="5997"/>
                    <a:pt x="9994" y="5997"/>
                  </a:cubicBezTo>
                  <a:cubicBezTo>
                    <a:pt x="8395" y="5997"/>
                    <a:pt x="5997" y="7596"/>
                    <a:pt x="5997" y="9994"/>
                  </a:cubicBezTo>
                  <a:cubicBezTo>
                    <a:pt x="5997" y="11594"/>
                    <a:pt x="7596" y="13193"/>
                    <a:pt x="9994" y="13193"/>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667F9DDE-30C9-4A41-BC68-5F428A3FF5B6}"/>
                </a:ext>
              </a:extLst>
            </p:cNvPr>
            <p:cNvSpPr/>
            <p:nvPr/>
          </p:nvSpPr>
          <p:spPr>
            <a:xfrm>
              <a:off x="1357270" y="364444"/>
              <a:ext cx="15991" cy="15991"/>
            </a:xfrm>
            <a:custGeom>
              <a:avLst/>
              <a:gdLst>
                <a:gd name="connsiteX0" fmla="*/ 9195 w 15991"/>
                <a:gd name="connsiteY0" fmla="*/ 13193 h 15991"/>
                <a:gd name="connsiteX1" fmla="*/ 12393 w 15991"/>
                <a:gd name="connsiteY1" fmla="*/ 9994 h 15991"/>
                <a:gd name="connsiteX2" fmla="*/ 9195 w 15991"/>
                <a:gd name="connsiteY2" fmla="*/ 5997 h 15991"/>
                <a:gd name="connsiteX3" fmla="*/ 5997 w 15991"/>
                <a:gd name="connsiteY3" fmla="*/ 9994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0794" y="13193"/>
                    <a:pt x="12393" y="11594"/>
                    <a:pt x="12393" y="9994"/>
                  </a:cubicBezTo>
                  <a:cubicBezTo>
                    <a:pt x="12393" y="7596"/>
                    <a:pt x="10794" y="5997"/>
                    <a:pt x="9195" y="5997"/>
                  </a:cubicBezTo>
                  <a:cubicBezTo>
                    <a:pt x="7596" y="5997"/>
                    <a:pt x="5997" y="7596"/>
                    <a:pt x="5997" y="9994"/>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D9DB8E01-F626-4296-A4A9-3143C34E30FC}"/>
                </a:ext>
              </a:extLst>
            </p:cNvPr>
            <p:cNvSpPr/>
            <p:nvPr/>
          </p:nvSpPr>
          <p:spPr>
            <a:xfrm>
              <a:off x="1501190" y="365244"/>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65884A29-27D3-4C55-BFE6-C908DCD4C5F7}"/>
                </a:ext>
              </a:extLst>
            </p:cNvPr>
            <p:cNvSpPr/>
            <p:nvPr/>
          </p:nvSpPr>
          <p:spPr>
            <a:xfrm>
              <a:off x="1644311" y="366843"/>
              <a:ext cx="7996" cy="7996"/>
            </a:xfrm>
            <a:custGeom>
              <a:avLst/>
              <a:gdLst>
                <a:gd name="connsiteX0" fmla="*/ 7596 w 7995"/>
                <a:gd name="connsiteY0" fmla="*/ 8395 h 7995"/>
                <a:gd name="connsiteX1" fmla="*/ 8395 w 7995"/>
                <a:gd name="connsiteY1" fmla="*/ 7596 h 7995"/>
                <a:gd name="connsiteX2" fmla="*/ 7596 w 7995"/>
                <a:gd name="connsiteY2" fmla="*/ 5997 h 7995"/>
                <a:gd name="connsiteX3" fmla="*/ 5997 w 7995"/>
                <a:gd name="connsiteY3" fmla="*/ 7596 h 7995"/>
                <a:gd name="connsiteX4" fmla="*/ 7596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8395"/>
                  </a:moveTo>
                  <a:cubicBezTo>
                    <a:pt x="8395" y="8395"/>
                    <a:pt x="8395" y="7596"/>
                    <a:pt x="8395" y="7596"/>
                  </a:cubicBezTo>
                  <a:cubicBezTo>
                    <a:pt x="8395" y="6796"/>
                    <a:pt x="7596" y="5997"/>
                    <a:pt x="7596" y="5997"/>
                  </a:cubicBezTo>
                  <a:cubicBezTo>
                    <a:pt x="6796" y="5997"/>
                    <a:pt x="5997" y="6796"/>
                    <a:pt x="5997" y="7596"/>
                  </a:cubicBezTo>
                  <a:cubicBezTo>
                    <a:pt x="5997" y="7596"/>
                    <a:pt x="6796" y="8395"/>
                    <a:pt x="7596" y="8395"/>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8DDF3F1F-5780-46EB-B10A-0EF9BF275258}"/>
                </a:ext>
              </a:extLst>
            </p:cNvPr>
            <p:cNvSpPr/>
            <p:nvPr/>
          </p:nvSpPr>
          <p:spPr>
            <a:xfrm>
              <a:off x="1930220" y="366843"/>
              <a:ext cx="7996" cy="7996"/>
            </a:xfrm>
            <a:custGeom>
              <a:avLst/>
              <a:gdLst>
                <a:gd name="connsiteX0" fmla="*/ 7127 w 7995"/>
                <a:gd name="connsiteY0" fmla="*/ 8395 h 7995"/>
                <a:gd name="connsiteX1" fmla="*/ 7927 w 7995"/>
                <a:gd name="connsiteY1" fmla="*/ 7596 h 7995"/>
                <a:gd name="connsiteX2" fmla="*/ 7127 w 7995"/>
                <a:gd name="connsiteY2" fmla="*/ 5997 h 7995"/>
                <a:gd name="connsiteX3" fmla="*/ 6328 w 7995"/>
                <a:gd name="connsiteY3" fmla="*/ 7596 h 7995"/>
                <a:gd name="connsiteX4" fmla="*/ 7127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127" y="8395"/>
                  </a:moveTo>
                  <a:cubicBezTo>
                    <a:pt x="7927" y="8395"/>
                    <a:pt x="7927" y="7596"/>
                    <a:pt x="7927" y="7596"/>
                  </a:cubicBezTo>
                  <a:cubicBezTo>
                    <a:pt x="7927" y="6796"/>
                    <a:pt x="7127" y="5997"/>
                    <a:pt x="7127" y="5997"/>
                  </a:cubicBezTo>
                  <a:cubicBezTo>
                    <a:pt x="6328" y="5997"/>
                    <a:pt x="6328" y="6796"/>
                    <a:pt x="6328" y="7596"/>
                  </a:cubicBezTo>
                  <a:cubicBezTo>
                    <a:pt x="5528" y="7596"/>
                    <a:pt x="6328" y="8395"/>
                    <a:pt x="7127" y="8395"/>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6C9AE5C0-A46D-49CA-87B5-21FB8D007FC9}"/>
                </a:ext>
              </a:extLst>
            </p:cNvPr>
            <p:cNvSpPr/>
            <p:nvPr/>
          </p:nvSpPr>
          <p:spPr>
            <a:xfrm>
              <a:off x="2072073" y="36604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EC80E93F-2BF6-4661-98B1-7E6E74850EA2}"/>
                </a:ext>
              </a:extLst>
            </p:cNvPr>
            <p:cNvSpPr/>
            <p:nvPr/>
          </p:nvSpPr>
          <p:spPr>
            <a:xfrm>
              <a:off x="2212794" y="363645"/>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E96CDAB3-57CC-49C2-98C2-C0268C6063A2}"/>
                </a:ext>
              </a:extLst>
            </p:cNvPr>
            <p:cNvSpPr/>
            <p:nvPr/>
          </p:nvSpPr>
          <p:spPr>
            <a:xfrm>
              <a:off x="2351917" y="361246"/>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0"/>
                    <a:pt x="20389" y="13193"/>
                  </a:cubicBezTo>
                  <a:cubicBezTo>
                    <a:pt x="20389" y="9195"/>
                    <a:pt x="17190" y="5997"/>
                    <a:pt x="13193" y="5997"/>
                  </a:cubicBezTo>
                  <a:cubicBezTo>
                    <a:pt x="9195" y="5997"/>
                    <a:pt x="5997" y="9195"/>
                    <a:pt x="5997" y="13193"/>
                  </a:cubicBezTo>
                  <a:cubicBezTo>
                    <a:pt x="5997" y="16391"/>
                    <a:pt x="9195" y="20389"/>
                    <a:pt x="13193" y="2038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D12A727F-EEC7-46DC-BD27-D1455387C5F7}"/>
                </a:ext>
              </a:extLst>
            </p:cNvPr>
            <p:cNvSpPr/>
            <p:nvPr/>
          </p:nvSpPr>
          <p:spPr>
            <a:xfrm>
              <a:off x="2495037" y="361246"/>
              <a:ext cx="23987" cy="23987"/>
            </a:xfrm>
            <a:custGeom>
              <a:avLst/>
              <a:gdLst>
                <a:gd name="connsiteX0" fmla="*/ 12393 w 23986"/>
                <a:gd name="connsiteY0" fmla="*/ 18790 h 23986"/>
                <a:gd name="connsiteX1" fmla="*/ 18790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5591" y="18790"/>
                    <a:pt x="18790" y="15591"/>
                    <a:pt x="18790" y="12393"/>
                  </a:cubicBezTo>
                  <a:cubicBezTo>
                    <a:pt x="18790" y="8395"/>
                    <a:pt x="15591" y="5997"/>
                    <a:pt x="12393" y="5997"/>
                  </a:cubicBezTo>
                  <a:cubicBezTo>
                    <a:pt x="9195" y="5997"/>
                    <a:pt x="5997" y="8395"/>
                    <a:pt x="5997" y="12393"/>
                  </a:cubicBezTo>
                  <a:cubicBezTo>
                    <a:pt x="6796" y="16391"/>
                    <a:pt x="9195" y="18790"/>
                    <a:pt x="12393" y="18790"/>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4FD69783-8137-453C-B055-AE30E73E2CB9}"/>
                </a:ext>
              </a:extLst>
            </p:cNvPr>
            <p:cNvSpPr/>
            <p:nvPr/>
          </p:nvSpPr>
          <p:spPr>
            <a:xfrm>
              <a:off x="2638157" y="361246"/>
              <a:ext cx="23987" cy="23987"/>
            </a:xfrm>
            <a:custGeom>
              <a:avLst/>
              <a:gdLst>
                <a:gd name="connsiteX0" fmla="*/ 12393 w 23986"/>
                <a:gd name="connsiteY0" fmla="*/ 19589 h 23986"/>
                <a:gd name="connsiteX1" fmla="*/ 18790 w 23986"/>
                <a:gd name="connsiteY1" fmla="*/ 13193 h 23986"/>
                <a:gd name="connsiteX2" fmla="*/ 12393 w 23986"/>
                <a:gd name="connsiteY2" fmla="*/ 5997 h 23986"/>
                <a:gd name="connsiteX3" fmla="*/ 5997 w 23986"/>
                <a:gd name="connsiteY3" fmla="*/ 13193 h 23986"/>
                <a:gd name="connsiteX4" fmla="*/ 12393 w 23986"/>
                <a:gd name="connsiteY4" fmla="*/ 195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9589"/>
                  </a:moveTo>
                  <a:cubicBezTo>
                    <a:pt x="16391" y="19589"/>
                    <a:pt x="18790" y="16391"/>
                    <a:pt x="18790" y="13193"/>
                  </a:cubicBezTo>
                  <a:cubicBezTo>
                    <a:pt x="18790" y="9195"/>
                    <a:pt x="15591" y="5997"/>
                    <a:pt x="12393" y="5997"/>
                  </a:cubicBezTo>
                  <a:cubicBezTo>
                    <a:pt x="8395" y="5997"/>
                    <a:pt x="5997" y="9195"/>
                    <a:pt x="5997" y="13193"/>
                  </a:cubicBezTo>
                  <a:cubicBezTo>
                    <a:pt x="5997" y="16391"/>
                    <a:pt x="8395" y="19589"/>
                    <a:pt x="12393" y="19589"/>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45135F0-F1D2-4C0B-98D1-D354B397D556}"/>
                </a:ext>
              </a:extLst>
            </p:cNvPr>
            <p:cNvSpPr/>
            <p:nvPr/>
          </p:nvSpPr>
          <p:spPr>
            <a:xfrm>
              <a:off x="2774881" y="355649"/>
              <a:ext cx="31982" cy="31982"/>
            </a:xfrm>
            <a:custGeom>
              <a:avLst/>
              <a:gdLst>
                <a:gd name="connsiteX0" fmla="*/ 17990 w 31982"/>
                <a:gd name="connsiteY0" fmla="*/ 29983 h 31982"/>
                <a:gd name="connsiteX1" fmla="*/ 29983 w 31982"/>
                <a:gd name="connsiteY1" fmla="*/ 17990 h 31982"/>
                <a:gd name="connsiteX2" fmla="*/ 17990 w 31982"/>
                <a:gd name="connsiteY2" fmla="*/ 5997 h 31982"/>
                <a:gd name="connsiteX3" fmla="*/ 5997 w 31982"/>
                <a:gd name="connsiteY3" fmla="*/ 17990 h 31982"/>
                <a:gd name="connsiteX4" fmla="*/ 17990 w 31982"/>
                <a:gd name="connsiteY4" fmla="*/ 299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990" y="29983"/>
                  </a:moveTo>
                  <a:cubicBezTo>
                    <a:pt x="24386" y="29983"/>
                    <a:pt x="29983" y="24386"/>
                    <a:pt x="29983" y="17990"/>
                  </a:cubicBezTo>
                  <a:cubicBezTo>
                    <a:pt x="29983" y="11594"/>
                    <a:pt x="24386" y="5997"/>
                    <a:pt x="17990" y="5997"/>
                  </a:cubicBezTo>
                  <a:cubicBezTo>
                    <a:pt x="11593" y="5997"/>
                    <a:pt x="5997" y="11594"/>
                    <a:pt x="5997" y="17990"/>
                  </a:cubicBezTo>
                  <a:cubicBezTo>
                    <a:pt x="5997" y="24386"/>
                    <a:pt x="11593" y="29983"/>
                    <a:pt x="17990" y="29983"/>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6035B191-215A-4598-B497-90072411D4CD}"/>
                </a:ext>
              </a:extLst>
            </p:cNvPr>
            <p:cNvSpPr/>
            <p:nvPr/>
          </p:nvSpPr>
          <p:spPr>
            <a:xfrm>
              <a:off x="2922799" y="360446"/>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1"/>
                    <a:pt x="20389" y="13193"/>
                  </a:cubicBezTo>
                  <a:cubicBezTo>
                    <a:pt x="20389" y="9195"/>
                    <a:pt x="17190" y="5997"/>
                    <a:pt x="13193" y="5997"/>
                  </a:cubicBezTo>
                  <a:cubicBezTo>
                    <a:pt x="9195" y="5997"/>
                    <a:pt x="5997" y="9195"/>
                    <a:pt x="5997" y="13193"/>
                  </a:cubicBezTo>
                  <a:cubicBezTo>
                    <a:pt x="5997" y="17191"/>
                    <a:pt x="9195" y="20389"/>
                    <a:pt x="13193" y="20389"/>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98631207-221D-42F0-A982-70002CD3EE2F}"/>
                </a:ext>
              </a:extLst>
            </p:cNvPr>
            <p:cNvSpPr/>
            <p:nvPr/>
          </p:nvSpPr>
          <p:spPr>
            <a:xfrm>
              <a:off x="3067519" y="362845"/>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992"/>
                    <a:pt x="8395" y="15591"/>
                    <a:pt x="10794" y="15591"/>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771529A2-93EC-407A-8C42-F811ECAD2A2A}"/>
                </a:ext>
              </a:extLst>
            </p:cNvPr>
            <p:cNvSpPr/>
            <p:nvPr/>
          </p:nvSpPr>
          <p:spPr>
            <a:xfrm>
              <a:off x="3211439" y="363645"/>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39E3A21-E832-4A2B-99C8-C2F24A76BBA5}"/>
                </a:ext>
              </a:extLst>
            </p:cNvPr>
            <p:cNvSpPr/>
            <p:nvPr/>
          </p:nvSpPr>
          <p:spPr>
            <a:xfrm>
              <a:off x="3353759" y="364444"/>
              <a:ext cx="15991" cy="15991"/>
            </a:xfrm>
            <a:custGeom>
              <a:avLst/>
              <a:gdLst>
                <a:gd name="connsiteX0" fmla="*/ 9994 w 15991"/>
                <a:gd name="connsiteY0" fmla="*/ 13193 h 15991"/>
                <a:gd name="connsiteX1" fmla="*/ 13193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994"/>
                  </a:cubicBezTo>
                  <a:cubicBezTo>
                    <a:pt x="13193" y="7596"/>
                    <a:pt x="11594" y="5997"/>
                    <a:pt x="9994" y="5997"/>
                  </a:cubicBezTo>
                  <a:cubicBezTo>
                    <a:pt x="8395" y="5997"/>
                    <a:pt x="5997" y="7596"/>
                    <a:pt x="5997" y="9994"/>
                  </a:cubicBezTo>
                  <a:cubicBezTo>
                    <a:pt x="5997" y="11594"/>
                    <a:pt x="8395" y="13193"/>
                    <a:pt x="9994" y="13193"/>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F3052C36-CB48-418C-8705-E920F481B17A}"/>
                </a:ext>
              </a:extLst>
            </p:cNvPr>
            <p:cNvSpPr/>
            <p:nvPr/>
          </p:nvSpPr>
          <p:spPr>
            <a:xfrm>
              <a:off x="3498478" y="36604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6" y="9195"/>
                    <a:pt x="9195" y="8395"/>
                    <a:pt x="9195" y="7596"/>
                  </a:cubicBezTo>
                  <a:cubicBezTo>
                    <a:pt x="9195" y="6796"/>
                    <a:pt x="8396" y="5997"/>
                    <a:pt x="7596" y="5997"/>
                  </a:cubicBezTo>
                  <a:cubicBezTo>
                    <a:pt x="6797" y="5997"/>
                    <a:pt x="5997" y="6796"/>
                    <a:pt x="5997" y="7596"/>
                  </a:cubicBezTo>
                  <a:cubicBezTo>
                    <a:pt x="5997" y="8395"/>
                    <a:pt x="7596" y="9195"/>
                    <a:pt x="7596" y="9195"/>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7BF9715-9D11-4124-9661-621F7D9DF1A8}"/>
                </a:ext>
              </a:extLst>
            </p:cNvPr>
            <p:cNvSpPr/>
            <p:nvPr/>
          </p:nvSpPr>
          <p:spPr>
            <a:xfrm>
              <a:off x="3641599" y="36604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5B39C20-3890-41ED-B878-CE1953BB8FC0}"/>
                </a:ext>
              </a:extLst>
            </p:cNvPr>
            <p:cNvSpPr/>
            <p:nvPr/>
          </p:nvSpPr>
          <p:spPr>
            <a:xfrm>
              <a:off x="3783920" y="36604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7" y="5997"/>
                    <a:pt x="5997" y="6796"/>
                    <a:pt x="5997" y="7596"/>
                  </a:cubicBezTo>
                  <a:cubicBezTo>
                    <a:pt x="5997" y="8395"/>
                    <a:pt x="6797" y="9195"/>
                    <a:pt x="7596" y="9195"/>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36F25A9A-9105-4773-B11A-4609F2FCB9E3}"/>
                </a:ext>
              </a:extLst>
            </p:cNvPr>
            <p:cNvSpPr/>
            <p:nvPr/>
          </p:nvSpPr>
          <p:spPr>
            <a:xfrm>
              <a:off x="3925441" y="365244"/>
              <a:ext cx="15991" cy="15991"/>
            </a:xfrm>
            <a:custGeom>
              <a:avLst/>
              <a:gdLst>
                <a:gd name="connsiteX0" fmla="*/ 9195 w 15991"/>
                <a:gd name="connsiteY0" fmla="*/ 11594 h 15991"/>
                <a:gd name="connsiteX1" fmla="*/ 11594 w 15991"/>
                <a:gd name="connsiteY1" fmla="*/ 9195 h 15991"/>
                <a:gd name="connsiteX2" fmla="*/ 9195 w 15991"/>
                <a:gd name="connsiteY2" fmla="*/ 5997 h 15991"/>
                <a:gd name="connsiteX3" fmla="*/ 5997 w 15991"/>
                <a:gd name="connsiteY3" fmla="*/ 9195 h 15991"/>
                <a:gd name="connsiteX4" fmla="*/ 9195 w 15991"/>
                <a:gd name="connsiteY4" fmla="*/ 115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1594"/>
                  </a:moveTo>
                  <a:cubicBezTo>
                    <a:pt x="10794" y="11594"/>
                    <a:pt x="11594" y="9994"/>
                    <a:pt x="11594" y="9195"/>
                  </a:cubicBezTo>
                  <a:cubicBezTo>
                    <a:pt x="11594" y="7596"/>
                    <a:pt x="10794" y="5997"/>
                    <a:pt x="9195" y="5997"/>
                  </a:cubicBezTo>
                  <a:cubicBezTo>
                    <a:pt x="7596" y="5997"/>
                    <a:pt x="5997" y="7596"/>
                    <a:pt x="5997" y="9195"/>
                  </a:cubicBezTo>
                  <a:cubicBezTo>
                    <a:pt x="5997" y="9994"/>
                    <a:pt x="7596" y="11594"/>
                    <a:pt x="9195" y="11594"/>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56E1211-912B-46F5-B3F1-0A7A57A5DF0F}"/>
                </a:ext>
              </a:extLst>
            </p:cNvPr>
            <p:cNvSpPr/>
            <p:nvPr/>
          </p:nvSpPr>
          <p:spPr>
            <a:xfrm>
              <a:off x="4068562" y="365244"/>
              <a:ext cx="15991" cy="15991"/>
            </a:xfrm>
            <a:custGeom>
              <a:avLst/>
              <a:gdLst>
                <a:gd name="connsiteX0" fmla="*/ 8395 w 15991"/>
                <a:gd name="connsiteY0" fmla="*/ 11594 h 15991"/>
                <a:gd name="connsiteX1" fmla="*/ 11593 w 15991"/>
                <a:gd name="connsiteY1" fmla="*/ 9195 h 15991"/>
                <a:gd name="connsiteX2" fmla="*/ 8395 w 15991"/>
                <a:gd name="connsiteY2" fmla="*/ 5997 h 15991"/>
                <a:gd name="connsiteX3" fmla="*/ 5997 w 15991"/>
                <a:gd name="connsiteY3" fmla="*/ 9195 h 15991"/>
                <a:gd name="connsiteX4" fmla="*/ 8395 w 15991"/>
                <a:gd name="connsiteY4" fmla="*/ 115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1594"/>
                  </a:moveTo>
                  <a:cubicBezTo>
                    <a:pt x="9994" y="11594"/>
                    <a:pt x="11593" y="9994"/>
                    <a:pt x="11593" y="9195"/>
                  </a:cubicBezTo>
                  <a:cubicBezTo>
                    <a:pt x="11593" y="7596"/>
                    <a:pt x="9994" y="5997"/>
                    <a:pt x="8395" y="5997"/>
                  </a:cubicBezTo>
                  <a:cubicBezTo>
                    <a:pt x="6796" y="5997"/>
                    <a:pt x="5997" y="7596"/>
                    <a:pt x="5997" y="9195"/>
                  </a:cubicBezTo>
                  <a:cubicBezTo>
                    <a:pt x="5997" y="9994"/>
                    <a:pt x="6796" y="11594"/>
                    <a:pt x="8395" y="11594"/>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02D920ED-CF16-4A70-B5CF-CCB446DD8AD0}"/>
                </a:ext>
              </a:extLst>
            </p:cNvPr>
            <p:cNvSpPr/>
            <p:nvPr/>
          </p:nvSpPr>
          <p:spPr>
            <a:xfrm>
              <a:off x="4210882" y="365244"/>
              <a:ext cx="15991" cy="15991"/>
            </a:xfrm>
            <a:custGeom>
              <a:avLst/>
              <a:gdLst>
                <a:gd name="connsiteX0" fmla="*/ 9195 w 15991"/>
                <a:gd name="connsiteY0" fmla="*/ 11594 h 15991"/>
                <a:gd name="connsiteX1" fmla="*/ 11594 w 15991"/>
                <a:gd name="connsiteY1" fmla="*/ 9195 h 15991"/>
                <a:gd name="connsiteX2" fmla="*/ 9195 w 15991"/>
                <a:gd name="connsiteY2" fmla="*/ 5997 h 15991"/>
                <a:gd name="connsiteX3" fmla="*/ 5997 w 15991"/>
                <a:gd name="connsiteY3" fmla="*/ 9195 h 15991"/>
                <a:gd name="connsiteX4" fmla="*/ 9195 w 15991"/>
                <a:gd name="connsiteY4" fmla="*/ 115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1594"/>
                  </a:moveTo>
                  <a:cubicBezTo>
                    <a:pt x="10794" y="11594"/>
                    <a:pt x="11594" y="9994"/>
                    <a:pt x="11594" y="9195"/>
                  </a:cubicBezTo>
                  <a:cubicBezTo>
                    <a:pt x="11594" y="7596"/>
                    <a:pt x="9994" y="5997"/>
                    <a:pt x="9195" y="5997"/>
                  </a:cubicBezTo>
                  <a:cubicBezTo>
                    <a:pt x="7596" y="5997"/>
                    <a:pt x="5997" y="7596"/>
                    <a:pt x="5997" y="9195"/>
                  </a:cubicBezTo>
                  <a:cubicBezTo>
                    <a:pt x="5997" y="9994"/>
                    <a:pt x="7596" y="11594"/>
                    <a:pt x="9195" y="11594"/>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0A305C3-7A90-4395-B66A-62EDC41C8DF7}"/>
                </a:ext>
              </a:extLst>
            </p:cNvPr>
            <p:cNvSpPr/>
            <p:nvPr/>
          </p:nvSpPr>
          <p:spPr>
            <a:xfrm>
              <a:off x="4352404" y="364444"/>
              <a:ext cx="15991" cy="15991"/>
            </a:xfrm>
            <a:custGeom>
              <a:avLst/>
              <a:gdLst>
                <a:gd name="connsiteX0" fmla="*/ 9994 w 15991"/>
                <a:gd name="connsiteY0" fmla="*/ 13193 h 15991"/>
                <a:gd name="connsiteX1" fmla="*/ 13192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3" y="13193"/>
                    <a:pt x="13192" y="11594"/>
                    <a:pt x="13192" y="9994"/>
                  </a:cubicBezTo>
                  <a:cubicBezTo>
                    <a:pt x="13192" y="7596"/>
                    <a:pt x="11593" y="5997"/>
                    <a:pt x="9994" y="5997"/>
                  </a:cubicBezTo>
                  <a:cubicBezTo>
                    <a:pt x="7595" y="5997"/>
                    <a:pt x="5997" y="7596"/>
                    <a:pt x="5997" y="9994"/>
                  </a:cubicBezTo>
                  <a:cubicBezTo>
                    <a:pt x="6796" y="11594"/>
                    <a:pt x="8395" y="13193"/>
                    <a:pt x="9994" y="13193"/>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F6012B64-B377-4C4B-93DD-1C90DF30F92D}"/>
                </a:ext>
              </a:extLst>
            </p:cNvPr>
            <p:cNvSpPr/>
            <p:nvPr/>
          </p:nvSpPr>
          <p:spPr>
            <a:xfrm>
              <a:off x="4497123" y="365244"/>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5DCCA4BE-0CF8-4FB2-A60B-498C20D73B83}"/>
                </a:ext>
              </a:extLst>
            </p:cNvPr>
            <p:cNvSpPr/>
            <p:nvPr/>
          </p:nvSpPr>
          <p:spPr>
            <a:xfrm>
              <a:off x="4637045" y="362845"/>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992"/>
                    <a:pt x="8395" y="15591"/>
                    <a:pt x="10794" y="15591"/>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00010606-E9E8-4E2E-A26F-CA96C56F62D0}"/>
                </a:ext>
              </a:extLst>
            </p:cNvPr>
            <p:cNvSpPr/>
            <p:nvPr/>
          </p:nvSpPr>
          <p:spPr>
            <a:xfrm>
              <a:off x="350631" y="498769"/>
              <a:ext cx="31982" cy="31982"/>
            </a:xfrm>
            <a:custGeom>
              <a:avLst/>
              <a:gdLst>
                <a:gd name="connsiteX0" fmla="*/ 17191 w 31982"/>
                <a:gd name="connsiteY0" fmla="*/ 28384 h 31982"/>
                <a:gd name="connsiteX1" fmla="*/ 28384 w 31982"/>
                <a:gd name="connsiteY1" fmla="*/ 17191 h 31982"/>
                <a:gd name="connsiteX2" fmla="*/ 17191 w 31982"/>
                <a:gd name="connsiteY2" fmla="*/ 5997 h 31982"/>
                <a:gd name="connsiteX3" fmla="*/ 5997 w 31982"/>
                <a:gd name="connsiteY3" fmla="*/ 17191 h 31982"/>
                <a:gd name="connsiteX4" fmla="*/ 17191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1" y="28384"/>
                  </a:moveTo>
                  <a:cubicBezTo>
                    <a:pt x="23587" y="28384"/>
                    <a:pt x="28384" y="23587"/>
                    <a:pt x="28384" y="17191"/>
                  </a:cubicBezTo>
                  <a:cubicBezTo>
                    <a:pt x="28384" y="10794"/>
                    <a:pt x="23587" y="5997"/>
                    <a:pt x="17191" y="5997"/>
                  </a:cubicBezTo>
                  <a:cubicBezTo>
                    <a:pt x="10794" y="5997"/>
                    <a:pt x="5997" y="10794"/>
                    <a:pt x="5997" y="17191"/>
                  </a:cubicBezTo>
                  <a:cubicBezTo>
                    <a:pt x="5997" y="23587"/>
                    <a:pt x="10794" y="28384"/>
                    <a:pt x="17191" y="28384"/>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0CA2748E-0915-4444-A3E8-A2B4C09275A7}"/>
                </a:ext>
              </a:extLst>
            </p:cNvPr>
            <p:cNvSpPr/>
            <p:nvPr/>
          </p:nvSpPr>
          <p:spPr>
            <a:xfrm>
              <a:off x="492951" y="498769"/>
              <a:ext cx="31982" cy="31982"/>
            </a:xfrm>
            <a:custGeom>
              <a:avLst/>
              <a:gdLst>
                <a:gd name="connsiteX0" fmla="*/ 17191 w 31982"/>
                <a:gd name="connsiteY0" fmla="*/ 28384 h 31982"/>
                <a:gd name="connsiteX1" fmla="*/ 28384 w 31982"/>
                <a:gd name="connsiteY1" fmla="*/ 17191 h 31982"/>
                <a:gd name="connsiteX2" fmla="*/ 17191 w 31982"/>
                <a:gd name="connsiteY2" fmla="*/ 5997 h 31982"/>
                <a:gd name="connsiteX3" fmla="*/ 5997 w 31982"/>
                <a:gd name="connsiteY3" fmla="*/ 17191 h 31982"/>
                <a:gd name="connsiteX4" fmla="*/ 17191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1" y="28384"/>
                  </a:moveTo>
                  <a:cubicBezTo>
                    <a:pt x="23587" y="28384"/>
                    <a:pt x="28384" y="23587"/>
                    <a:pt x="28384" y="17191"/>
                  </a:cubicBezTo>
                  <a:cubicBezTo>
                    <a:pt x="28384" y="10794"/>
                    <a:pt x="23587" y="5997"/>
                    <a:pt x="17191" y="5997"/>
                  </a:cubicBezTo>
                  <a:cubicBezTo>
                    <a:pt x="11594" y="5997"/>
                    <a:pt x="5997" y="10794"/>
                    <a:pt x="5997" y="17191"/>
                  </a:cubicBezTo>
                  <a:cubicBezTo>
                    <a:pt x="6796" y="23587"/>
                    <a:pt x="11594" y="28384"/>
                    <a:pt x="17191" y="28384"/>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DAF92880-FE54-4A23-8E78-2219657B90B6}"/>
                </a:ext>
              </a:extLst>
            </p:cNvPr>
            <p:cNvSpPr/>
            <p:nvPr/>
          </p:nvSpPr>
          <p:spPr>
            <a:xfrm>
              <a:off x="635272" y="498769"/>
              <a:ext cx="31982" cy="31982"/>
            </a:xfrm>
            <a:custGeom>
              <a:avLst/>
              <a:gdLst>
                <a:gd name="connsiteX0" fmla="*/ 17990 w 31982"/>
                <a:gd name="connsiteY0" fmla="*/ 29983 h 31982"/>
                <a:gd name="connsiteX1" fmla="*/ 29983 w 31982"/>
                <a:gd name="connsiteY1" fmla="*/ 17990 h 31982"/>
                <a:gd name="connsiteX2" fmla="*/ 17990 w 31982"/>
                <a:gd name="connsiteY2" fmla="*/ 5997 h 31982"/>
                <a:gd name="connsiteX3" fmla="*/ 5997 w 31982"/>
                <a:gd name="connsiteY3" fmla="*/ 17990 h 31982"/>
                <a:gd name="connsiteX4" fmla="*/ 17990 w 31982"/>
                <a:gd name="connsiteY4" fmla="*/ 299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990" y="29983"/>
                  </a:moveTo>
                  <a:cubicBezTo>
                    <a:pt x="25186" y="29983"/>
                    <a:pt x="29983" y="24386"/>
                    <a:pt x="29983" y="17990"/>
                  </a:cubicBezTo>
                  <a:cubicBezTo>
                    <a:pt x="29983" y="10794"/>
                    <a:pt x="24386" y="5997"/>
                    <a:pt x="17990" y="5997"/>
                  </a:cubicBezTo>
                  <a:cubicBezTo>
                    <a:pt x="11594" y="5997"/>
                    <a:pt x="5997" y="11594"/>
                    <a:pt x="5997" y="17990"/>
                  </a:cubicBezTo>
                  <a:cubicBezTo>
                    <a:pt x="5997" y="24386"/>
                    <a:pt x="11594" y="29983"/>
                    <a:pt x="17990" y="29983"/>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FBBE024E-05A4-4CDC-B23C-9248DAA4BAA6}"/>
                </a:ext>
              </a:extLst>
            </p:cNvPr>
            <p:cNvSpPr/>
            <p:nvPr/>
          </p:nvSpPr>
          <p:spPr>
            <a:xfrm>
              <a:off x="784789" y="506765"/>
              <a:ext cx="15991" cy="15991"/>
            </a:xfrm>
            <a:custGeom>
              <a:avLst/>
              <a:gdLst>
                <a:gd name="connsiteX0" fmla="*/ 10794 w 15991"/>
                <a:gd name="connsiteY0" fmla="*/ 13992 h 15991"/>
                <a:gd name="connsiteX1" fmla="*/ 14792 w 15991"/>
                <a:gd name="connsiteY1" fmla="*/ 9994 h 15991"/>
                <a:gd name="connsiteX2" fmla="*/ 10794 w 15991"/>
                <a:gd name="connsiteY2" fmla="*/ 5997 h 15991"/>
                <a:gd name="connsiteX3" fmla="*/ 5997 w 15991"/>
                <a:gd name="connsiteY3" fmla="*/ 9994 h 15991"/>
                <a:gd name="connsiteX4" fmla="*/ 107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3992"/>
                  </a:moveTo>
                  <a:cubicBezTo>
                    <a:pt x="13193" y="13992"/>
                    <a:pt x="14792" y="12393"/>
                    <a:pt x="14792" y="9994"/>
                  </a:cubicBezTo>
                  <a:cubicBezTo>
                    <a:pt x="14792" y="7596"/>
                    <a:pt x="12393" y="5997"/>
                    <a:pt x="10794" y="5997"/>
                  </a:cubicBezTo>
                  <a:cubicBezTo>
                    <a:pt x="8395" y="5997"/>
                    <a:pt x="5997" y="7596"/>
                    <a:pt x="5997" y="9994"/>
                  </a:cubicBezTo>
                  <a:cubicBezTo>
                    <a:pt x="6796" y="12393"/>
                    <a:pt x="8395" y="13992"/>
                    <a:pt x="10794" y="13992"/>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F4760FC7-1739-4EE4-B138-D304E208F508}"/>
                </a:ext>
              </a:extLst>
            </p:cNvPr>
            <p:cNvSpPr/>
            <p:nvPr/>
          </p:nvSpPr>
          <p:spPr>
            <a:xfrm>
              <a:off x="929300" y="506765"/>
              <a:ext cx="15991" cy="15991"/>
            </a:xfrm>
            <a:custGeom>
              <a:avLst/>
              <a:gdLst>
                <a:gd name="connsiteX0" fmla="*/ 9403 w 15991"/>
                <a:gd name="connsiteY0" fmla="*/ 13193 h 15991"/>
                <a:gd name="connsiteX1" fmla="*/ 13401 w 15991"/>
                <a:gd name="connsiteY1" fmla="*/ 9994 h 15991"/>
                <a:gd name="connsiteX2" fmla="*/ 9403 w 15991"/>
                <a:gd name="connsiteY2" fmla="*/ 5997 h 15991"/>
                <a:gd name="connsiteX3" fmla="*/ 6205 w 15991"/>
                <a:gd name="connsiteY3" fmla="*/ 9994 h 15991"/>
                <a:gd name="connsiteX4" fmla="*/ 9403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403" y="13193"/>
                  </a:moveTo>
                  <a:cubicBezTo>
                    <a:pt x="11002" y="13193"/>
                    <a:pt x="13401" y="11594"/>
                    <a:pt x="13401" y="9994"/>
                  </a:cubicBezTo>
                  <a:cubicBezTo>
                    <a:pt x="13401" y="8395"/>
                    <a:pt x="11802" y="5997"/>
                    <a:pt x="9403" y="5997"/>
                  </a:cubicBezTo>
                  <a:cubicBezTo>
                    <a:pt x="7804" y="5997"/>
                    <a:pt x="6205" y="7596"/>
                    <a:pt x="6205" y="9994"/>
                  </a:cubicBezTo>
                  <a:cubicBezTo>
                    <a:pt x="5405" y="11594"/>
                    <a:pt x="7004" y="13193"/>
                    <a:pt x="9403" y="13193"/>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EDE436FE-A5FB-4316-B328-86EE2520F312}"/>
                </a:ext>
              </a:extLst>
            </p:cNvPr>
            <p:cNvSpPr/>
            <p:nvPr/>
          </p:nvSpPr>
          <p:spPr>
            <a:xfrm>
              <a:off x="1071829" y="506765"/>
              <a:ext cx="15991" cy="15991"/>
            </a:xfrm>
            <a:custGeom>
              <a:avLst/>
              <a:gdLst>
                <a:gd name="connsiteX0" fmla="*/ 9195 w 15991"/>
                <a:gd name="connsiteY0" fmla="*/ 13193 h 15991"/>
                <a:gd name="connsiteX1" fmla="*/ 13193 w 15991"/>
                <a:gd name="connsiteY1" fmla="*/ 9994 h 15991"/>
                <a:gd name="connsiteX2" fmla="*/ 9195 w 15991"/>
                <a:gd name="connsiteY2" fmla="*/ 5997 h 15991"/>
                <a:gd name="connsiteX3" fmla="*/ 5997 w 15991"/>
                <a:gd name="connsiteY3" fmla="*/ 9994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4" y="13193"/>
                    <a:pt x="13193" y="11594"/>
                    <a:pt x="13193" y="9994"/>
                  </a:cubicBezTo>
                  <a:cubicBezTo>
                    <a:pt x="13193" y="8395"/>
                    <a:pt x="11594" y="5997"/>
                    <a:pt x="9195" y="5997"/>
                  </a:cubicBezTo>
                  <a:cubicBezTo>
                    <a:pt x="7596" y="5997"/>
                    <a:pt x="5997" y="7596"/>
                    <a:pt x="5997" y="9994"/>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8BC994FA-9979-46E0-80FC-B69D285EDFCF}"/>
                </a:ext>
              </a:extLst>
            </p:cNvPr>
            <p:cNvSpPr/>
            <p:nvPr/>
          </p:nvSpPr>
          <p:spPr>
            <a:xfrm>
              <a:off x="1214150" y="506765"/>
              <a:ext cx="15991" cy="15991"/>
            </a:xfrm>
            <a:custGeom>
              <a:avLst/>
              <a:gdLst>
                <a:gd name="connsiteX0" fmla="*/ 9994 w 15991"/>
                <a:gd name="connsiteY0" fmla="*/ 13193 h 15991"/>
                <a:gd name="connsiteX1" fmla="*/ 13193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994"/>
                  </a:cubicBezTo>
                  <a:cubicBezTo>
                    <a:pt x="13193" y="8395"/>
                    <a:pt x="11594" y="5997"/>
                    <a:pt x="9994" y="5997"/>
                  </a:cubicBezTo>
                  <a:cubicBezTo>
                    <a:pt x="8395" y="5997"/>
                    <a:pt x="5997" y="7596"/>
                    <a:pt x="5997" y="9994"/>
                  </a:cubicBezTo>
                  <a:cubicBezTo>
                    <a:pt x="5997" y="11594"/>
                    <a:pt x="7596" y="13193"/>
                    <a:pt x="9994" y="13193"/>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F5DF3323-11FF-4D6C-AB1C-A72C6EA128C0}"/>
                </a:ext>
              </a:extLst>
            </p:cNvPr>
            <p:cNvSpPr/>
            <p:nvPr/>
          </p:nvSpPr>
          <p:spPr>
            <a:xfrm>
              <a:off x="1357270" y="507564"/>
              <a:ext cx="15991" cy="15991"/>
            </a:xfrm>
            <a:custGeom>
              <a:avLst/>
              <a:gdLst>
                <a:gd name="connsiteX0" fmla="*/ 12393 w 15991"/>
                <a:gd name="connsiteY0" fmla="*/ 9195 h 15991"/>
                <a:gd name="connsiteX1" fmla="*/ 9195 w 15991"/>
                <a:gd name="connsiteY1" fmla="*/ 12393 h 15991"/>
                <a:gd name="connsiteX2" fmla="*/ 5997 w 15991"/>
                <a:gd name="connsiteY2" fmla="*/ 9195 h 15991"/>
                <a:gd name="connsiteX3" fmla="*/ 9195 w 15991"/>
                <a:gd name="connsiteY3" fmla="*/ 5997 h 15991"/>
                <a:gd name="connsiteX4" fmla="*/ 12393 w 15991"/>
                <a:gd name="connsiteY4" fmla="*/ 9195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2393" y="9195"/>
                  </a:moveTo>
                  <a:cubicBezTo>
                    <a:pt x="12393" y="10961"/>
                    <a:pt x="10961" y="12393"/>
                    <a:pt x="9195" y="12393"/>
                  </a:cubicBezTo>
                  <a:cubicBezTo>
                    <a:pt x="7429" y="12393"/>
                    <a:pt x="5997" y="10961"/>
                    <a:pt x="5997" y="9195"/>
                  </a:cubicBezTo>
                  <a:cubicBezTo>
                    <a:pt x="5997" y="7429"/>
                    <a:pt x="7429" y="5997"/>
                    <a:pt x="9195" y="5997"/>
                  </a:cubicBezTo>
                  <a:cubicBezTo>
                    <a:pt x="10961" y="5997"/>
                    <a:pt x="12393" y="7429"/>
                    <a:pt x="12393" y="9195"/>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3227CD67-9915-4B16-B6EE-7331B67998AA}"/>
                </a:ext>
              </a:extLst>
            </p:cNvPr>
            <p:cNvSpPr/>
            <p:nvPr/>
          </p:nvSpPr>
          <p:spPr>
            <a:xfrm>
              <a:off x="1499591" y="505965"/>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FC168FCC-D508-4D0D-8798-0425E69538AA}"/>
                </a:ext>
              </a:extLst>
            </p:cNvPr>
            <p:cNvSpPr/>
            <p:nvPr/>
          </p:nvSpPr>
          <p:spPr>
            <a:xfrm>
              <a:off x="1641912" y="505965"/>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BAB7BF7-BD83-4AEF-9271-4D57EA65E07E}"/>
                </a:ext>
              </a:extLst>
            </p:cNvPr>
            <p:cNvSpPr/>
            <p:nvPr/>
          </p:nvSpPr>
          <p:spPr>
            <a:xfrm>
              <a:off x="1784233" y="506765"/>
              <a:ext cx="15991" cy="15991"/>
            </a:xfrm>
            <a:custGeom>
              <a:avLst/>
              <a:gdLst>
                <a:gd name="connsiteX0" fmla="*/ 9994 w 15991"/>
                <a:gd name="connsiteY0" fmla="*/ 13193 h 15991"/>
                <a:gd name="connsiteX1" fmla="*/ 13193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3" y="13193"/>
                    <a:pt x="13193" y="11594"/>
                    <a:pt x="13193" y="9994"/>
                  </a:cubicBezTo>
                  <a:cubicBezTo>
                    <a:pt x="13193" y="8395"/>
                    <a:pt x="11593" y="5997"/>
                    <a:pt x="9994" y="5997"/>
                  </a:cubicBezTo>
                  <a:cubicBezTo>
                    <a:pt x="8395" y="5997"/>
                    <a:pt x="5997" y="7596"/>
                    <a:pt x="5997" y="9994"/>
                  </a:cubicBezTo>
                  <a:cubicBezTo>
                    <a:pt x="6796" y="11594"/>
                    <a:pt x="8395" y="13193"/>
                    <a:pt x="9994" y="13193"/>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2C97FBD9-3CAA-4634-93EA-C3BB19D4D3C0}"/>
                </a:ext>
              </a:extLst>
            </p:cNvPr>
            <p:cNvSpPr/>
            <p:nvPr/>
          </p:nvSpPr>
          <p:spPr>
            <a:xfrm>
              <a:off x="1922556" y="501967"/>
              <a:ext cx="23987" cy="23987"/>
            </a:xfrm>
            <a:custGeom>
              <a:avLst/>
              <a:gdLst>
                <a:gd name="connsiteX0" fmla="*/ 23587 w 23986"/>
                <a:gd name="connsiteY0" fmla="*/ 14792 h 23986"/>
                <a:gd name="connsiteX1" fmla="*/ 14792 w 23986"/>
                <a:gd name="connsiteY1" fmla="*/ 23587 h 23986"/>
                <a:gd name="connsiteX2" fmla="*/ 5997 w 23986"/>
                <a:gd name="connsiteY2" fmla="*/ 14792 h 23986"/>
                <a:gd name="connsiteX3" fmla="*/ 14792 w 23986"/>
                <a:gd name="connsiteY3" fmla="*/ 5997 h 23986"/>
                <a:gd name="connsiteX4" fmla="*/ 23587 w 23986"/>
                <a:gd name="connsiteY4" fmla="*/ 14792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23587" y="14792"/>
                  </a:moveTo>
                  <a:cubicBezTo>
                    <a:pt x="23587" y="19649"/>
                    <a:pt x="19649" y="23587"/>
                    <a:pt x="14792" y="23587"/>
                  </a:cubicBezTo>
                  <a:cubicBezTo>
                    <a:pt x="9934" y="23587"/>
                    <a:pt x="5997" y="19649"/>
                    <a:pt x="5997" y="14792"/>
                  </a:cubicBezTo>
                  <a:cubicBezTo>
                    <a:pt x="5997" y="9934"/>
                    <a:pt x="9934" y="5997"/>
                    <a:pt x="14792" y="5997"/>
                  </a:cubicBezTo>
                  <a:cubicBezTo>
                    <a:pt x="19649" y="5997"/>
                    <a:pt x="23587" y="9934"/>
                    <a:pt x="23587" y="14792"/>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4B94F8CB-DA2E-45A6-ACF5-99EF43EE8E75}"/>
                </a:ext>
              </a:extLst>
            </p:cNvPr>
            <p:cNvSpPr/>
            <p:nvPr/>
          </p:nvSpPr>
          <p:spPr>
            <a:xfrm>
              <a:off x="2065676" y="502767"/>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8790" y="21988"/>
                    <a:pt x="21988" y="17990"/>
                    <a:pt x="21988" y="13992"/>
                  </a:cubicBezTo>
                  <a:cubicBezTo>
                    <a:pt x="21988" y="9994"/>
                    <a:pt x="18790" y="5997"/>
                    <a:pt x="13992" y="5997"/>
                  </a:cubicBezTo>
                  <a:cubicBezTo>
                    <a:pt x="9994" y="5997"/>
                    <a:pt x="5997" y="9994"/>
                    <a:pt x="5997" y="13992"/>
                  </a:cubicBezTo>
                  <a:cubicBezTo>
                    <a:pt x="5997" y="17990"/>
                    <a:pt x="9994" y="21988"/>
                    <a:pt x="13992" y="2198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10E79385-9BD1-4FCA-BFEA-91DFA5BA414C}"/>
                </a:ext>
              </a:extLst>
            </p:cNvPr>
            <p:cNvSpPr/>
            <p:nvPr/>
          </p:nvSpPr>
          <p:spPr>
            <a:xfrm>
              <a:off x="2207997" y="501168"/>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20389"/>
                    <a:pt x="9994" y="23587"/>
                    <a:pt x="14792" y="23587"/>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87FAB0B-89F5-44E5-8ABF-404D8AC31D5D}"/>
                </a:ext>
              </a:extLst>
            </p:cNvPr>
            <p:cNvSpPr/>
            <p:nvPr/>
          </p:nvSpPr>
          <p:spPr>
            <a:xfrm>
              <a:off x="2354315" y="505965"/>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E2811E9-1844-433F-9325-0CFCD599D4ED}"/>
                </a:ext>
              </a:extLst>
            </p:cNvPr>
            <p:cNvSpPr/>
            <p:nvPr/>
          </p:nvSpPr>
          <p:spPr>
            <a:xfrm>
              <a:off x="2498235" y="506765"/>
              <a:ext cx="15991" cy="15991"/>
            </a:xfrm>
            <a:custGeom>
              <a:avLst/>
              <a:gdLst>
                <a:gd name="connsiteX0" fmla="*/ 9195 w 15991"/>
                <a:gd name="connsiteY0" fmla="*/ 13193 h 15991"/>
                <a:gd name="connsiteX1" fmla="*/ 13193 w 15991"/>
                <a:gd name="connsiteY1" fmla="*/ 9994 h 15991"/>
                <a:gd name="connsiteX2" fmla="*/ 9195 w 15991"/>
                <a:gd name="connsiteY2" fmla="*/ 5997 h 15991"/>
                <a:gd name="connsiteX3" fmla="*/ 5997 w 15991"/>
                <a:gd name="connsiteY3" fmla="*/ 9994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0794" y="13193"/>
                    <a:pt x="13193" y="11594"/>
                    <a:pt x="13193" y="9994"/>
                  </a:cubicBezTo>
                  <a:cubicBezTo>
                    <a:pt x="13193" y="8395"/>
                    <a:pt x="11594" y="5997"/>
                    <a:pt x="9195" y="5997"/>
                  </a:cubicBezTo>
                  <a:cubicBezTo>
                    <a:pt x="7596" y="5997"/>
                    <a:pt x="5997" y="7596"/>
                    <a:pt x="5997" y="9994"/>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C026EBF-54E5-4B43-A59E-83A37D9E4481}"/>
                </a:ext>
              </a:extLst>
            </p:cNvPr>
            <p:cNvSpPr/>
            <p:nvPr/>
          </p:nvSpPr>
          <p:spPr>
            <a:xfrm>
              <a:off x="2638957" y="504366"/>
              <a:ext cx="15991" cy="15991"/>
            </a:xfrm>
            <a:custGeom>
              <a:avLst/>
              <a:gdLst>
                <a:gd name="connsiteX0" fmla="*/ 11593 w 15991"/>
                <a:gd name="connsiteY0" fmla="*/ 17191 h 15991"/>
                <a:gd name="connsiteX1" fmla="*/ 17190 w 15991"/>
                <a:gd name="connsiteY1" fmla="*/ 11594 h 15991"/>
                <a:gd name="connsiteX2" fmla="*/ 11593 w 15991"/>
                <a:gd name="connsiteY2" fmla="*/ 5997 h 15991"/>
                <a:gd name="connsiteX3" fmla="*/ 5997 w 15991"/>
                <a:gd name="connsiteY3" fmla="*/ 11594 h 15991"/>
                <a:gd name="connsiteX4" fmla="*/ 11593 w 15991"/>
                <a:gd name="connsiteY4" fmla="*/ 171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3" y="17191"/>
                  </a:moveTo>
                  <a:cubicBezTo>
                    <a:pt x="14792" y="17191"/>
                    <a:pt x="17190" y="14792"/>
                    <a:pt x="17190" y="11594"/>
                  </a:cubicBezTo>
                  <a:cubicBezTo>
                    <a:pt x="17190" y="8395"/>
                    <a:pt x="14792" y="5997"/>
                    <a:pt x="11593" y="5997"/>
                  </a:cubicBezTo>
                  <a:cubicBezTo>
                    <a:pt x="8395" y="5997"/>
                    <a:pt x="5997" y="8395"/>
                    <a:pt x="5997" y="11594"/>
                  </a:cubicBezTo>
                  <a:cubicBezTo>
                    <a:pt x="5997" y="14792"/>
                    <a:pt x="8395" y="17191"/>
                    <a:pt x="11593" y="17191"/>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EBF6C7B1-7A8A-4FF8-9C0A-F9B3A4C0E41E}"/>
                </a:ext>
              </a:extLst>
            </p:cNvPr>
            <p:cNvSpPr/>
            <p:nvPr/>
          </p:nvSpPr>
          <p:spPr>
            <a:xfrm>
              <a:off x="2780478" y="504366"/>
              <a:ext cx="23987" cy="23987"/>
            </a:xfrm>
            <a:custGeom>
              <a:avLst/>
              <a:gdLst>
                <a:gd name="connsiteX0" fmla="*/ 12393 w 23986"/>
                <a:gd name="connsiteY0" fmla="*/ 18790 h 23986"/>
                <a:gd name="connsiteX1" fmla="*/ 18790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6391" y="18790"/>
                    <a:pt x="18790" y="15591"/>
                    <a:pt x="18790" y="12393"/>
                  </a:cubicBezTo>
                  <a:cubicBezTo>
                    <a:pt x="18790" y="9195"/>
                    <a:pt x="16391" y="5997"/>
                    <a:pt x="12393" y="5997"/>
                  </a:cubicBezTo>
                  <a:cubicBezTo>
                    <a:pt x="9195" y="5997"/>
                    <a:pt x="5997" y="9195"/>
                    <a:pt x="5997" y="12393"/>
                  </a:cubicBezTo>
                  <a:cubicBezTo>
                    <a:pt x="5997" y="15591"/>
                    <a:pt x="9195" y="18790"/>
                    <a:pt x="12393" y="18790"/>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0A1E7521-E3C7-4AF9-946E-72F9EC89C432}"/>
                </a:ext>
              </a:extLst>
            </p:cNvPr>
            <p:cNvSpPr/>
            <p:nvPr/>
          </p:nvSpPr>
          <p:spPr>
            <a:xfrm>
              <a:off x="2925043" y="505965"/>
              <a:ext cx="15991" cy="15991"/>
            </a:xfrm>
            <a:custGeom>
              <a:avLst/>
              <a:gdLst>
                <a:gd name="connsiteX0" fmla="*/ 10949 w 15991"/>
                <a:gd name="connsiteY0" fmla="*/ 15591 h 15991"/>
                <a:gd name="connsiteX1" fmla="*/ 16546 w 15991"/>
                <a:gd name="connsiteY1" fmla="*/ 10794 h 15991"/>
                <a:gd name="connsiteX2" fmla="*/ 10949 w 15991"/>
                <a:gd name="connsiteY2" fmla="*/ 5997 h 15991"/>
                <a:gd name="connsiteX3" fmla="*/ 6152 w 15991"/>
                <a:gd name="connsiteY3" fmla="*/ 10794 h 15991"/>
                <a:gd name="connsiteX4" fmla="*/ 10949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949" y="15591"/>
                  </a:moveTo>
                  <a:cubicBezTo>
                    <a:pt x="14147" y="15591"/>
                    <a:pt x="16546" y="13193"/>
                    <a:pt x="16546" y="10794"/>
                  </a:cubicBezTo>
                  <a:cubicBezTo>
                    <a:pt x="16546" y="7596"/>
                    <a:pt x="14147" y="5997"/>
                    <a:pt x="10949" y="5997"/>
                  </a:cubicBezTo>
                  <a:cubicBezTo>
                    <a:pt x="7751" y="5997"/>
                    <a:pt x="6152" y="8395"/>
                    <a:pt x="6152" y="10794"/>
                  </a:cubicBezTo>
                  <a:cubicBezTo>
                    <a:pt x="5352" y="13193"/>
                    <a:pt x="7751" y="15591"/>
                    <a:pt x="10949" y="15591"/>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A18D2B08-E0D7-4B13-B730-F037BE4A4309}"/>
                </a:ext>
              </a:extLst>
            </p:cNvPr>
            <p:cNvSpPr/>
            <p:nvPr/>
          </p:nvSpPr>
          <p:spPr>
            <a:xfrm>
              <a:off x="3068318" y="505965"/>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8395" y="13992"/>
                    <a:pt x="9994" y="13992"/>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1EC9ADA6-78B7-4BAC-A237-FCF3F694C8D1}"/>
                </a:ext>
              </a:extLst>
            </p:cNvPr>
            <p:cNvSpPr/>
            <p:nvPr/>
          </p:nvSpPr>
          <p:spPr>
            <a:xfrm>
              <a:off x="3211438" y="507564"/>
              <a:ext cx="15991" cy="15991"/>
            </a:xfrm>
            <a:custGeom>
              <a:avLst/>
              <a:gdLst>
                <a:gd name="connsiteX0" fmla="*/ 13992 w 15991"/>
                <a:gd name="connsiteY0" fmla="*/ 9195 h 15991"/>
                <a:gd name="connsiteX1" fmla="*/ 9995 w 15991"/>
                <a:gd name="connsiteY1" fmla="*/ 12393 h 15991"/>
                <a:gd name="connsiteX2" fmla="*/ 5997 w 15991"/>
                <a:gd name="connsiteY2" fmla="*/ 9195 h 15991"/>
                <a:gd name="connsiteX3" fmla="*/ 9995 w 15991"/>
                <a:gd name="connsiteY3" fmla="*/ 5997 h 15991"/>
                <a:gd name="connsiteX4" fmla="*/ 13992 w 15991"/>
                <a:gd name="connsiteY4" fmla="*/ 9195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3992" y="9195"/>
                  </a:moveTo>
                  <a:cubicBezTo>
                    <a:pt x="13992" y="10961"/>
                    <a:pt x="12202" y="12393"/>
                    <a:pt x="9995" y="12393"/>
                  </a:cubicBezTo>
                  <a:cubicBezTo>
                    <a:pt x="7787" y="12393"/>
                    <a:pt x="5997" y="10961"/>
                    <a:pt x="5997" y="9195"/>
                  </a:cubicBezTo>
                  <a:cubicBezTo>
                    <a:pt x="5997" y="7429"/>
                    <a:pt x="7787" y="5997"/>
                    <a:pt x="9995" y="5997"/>
                  </a:cubicBezTo>
                  <a:cubicBezTo>
                    <a:pt x="12202" y="5997"/>
                    <a:pt x="13992" y="7429"/>
                    <a:pt x="13992" y="9195"/>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5D68B26-7882-4031-84DC-E101538FEC78}"/>
                </a:ext>
              </a:extLst>
            </p:cNvPr>
            <p:cNvSpPr/>
            <p:nvPr/>
          </p:nvSpPr>
          <p:spPr>
            <a:xfrm>
              <a:off x="3353759" y="506765"/>
              <a:ext cx="15991" cy="15991"/>
            </a:xfrm>
            <a:custGeom>
              <a:avLst/>
              <a:gdLst>
                <a:gd name="connsiteX0" fmla="*/ 9994 w 15991"/>
                <a:gd name="connsiteY0" fmla="*/ 13193 h 15991"/>
                <a:gd name="connsiteX1" fmla="*/ 13193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994"/>
                  </a:cubicBezTo>
                  <a:cubicBezTo>
                    <a:pt x="13193" y="8395"/>
                    <a:pt x="11594" y="5997"/>
                    <a:pt x="9994" y="5997"/>
                  </a:cubicBezTo>
                  <a:cubicBezTo>
                    <a:pt x="8395" y="5997"/>
                    <a:pt x="5997" y="7596"/>
                    <a:pt x="5997" y="9994"/>
                  </a:cubicBezTo>
                  <a:cubicBezTo>
                    <a:pt x="5997" y="11594"/>
                    <a:pt x="8395" y="13193"/>
                    <a:pt x="9994" y="13193"/>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04FF6AF-3EC3-480E-8777-8905BDEF60D7}"/>
                </a:ext>
              </a:extLst>
            </p:cNvPr>
            <p:cNvSpPr/>
            <p:nvPr/>
          </p:nvSpPr>
          <p:spPr>
            <a:xfrm>
              <a:off x="3496880" y="507564"/>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5" y="5997"/>
                    <a:pt x="5997" y="7596"/>
                    <a:pt x="5997" y="9195"/>
                  </a:cubicBezTo>
                  <a:cubicBezTo>
                    <a:pt x="6796" y="10794"/>
                    <a:pt x="7595" y="12393"/>
                    <a:pt x="9195" y="12393"/>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72061B89-3D97-47BE-9794-7060EB953074}"/>
                </a:ext>
              </a:extLst>
            </p:cNvPr>
            <p:cNvSpPr/>
            <p:nvPr/>
          </p:nvSpPr>
          <p:spPr>
            <a:xfrm>
              <a:off x="3641599" y="50916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00D585B-568A-459C-B152-7BFC97C41B3E}"/>
                </a:ext>
              </a:extLst>
            </p:cNvPr>
            <p:cNvSpPr/>
            <p:nvPr/>
          </p:nvSpPr>
          <p:spPr>
            <a:xfrm>
              <a:off x="3783920" y="50916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7" y="5997"/>
                    <a:pt x="5997" y="6796"/>
                    <a:pt x="5997" y="7596"/>
                  </a:cubicBezTo>
                  <a:cubicBezTo>
                    <a:pt x="5997" y="8395"/>
                    <a:pt x="6797" y="9195"/>
                    <a:pt x="7596" y="9195"/>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B7D7E00B-23E0-4751-B022-07A467BF8534}"/>
                </a:ext>
              </a:extLst>
            </p:cNvPr>
            <p:cNvSpPr/>
            <p:nvPr/>
          </p:nvSpPr>
          <p:spPr>
            <a:xfrm>
              <a:off x="3926240" y="508364"/>
              <a:ext cx="15991" cy="15991"/>
            </a:xfrm>
            <a:custGeom>
              <a:avLst/>
              <a:gdLst>
                <a:gd name="connsiteX0" fmla="*/ 8396 w 15991"/>
                <a:gd name="connsiteY0" fmla="*/ 10794 h 15991"/>
                <a:gd name="connsiteX1" fmla="*/ 10794 w 15991"/>
                <a:gd name="connsiteY1" fmla="*/ 8395 h 15991"/>
                <a:gd name="connsiteX2" fmla="*/ 8396 w 15991"/>
                <a:gd name="connsiteY2" fmla="*/ 5997 h 15991"/>
                <a:gd name="connsiteX3" fmla="*/ 5997 w 15991"/>
                <a:gd name="connsiteY3" fmla="*/ 8395 h 15991"/>
                <a:gd name="connsiteX4" fmla="*/ 8396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6" y="10794"/>
                  </a:moveTo>
                  <a:cubicBezTo>
                    <a:pt x="9994" y="10794"/>
                    <a:pt x="10794" y="9994"/>
                    <a:pt x="10794" y="8395"/>
                  </a:cubicBezTo>
                  <a:cubicBezTo>
                    <a:pt x="10794" y="6796"/>
                    <a:pt x="9994" y="5997"/>
                    <a:pt x="8396" y="5997"/>
                  </a:cubicBezTo>
                  <a:cubicBezTo>
                    <a:pt x="6797" y="5997"/>
                    <a:pt x="5997" y="6796"/>
                    <a:pt x="5997" y="8395"/>
                  </a:cubicBezTo>
                  <a:cubicBezTo>
                    <a:pt x="5997" y="9195"/>
                    <a:pt x="6797" y="10794"/>
                    <a:pt x="8396" y="10794"/>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DDBD3B28-60D6-4F02-AF29-DCED27B0ABDF}"/>
                </a:ext>
              </a:extLst>
            </p:cNvPr>
            <p:cNvSpPr/>
            <p:nvPr/>
          </p:nvSpPr>
          <p:spPr>
            <a:xfrm>
              <a:off x="4068562" y="508364"/>
              <a:ext cx="15991" cy="15991"/>
            </a:xfrm>
            <a:custGeom>
              <a:avLst/>
              <a:gdLst>
                <a:gd name="connsiteX0" fmla="*/ 8395 w 15991"/>
                <a:gd name="connsiteY0" fmla="*/ 10794 h 15991"/>
                <a:gd name="connsiteX1" fmla="*/ 11593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1593" y="9994"/>
                    <a:pt x="11593" y="8395"/>
                  </a:cubicBezTo>
                  <a:cubicBezTo>
                    <a:pt x="11593"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3DCEE806-378F-48F9-8A65-E867F250A7B9}"/>
                </a:ext>
              </a:extLst>
            </p:cNvPr>
            <p:cNvSpPr/>
            <p:nvPr/>
          </p:nvSpPr>
          <p:spPr>
            <a:xfrm>
              <a:off x="4210882" y="508364"/>
              <a:ext cx="15991" cy="15991"/>
            </a:xfrm>
            <a:custGeom>
              <a:avLst/>
              <a:gdLst>
                <a:gd name="connsiteX0" fmla="*/ 9195 w 15991"/>
                <a:gd name="connsiteY0" fmla="*/ 10794 h 15991"/>
                <a:gd name="connsiteX1" fmla="*/ 11594 w 15991"/>
                <a:gd name="connsiteY1" fmla="*/ 8395 h 15991"/>
                <a:gd name="connsiteX2" fmla="*/ 9195 w 15991"/>
                <a:gd name="connsiteY2" fmla="*/ 5997 h 15991"/>
                <a:gd name="connsiteX3" fmla="*/ 5997 w 15991"/>
                <a:gd name="connsiteY3" fmla="*/ 8395 h 15991"/>
                <a:gd name="connsiteX4" fmla="*/ 91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0794"/>
                  </a:moveTo>
                  <a:cubicBezTo>
                    <a:pt x="10794" y="10794"/>
                    <a:pt x="11594" y="9994"/>
                    <a:pt x="11594" y="8395"/>
                  </a:cubicBezTo>
                  <a:cubicBezTo>
                    <a:pt x="11594" y="6796"/>
                    <a:pt x="9994" y="5997"/>
                    <a:pt x="9195" y="5997"/>
                  </a:cubicBezTo>
                  <a:cubicBezTo>
                    <a:pt x="7596" y="5997"/>
                    <a:pt x="5997" y="6796"/>
                    <a:pt x="5997" y="8395"/>
                  </a:cubicBezTo>
                  <a:cubicBezTo>
                    <a:pt x="5997" y="9994"/>
                    <a:pt x="7596" y="10794"/>
                    <a:pt x="9195" y="10794"/>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9E6C85D6-ABB8-4E5D-9DFD-0A1B04A9C7E3}"/>
                </a:ext>
              </a:extLst>
            </p:cNvPr>
            <p:cNvSpPr/>
            <p:nvPr/>
          </p:nvSpPr>
          <p:spPr>
            <a:xfrm>
              <a:off x="4352404" y="506765"/>
              <a:ext cx="15991" cy="15991"/>
            </a:xfrm>
            <a:custGeom>
              <a:avLst/>
              <a:gdLst>
                <a:gd name="connsiteX0" fmla="*/ 9994 w 15991"/>
                <a:gd name="connsiteY0" fmla="*/ 13193 h 15991"/>
                <a:gd name="connsiteX1" fmla="*/ 13192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3" y="13193"/>
                    <a:pt x="13192" y="11594"/>
                    <a:pt x="13192" y="9994"/>
                  </a:cubicBezTo>
                  <a:cubicBezTo>
                    <a:pt x="13192" y="8395"/>
                    <a:pt x="11593" y="5997"/>
                    <a:pt x="9994" y="5997"/>
                  </a:cubicBezTo>
                  <a:cubicBezTo>
                    <a:pt x="7595" y="5997"/>
                    <a:pt x="5997" y="7596"/>
                    <a:pt x="5997" y="9994"/>
                  </a:cubicBezTo>
                  <a:cubicBezTo>
                    <a:pt x="6796" y="11594"/>
                    <a:pt x="8395" y="13193"/>
                    <a:pt x="9994" y="13193"/>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EFC1124-3517-4431-9277-D6D3F9C0CB63}"/>
                </a:ext>
              </a:extLst>
            </p:cNvPr>
            <p:cNvSpPr/>
            <p:nvPr/>
          </p:nvSpPr>
          <p:spPr>
            <a:xfrm>
              <a:off x="4487452" y="498769"/>
              <a:ext cx="31982" cy="31982"/>
            </a:xfrm>
            <a:custGeom>
              <a:avLst/>
              <a:gdLst>
                <a:gd name="connsiteX0" fmla="*/ 18066 w 31982"/>
                <a:gd name="connsiteY0" fmla="*/ 29983 h 31982"/>
                <a:gd name="connsiteX1" fmla="*/ 30059 w 31982"/>
                <a:gd name="connsiteY1" fmla="*/ 17990 h 31982"/>
                <a:gd name="connsiteX2" fmla="*/ 18066 w 31982"/>
                <a:gd name="connsiteY2" fmla="*/ 5997 h 31982"/>
                <a:gd name="connsiteX3" fmla="*/ 6073 w 31982"/>
                <a:gd name="connsiteY3" fmla="*/ 17990 h 31982"/>
                <a:gd name="connsiteX4" fmla="*/ 18066 w 31982"/>
                <a:gd name="connsiteY4" fmla="*/ 299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066" y="29983"/>
                  </a:moveTo>
                  <a:cubicBezTo>
                    <a:pt x="24462" y="29983"/>
                    <a:pt x="30059" y="24386"/>
                    <a:pt x="30059" y="17990"/>
                  </a:cubicBezTo>
                  <a:cubicBezTo>
                    <a:pt x="30059" y="10794"/>
                    <a:pt x="24462" y="5997"/>
                    <a:pt x="18066" y="5997"/>
                  </a:cubicBezTo>
                  <a:cubicBezTo>
                    <a:pt x="10870" y="5997"/>
                    <a:pt x="6073" y="11594"/>
                    <a:pt x="6073" y="17990"/>
                  </a:cubicBezTo>
                  <a:cubicBezTo>
                    <a:pt x="5273" y="24386"/>
                    <a:pt x="10870" y="29983"/>
                    <a:pt x="18066" y="29983"/>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FD1FD26F-C9CB-41E3-B64E-393B6140B3D7}"/>
                </a:ext>
              </a:extLst>
            </p:cNvPr>
            <p:cNvSpPr/>
            <p:nvPr/>
          </p:nvSpPr>
          <p:spPr>
            <a:xfrm>
              <a:off x="4636246" y="504366"/>
              <a:ext cx="15991" cy="15991"/>
            </a:xfrm>
            <a:custGeom>
              <a:avLst/>
              <a:gdLst>
                <a:gd name="connsiteX0" fmla="*/ 11593 w 15991"/>
                <a:gd name="connsiteY0" fmla="*/ 17191 h 15991"/>
                <a:gd name="connsiteX1" fmla="*/ 17190 w 15991"/>
                <a:gd name="connsiteY1" fmla="*/ 11594 h 15991"/>
                <a:gd name="connsiteX2" fmla="*/ 11593 w 15991"/>
                <a:gd name="connsiteY2" fmla="*/ 5997 h 15991"/>
                <a:gd name="connsiteX3" fmla="*/ 5997 w 15991"/>
                <a:gd name="connsiteY3" fmla="*/ 11594 h 15991"/>
                <a:gd name="connsiteX4" fmla="*/ 11593 w 15991"/>
                <a:gd name="connsiteY4" fmla="*/ 171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3" y="17191"/>
                  </a:moveTo>
                  <a:cubicBezTo>
                    <a:pt x="14792" y="17191"/>
                    <a:pt x="17190" y="14792"/>
                    <a:pt x="17190" y="11594"/>
                  </a:cubicBezTo>
                  <a:cubicBezTo>
                    <a:pt x="17190" y="8395"/>
                    <a:pt x="14792" y="5997"/>
                    <a:pt x="11593" y="5997"/>
                  </a:cubicBezTo>
                  <a:cubicBezTo>
                    <a:pt x="8395" y="5997"/>
                    <a:pt x="5997" y="8395"/>
                    <a:pt x="5997" y="11594"/>
                  </a:cubicBezTo>
                  <a:cubicBezTo>
                    <a:pt x="5997" y="14792"/>
                    <a:pt x="8395" y="17191"/>
                    <a:pt x="11593" y="17191"/>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FB16A472-D65E-46C2-ABF8-D025A6BB8E68}"/>
                </a:ext>
              </a:extLst>
            </p:cNvPr>
            <p:cNvSpPr/>
            <p:nvPr/>
          </p:nvSpPr>
          <p:spPr>
            <a:xfrm>
              <a:off x="349032" y="640290"/>
              <a:ext cx="31982" cy="31982"/>
            </a:xfrm>
            <a:custGeom>
              <a:avLst/>
              <a:gdLst>
                <a:gd name="connsiteX0" fmla="*/ 18790 w 31982"/>
                <a:gd name="connsiteY0" fmla="*/ 31583 h 31982"/>
                <a:gd name="connsiteX1" fmla="*/ 31582 w 31982"/>
                <a:gd name="connsiteY1" fmla="*/ 18790 h 31982"/>
                <a:gd name="connsiteX2" fmla="*/ 18790 w 31982"/>
                <a:gd name="connsiteY2" fmla="*/ 5997 h 31982"/>
                <a:gd name="connsiteX3" fmla="*/ 5997 w 31982"/>
                <a:gd name="connsiteY3" fmla="*/ 18790 h 31982"/>
                <a:gd name="connsiteX4" fmla="*/ 18790 w 31982"/>
                <a:gd name="connsiteY4" fmla="*/ 315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90" y="31583"/>
                  </a:moveTo>
                  <a:cubicBezTo>
                    <a:pt x="25986" y="31583"/>
                    <a:pt x="31582" y="25986"/>
                    <a:pt x="31582" y="18790"/>
                  </a:cubicBezTo>
                  <a:cubicBezTo>
                    <a:pt x="31582" y="11594"/>
                    <a:pt x="25986" y="5997"/>
                    <a:pt x="18790" y="5997"/>
                  </a:cubicBezTo>
                  <a:cubicBezTo>
                    <a:pt x="11594" y="5997"/>
                    <a:pt x="5997" y="11594"/>
                    <a:pt x="5997" y="18790"/>
                  </a:cubicBezTo>
                  <a:cubicBezTo>
                    <a:pt x="5997" y="25986"/>
                    <a:pt x="11594" y="31583"/>
                    <a:pt x="18790" y="3158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21A5249E-4C37-4004-A85F-809A61889493}"/>
                </a:ext>
              </a:extLst>
            </p:cNvPr>
            <p:cNvSpPr/>
            <p:nvPr/>
          </p:nvSpPr>
          <p:spPr>
            <a:xfrm>
              <a:off x="491352" y="640290"/>
              <a:ext cx="31982" cy="31982"/>
            </a:xfrm>
            <a:custGeom>
              <a:avLst/>
              <a:gdLst>
                <a:gd name="connsiteX0" fmla="*/ 18790 w 31982"/>
                <a:gd name="connsiteY0" fmla="*/ 31583 h 31982"/>
                <a:gd name="connsiteX1" fmla="*/ 31582 w 31982"/>
                <a:gd name="connsiteY1" fmla="*/ 18790 h 31982"/>
                <a:gd name="connsiteX2" fmla="*/ 18790 w 31982"/>
                <a:gd name="connsiteY2" fmla="*/ 5997 h 31982"/>
                <a:gd name="connsiteX3" fmla="*/ 5997 w 31982"/>
                <a:gd name="connsiteY3" fmla="*/ 18790 h 31982"/>
                <a:gd name="connsiteX4" fmla="*/ 18790 w 31982"/>
                <a:gd name="connsiteY4" fmla="*/ 315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90" y="31583"/>
                  </a:moveTo>
                  <a:cubicBezTo>
                    <a:pt x="25986" y="31583"/>
                    <a:pt x="31582" y="25986"/>
                    <a:pt x="31582" y="18790"/>
                  </a:cubicBezTo>
                  <a:cubicBezTo>
                    <a:pt x="31582" y="11594"/>
                    <a:pt x="25986" y="5997"/>
                    <a:pt x="18790" y="5997"/>
                  </a:cubicBezTo>
                  <a:cubicBezTo>
                    <a:pt x="11594" y="5997"/>
                    <a:pt x="5997" y="11594"/>
                    <a:pt x="5997" y="18790"/>
                  </a:cubicBezTo>
                  <a:cubicBezTo>
                    <a:pt x="5997" y="25986"/>
                    <a:pt x="12393" y="31583"/>
                    <a:pt x="18790" y="31583"/>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B9C9A393-A16B-41F8-BED8-4E3F05C1463D}"/>
                </a:ext>
              </a:extLst>
            </p:cNvPr>
            <p:cNvSpPr/>
            <p:nvPr/>
          </p:nvSpPr>
          <p:spPr>
            <a:xfrm>
              <a:off x="634473" y="640290"/>
              <a:ext cx="31982" cy="31982"/>
            </a:xfrm>
            <a:custGeom>
              <a:avLst/>
              <a:gdLst>
                <a:gd name="connsiteX0" fmla="*/ 18790 w 31982"/>
                <a:gd name="connsiteY0" fmla="*/ 31583 h 31982"/>
                <a:gd name="connsiteX1" fmla="*/ 31583 w 31982"/>
                <a:gd name="connsiteY1" fmla="*/ 18790 h 31982"/>
                <a:gd name="connsiteX2" fmla="*/ 18790 w 31982"/>
                <a:gd name="connsiteY2" fmla="*/ 5997 h 31982"/>
                <a:gd name="connsiteX3" fmla="*/ 5997 w 31982"/>
                <a:gd name="connsiteY3" fmla="*/ 18790 h 31982"/>
                <a:gd name="connsiteX4" fmla="*/ 18790 w 31982"/>
                <a:gd name="connsiteY4" fmla="*/ 315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90" y="31583"/>
                  </a:moveTo>
                  <a:cubicBezTo>
                    <a:pt x="25986" y="31583"/>
                    <a:pt x="31583" y="25986"/>
                    <a:pt x="31583" y="18790"/>
                  </a:cubicBezTo>
                  <a:cubicBezTo>
                    <a:pt x="31583" y="11594"/>
                    <a:pt x="25986" y="5997"/>
                    <a:pt x="18790" y="5997"/>
                  </a:cubicBezTo>
                  <a:cubicBezTo>
                    <a:pt x="11594" y="5997"/>
                    <a:pt x="5997" y="11594"/>
                    <a:pt x="5997" y="18790"/>
                  </a:cubicBezTo>
                  <a:cubicBezTo>
                    <a:pt x="5997" y="25986"/>
                    <a:pt x="11594" y="31583"/>
                    <a:pt x="18790" y="31583"/>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F8DF71E-3A1D-4DD7-B3A5-6180577F50BB}"/>
                </a:ext>
              </a:extLst>
            </p:cNvPr>
            <p:cNvSpPr/>
            <p:nvPr/>
          </p:nvSpPr>
          <p:spPr>
            <a:xfrm>
              <a:off x="782390" y="645887"/>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0"/>
                    <a:pt x="20389" y="13193"/>
                  </a:cubicBezTo>
                  <a:cubicBezTo>
                    <a:pt x="20389" y="9195"/>
                    <a:pt x="17191" y="5997"/>
                    <a:pt x="13193" y="5997"/>
                  </a:cubicBezTo>
                  <a:cubicBezTo>
                    <a:pt x="9195" y="5997"/>
                    <a:pt x="5997" y="9195"/>
                    <a:pt x="5997" y="13193"/>
                  </a:cubicBezTo>
                  <a:cubicBezTo>
                    <a:pt x="5997" y="17190"/>
                    <a:pt x="9994" y="20389"/>
                    <a:pt x="13193" y="20389"/>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16A880CA-550F-4238-B56A-191764C7C70F}"/>
                </a:ext>
              </a:extLst>
            </p:cNvPr>
            <p:cNvSpPr/>
            <p:nvPr/>
          </p:nvSpPr>
          <p:spPr>
            <a:xfrm>
              <a:off x="929300" y="649885"/>
              <a:ext cx="15991" cy="15991"/>
            </a:xfrm>
            <a:custGeom>
              <a:avLst/>
              <a:gdLst>
                <a:gd name="connsiteX0" fmla="*/ 9403 w 15991"/>
                <a:gd name="connsiteY0" fmla="*/ 13193 h 15991"/>
                <a:gd name="connsiteX1" fmla="*/ 13401 w 15991"/>
                <a:gd name="connsiteY1" fmla="*/ 9195 h 15991"/>
                <a:gd name="connsiteX2" fmla="*/ 9403 w 15991"/>
                <a:gd name="connsiteY2" fmla="*/ 5997 h 15991"/>
                <a:gd name="connsiteX3" fmla="*/ 6205 w 15991"/>
                <a:gd name="connsiteY3" fmla="*/ 9195 h 15991"/>
                <a:gd name="connsiteX4" fmla="*/ 9403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403" y="13193"/>
                  </a:moveTo>
                  <a:cubicBezTo>
                    <a:pt x="11002" y="13193"/>
                    <a:pt x="13401" y="11594"/>
                    <a:pt x="13401" y="9195"/>
                  </a:cubicBezTo>
                  <a:cubicBezTo>
                    <a:pt x="13401" y="7596"/>
                    <a:pt x="11802" y="5997"/>
                    <a:pt x="9403" y="5997"/>
                  </a:cubicBezTo>
                  <a:cubicBezTo>
                    <a:pt x="7804" y="5997"/>
                    <a:pt x="6205" y="7596"/>
                    <a:pt x="6205" y="9195"/>
                  </a:cubicBezTo>
                  <a:cubicBezTo>
                    <a:pt x="5405" y="11594"/>
                    <a:pt x="7004" y="13193"/>
                    <a:pt x="9403" y="13193"/>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73150A5D-655E-4FBB-9768-7E1709FB6DB8}"/>
                </a:ext>
              </a:extLst>
            </p:cNvPr>
            <p:cNvSpPr/>
            <p:nvPr/>
          </p:nvSpPr>
          <p:spPr>
            <a:xfrm>
              <a:off x="1071829" y="649885"/>
              <a:ext cx="15991" cy="15991"/>
            </a:xfrm>
            <a:custGeom>
              <a:avLst/>
              <a:gdLst>
                <a:gd name="connsiteX0" fmla="*/ 9195 w 15991"/>
                <a:gd name="connsiteY0" fmla="*/ 13193 h 15991"/>
                <a:gd name="connsiteX1" fmla="*/ 13193 w 15991"/>
                <a:gd name="connsiteY1" fmla="*/ 9195 h 15991"/>
                <a:gd name="connsiteX2" fmla="*/ 9195 w 15991"/>
                <a:gd name="connsiteY2" fmla="*/ 5997 h 15991"/>
                <a:gd name="connsiteX3" fmla="*/ 5997 w 15991"/>
                <a:gd name="connsiteY3" fmla="*/ 9195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4" y="13193"/>
                    <a:pt x="13193" y="11594"/>
                    <a:pt x="13193" y="9195"/>
                  </a:cubicBezTo>
                  <a:cubicBezTo>
                    <a:pt x="13193" y="7596"/>
                    <a:pt x="11594" y="5997"/>
                    <a:pt x="9195" y="5997"/>
                  </a:cubicBezTo>
                  <a:cubicBezTo>
                    <a:pt x="7596" y="5997"/>
                    <a:pt x="5997" y="7596"/>
                    <a:pt x="5997" y="9195"/>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D87F4952-F533-4426-99DE-575FCD27C724}"/>
                </a:ext>
              </a:extLst>
            </p:cNvPr>
            <p:cNvSpPr/>
            <p:nvPr/>
          </p:nvSpPr>
          <p:spPr>
            <a:xfrm>
              <a:off x="1214150" y="649086"/>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9A496D6E-6367-46C7-A316-5BAB0CA46451}"/>
                </a:ext>
              </a:extLst>
            </p:cNvPr>
            <p:cNvSpPr/>
            <p:nvPr/>
          </p:nvSpPr>
          <p:spPr>
            <a:xfrm>
              <a:off x="1355671" y="649086"/>
              <a:ext cx="15991" cy="15991"/>
            </a:xfrm>
            <a:custGeom>
              <a:avLst/>
              <a:gdLst>
                <a:gd name="connsiteX0" fmla="*/ 10794 w 15991"/>
                <a:gd name="connsiteY0" fmla="*/ 13992 h 15991"/>
                <a:gd name="connsiteX1" fmla="*/ 14792 w 15991"/>
                <a:gd name="connsiteY1" fmla="*/ 9994 h 15991"/>
                <a:gd name="connsiteX2" fmla="*/ 10794 w 15991"/>
                <a:gd name="connsiteY2" fmla="*/ 5997 h 15991"/>
                <a:gd name="connsiteX3" fmla="*/ 5997 w 15991"/>
                <a:gd name="connsiteY3" fmla="*/ 9994 h 15991"/>
                <a:gd name="connsiteX4" fmla="*/ 107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3992"/>
                  </a:moveTo>
                  <a:cubicBezTo>
                    <a:pt x="13193" y="13992"/>
                    <a:pt x="14792" y="12393"/>
                    <a:pt x="14792" y="9994"/>
                  </a:cubicBezTo>
                  <a:cubicBezTo>
                    <a:pt x="14792" y="7596"/>
                    <a:pt x="13193" y="5997"/>
                    <a:pt x="10794" y="5997"/>
                  </a:cubicBezTo>
                  <a:cubicBezTo>
                    <a:pt x="8395" y="5997"/>
                    <a:pt x="5997" y="7596"/>
                    <a:pt x="5997" y="9994"/>
                  </a:cubicBezTo>
                  <a:cubicBezTo>
                    <a:pt x="6796" y="12393"/>
                    <a:pt x="8395" y="13992"/>
                    <a:pt x="10794" y="13992"/>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B256C973-DB62-4D2F-8F3C-E61A3A4385EF}"/>
                </a:ext>
              </a:extLst>
            </p:cNvPr>
            <p:cNvSpPr/>
            <p:nvPr/>
          </p:nvSpPr>
          <p:spPr>
            <a:xfrm>
              <a:off x="1498792" y="648286"/>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193"/>
                    <a:pt x="7596" y="15591"/>
                    <a:pt x="10794" y="15591"/>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B3FC5908-D119-44FA-AE89-54B4842221E3}"/>
                </a:ext>
              </a:extLst>
            </p:cNvPr>
            <p:cNvSpPr/>
            <p:nvPr/>
          </p:nvSpPr>
          <p:spPr>
            <a:xfrm>
              <a:off x="1639513" y="646687"/>
              <a:ext cx="23987" cy="23987"/>
            </a:xfrm>
            <a:custGeom>
              <a:avLst/>
              <a:gdLst>
                <a:gd name="connsiteX0" fmla="*/ 12393 w 23986"/>
                <a:gd name="connsiteY0" fmla="*/ 18790 h 23986"/>
                <a:gd name="connsiteX1" fmla="*/ 18790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5591" y="18790"/>
                    <a:pt x="18790" y="15591"/>
                    <a:pt x="18790" y="12393"/>
                  </a:cubicBezTo>
                  <a:cubicBezTo>
                    <a:pt x="18790" y="9195"/>
                    <a:pt x="16391" y="5997"/>
                    <a:pt x="12393" y="5997"/>
                  </a:cubicBezTo>
                  <a:cubicBezTo>
                    <a:pt x="8395" y="5997"/>
                    <a:pt x="5997" y="9195"/>
                    <a:pt x="5997" y="12393"/>
                  </a:cubicBezTo>
                  <a:cubicBezTo>
                    <a:pt x="5997" y="15591"/>
                    <a:pt x="8395" y="18790"/>
                    <a:pt x="12393" y="18790"/>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EA22EC39-EBDB-466C-A138-A46F8FBA3FC8}"/>
                </a:ext>
              </a:extLst>
            </p:cNvPr>
            <p:cNvSpPr/>
            <p:nvPr/>
          </p:nvSpPr>
          <p:spPr>
            <a:xfrm>
              <a:off x="1781034" y="645887"/>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0"/>
                    <a:pt x="20389" y="13193"/>
                  </a:cubicBezTo>
                  <a:cubicBezTo>
                    <a:pt x="20389" y="9195"/>
                    <a:pt x="17191"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3CD8CC4F-B6E4-4020-BF22-E9004F9DDE9B}"/>
                </a:ext>
              </a:extLst>
            </p:cNvPr>
            <p:cNvSpPr/>
            <p:nvPr/>
          </p:nvSpPr>
          <p:spPr>
            <a:xfrm>
              <a:off x="1922556" y="644288"/>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36BB086A-2247-479B-8242-D647CE98DB7F}"/>
                </a:ext>
              </a:extLst>
            </p:cNvPr>
            <p:cNvSpPr/>
            <p:nvPr/>
          </p:nvSpPr>
          <p:spPr>
            <a:xfrm>
              <a:off x="2066476" y="645887"/>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0"/>
                    <a:pt x="20389" y="13193"/>
                  </a:cubicBezTo>
                  <a:cubicBezTo>
                    <a:pt x="20389" y="9195"/>
                    <a:pt x="17190"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45DD50CE-A382-4DE6-B8A2-3F57C532199E}"/>
                </a:ext>
              </a:extLst>
            </p:cNvPr>
            <p:cNvSpPr/>
            <p:nvPr/>
          </p:nvSpPr>
          <p:spPr>
            <a:xfrm>
              <a:off x="2207197" y="643489"/>
              <a:ext cx="23987" cy="23987"/>
            </a:xfrm>
            <a:custGeom>
              <a:avLst/>
              <a:gdLst>
                <a:gd name="connsiteX0" fmla="*/ 15591 w 23986"/>
                <a:gd name="connsiteY0" fmla="*/ 25186 h 23986"/>
                <a:gd name="connsiteX1" fmla="*/ 25186 w 23986"/>
                <a:gd name="connsiteY1" fmla="*/ 15591 h 23986"/>
                <a:gd name="connsiteX2" fmla="*/ 15591 w 23986"/>
                <a:gd name="connsiteY2" fmla="*/ 5997 h 23986"/>
                <a:gd name="connsiteX3" fmla="*/ 5997 w 23986"/>
                <a:gd name="connsiteY3" fmla="*/ 15591 h 23986"/>
                <a:gd name="connsiteX4" fmla="*/ 15591 w 23986"/>
                <a:gd name="connsiteY4" fmla="*/ 25186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5591" y="25186"/>
                  </a:moveTo>
                  <a:cubicBezTo>
                    <a:pt x="21188" y="25186"/>
                    <a:pt x="25186" y="20389"/>
                    <a:pt x="25186" y="15591"/>
                  </a:cubicBezTo>
                  <a:cubicBezTo>
                    <a:pt x="25186" y="10794"/>
                    <a:pt x="20389" y="5997"/>
                    <a:pt x="15591" y="5997"/>
                  </a:cubicBezTo>
                  <a:cubicBezTo>
                    <a:pt x="9994" y="5997"/>
                    <a:pt x="5997" y="9994"/>
                    <a:pt x="5997" y="15591"/>
                  </a:cubicBezTo>
                  <a:cubicBezTo>
                    <a:pt x="5997" y="21188"/>
                    <a:pt x="9994" y="25186"/>
                    <a:pt x="15591" y="25186"/>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1916E4F2-419A-46A8-B6A6-AD6F09A27457}"/>
                </a:ext>
              </a:extLst>
            </p:cNvPr>
            <p:cNvSpPr/>
            <p:nvPr/>
          </p:nvSpPr>
          <p:spPr>
            <a:xfrm>
              <a:off x="2351917" y="645887"/>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0"/>
                    <a:pt x="20389" y="13193"/>
                  </a:cubicBezTo>
                  <a:cubicBezTo>
                    <a:pt x="20389" y="9195"/>
                    <a:pt x="17190"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5CF67B32-81EB-42BC-BCA4-EAC0072B9EB6}"/>
                </a:ext>
              </a:extLst>
            </p:cNvPr>
            <p:cNvSpPr/>
            <p:nvPr/>
          </p:nvSpPr>
          <p:spPr>
            <a:xfrm>
              <a:off x="2496636" y="648286"/>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992" y="15591"/>
                    <a:pt x="15591" y="13193"/>
                    <a:pt x="15591" y="10794"/>
                  </a:cubicBezTo>
                  <a:cubicBezTo>
                    <a:pt x="15591" y="7596"/>
                    <a:pt x="13193" y="5997"/>
                    <a:pt x="10794" y="5997"/>
                  </a:cubicBezTo>
                  <a:cubicBezTo>
                    <a:pt x="8395" y="5997"/>
                    <a:pt x="5997" y="8395"/>
                    <a:pt x="5997" y="10794"/>
                  </a:cubicBezTo>
                  <a:cubicBezTo>
                    <a:pt x="5997" y="13992"/>
                    <a:pt x="8395" y="15591"/>
                    <a:pt x="10794" y="15591"/>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F3A0BFEF-FD4B-4B35-A04C-0BC9AB0D9DA6}"/>
                </a:ext>
              </a:extLst>
            </p:cNvPr>
            <p:cNvSpPr/>
            <p:nvPr/>
          </p:nvSpPr>
          <p:spPr>
            <a:xfrm>
              <a:off x="2634160" y="642689"/>
              <a:ext cx="31982" cy="31982"/>
            </a:xfrm>
            <a:custGeom>
              <a:avLst/>
              <a:gdLst>
                <a:gd name="connsiteX0" fmla="*/ 16391 w 31982"/>
                <a:gd name="connsiteY0" fmla="*/ 26785 h 31982"/>
                <a:gd name="connsiteX1" fmla="*/ 27585 w 31982"/>
                <a:gd name="connsiteY1" fmla="*/ 16391 h 31982"/>
                <a:gd name="connsiteX2" fmla="*/ 16391 w 31982"/>
                <a:gd name="connsiteY2" fmla="*/ 5997 h 31982"/>
                <a:gd name="connsiteX3" fmla="*/ 5997 w 31982"/>
                <a:gd name="connsiteY3" fmla="*/ 16391 h 31982"/>
                <a:gd name="connsiteX4" fmla="*/ 16391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391" y="26785"/>
                  </a:moveTo>
                  <a:cubicBezTo>
                    <a:pt x="21988" y="26785"/>
                    <a:pt x="27585" y="21988"/>
                    <a:pt x="27585" y="16391"/>
                  </a:cubicBezTo>
                  <a:cubicBezTo>
                    <a:pt x="27585" y="10794"/>
                    <a:pt x="22787" y="5997"/>
                    <a:pt x="16391" y="5997"/>
                  </a:cubicBezTo>
                  <a:cubicBezTo>
                    <a:pt x="10794" y="5997"/>
                    <a:pt x="5997" y="10794"/>
                    <a:pt x="5997" y="16391"/>
                  </a:cubicBezTo>
                  <a:cubicBezTo>
                    <a:pt x="5997" y="21988"/>
                    <a:pt x="10794" y="26785"/>
                    <a:pt x="16391" y="26785"/>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26C4021-25DD-4E03-9375-F34ABB67CF47}"/>
                </a:ext>
              </a:extLst>
            </p:cNvPr>
            <p:cNvSpPr/>
            <p:nvPr/>
          </p:nvSpPr>
          <p:spPr>
            <a:xfrm>
              <a:off x="2775681" y="641890"/>
              <a:ext cx="31982" cy="31982"/>
            </a:xfrm>
            <a:custGeom>
              <a:avLst/>
              <a:gdLst>
                <a:gd name="connsiteX0" fmla="*/ 17190 w 31982"/>
                <a:gd name="connsiteY0" fmla="*/ 28384 h 31982"/>
                <a:gd name="connsiteX1" fmla="*/ 28384 w 31982"/>
                <a:gd name="connsiteY1" fmla="*/ 17190 h 31982"/>
                <a:gd name="connsiteX2" fmla="*/ 17190 w 31982"/>
                <a:gd name="connsiteY2" fmla="*/ 5997 h 31982"/>
                <a:gd name="connsiteX3" fmla="*/ 5997 w 31982"/>
                <a:gd name="connsiteY3" fmla="*/ 17190 h 31982"/>
                <a:gd name="connsiteX4" fmla="*/ 17190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0" y="28384"/>
                  </a:moveTo>
                  <a:cubicBezTo>
                    <a:pt x="23587" y="28384"/>
                    <a:pt x="28384" y="23587"/>
                    <a:pt x="28384" y="17190"/>
                  </a:cubicBezTo>
                  <a:cubicBezTo>
                    <a:pt x="28384" y="10794"/>
                    <a:pt x="23587" y="5997"/>
                    <a:pt x="17190" y="5997"/>
                  </a:cubicBezTo>
                  <a:cubicBezTo>
                    <a:pt x="10794" y="5997"/>
                    <a:pt x="5997" y="10794"/>
                    <a:pt x="5997" y="17190"/>
                  </a:cubicBezTo>
                  <a:cubicBezTo>
                    <a:pt x="6796" y="23587"/>
                    <a:pt x="11593" y="28384"/>
                    <a:pt x="17190" y="28384"/>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D33DE9BB-8279-4B86-8618-1726F2CD10A6}"/>
                </a:ext>
              </a:extLst>
            </p:cNvPr>
            <p:cNvSpPr/>
            <p:nvPr/>
          </p:nvSpPr>
          <p:spPr>
            <a:xfrm>
              <a:off x="2921200" y="644288"/>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7C40DAF2-D82E-4A6C-B216-E7D47F082880}"/>
                </a:ext>
              </a:extLst>
            </p:cNvPr>
            <p:cNvSpPr/>
            <p:nvPr/>
          </p:nvSpPr>
          <p:spPr>
            <a:xfrm>
              <a:off x="3069118" y="649885"/>
              <a:ext cx="15991" cy="15991"/>
            </a:xfrm>
            <a:custGeom>
              <a:avLst/>
              <a:gdLst>
                <a:gd name="connsiteX0" fmla="*/ 9195 w 15991"/>
                <a:gd name="connsiteY0" fmla="*/ 13193 h 15991"/>
                <a:gd name="connsiteX1" fmla="*/ 13193 w 15991"/>
                <a:gd name="connsiteY1" fmla="*/ 9195 h 15991"/>
                <a:gd name="connsiteX2" fmla="*/ 9195 w 15991"/>
                <a:gd name="connsiteY2" fmla="*/ 5997 h 15991"/>
                <a:gd name="connsiteX3" fmla="*/ 5997 w 15991"/>
                <a:gd name="connsiteY3" fmla="*/ 9195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0794" y="13193"/>
                    <a:pt x="13193" y="11594"/>
                    <a:pt x="13193" y="9195"/>
                  </a:cubicBezTo>
                  <a:cubicBezTo>
                    <a:pt x="13193" y="7596"/>
                    <a:pt x="11594" y="5997"/>
                    <a:pt x="9195" y="5997"/>
                  </a:cubicBezTo>
                  <a:cubicBezTo>
                    <a:pt x="6796" y="5997"/>
                    <a:pt x="5997" y="7596"/>
                    <a:pt x="5997" y="9195"/>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CF30ECF7-928B-4503-9BD7-2F925EDDD34D}"/>
                </a:ext>
              </a:extLst>
            </p:cNvPr>
            <p:cNvSpPr/>
            <p:nvPr/>
          </p:nvSpPr>
          <p:spPr>
            <a:xfrm>
              <a:off x="3211438" y="649885"/>
              <a:ext cx="15991" cy="15991"/>
            </a:xfrm>
            <a:custGeom>
              <a:avLst/>
              <a:gdLst>
                <a:gd name="connsiteX0" fmla="*/ 13992 w 15991"/>
                <a:gd name="connsiteY0" fmla="*/ 9195 h 15991"/>
                <a:gd name="connsiteX1" fmla="*/ 9995 w 15991"/>
                <a:gd name="connsiteY1" fmla="*/ 12393 h 15991"/>
                <a:gd name="connsiteX2" fmla="*/ 5997 w 15991"/>
                <a:gd name="connsiteY2" fmla="*/ 9195 h 15991"/>
                <a:gd name="connsiteX3" fmla="*/ 9995 w 15991"/>
                <a:gd name="connsiteY3" fmla="*/ 5997 h 15991"/>
                <a:gd name="connsiteX4" fmla="*/ 13992 w 15991"/>
                <a:gd name="connsiteY4" fmla="*/ 9195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3992" y="9195"/>
                  </a:moveTo>
                  <a:cubicBezTo>
                    <a:pt x="13992" y="10961"/>
                    <a:pt x="12202" y="12393"/>
                    <a:pt x="9995" y="12393"/>
                  </a:cubicBezTo>
                  <a:cubicBezTo>
                    <a:pt x="7787" y="12393"/>
                    <a:pt x="5997" y="10961"/>
                    <a:pt x="5997" y="9195"/>
                  </a:cubicBezTo>
                  <a:cubicBezTo>
                    <a:pt x="5997" y="7429"/>
                    <a:pt x="7787" y="5997"/>
                    <a:pt x="9995" y="5997"/>
                  </a:cubicBezTo>
                  <a:cubicBezTo>
                    <a:pt x="12202" y="5997"/>
                    <a:pt x="13992" y="7429"/>
                    <a:pt x="13992" y="9195"/>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F27FC0F1-AF7D-43AE-900F-DBE5D858F597}"/>
                </a:ext>
              </a:extLst>
            </p:cNvPr>
            <p:cNvSpPr/>
            <p:nvPr/>
          </p:nvSpPr>
          <p:spPr>
            <a:xfrm>
              <a:off x="3353759" y="649885"/>
              <a:ext cx="15991" cy="15991"/>
            </a:xfrm>
            <a:custGeom>
              <a:avLst/>
              <a:gdLst>
                <a:gd name="connsiteX0" fmla="*/ 9994 w 15991"/>
                <a:gd name="connsiteY0" fmla="*/ 13193 h 15991"/>
                <a:gd name="connsiteX1" fmla="*/ 13193 w 15991"/>
                <a:gd name="connsiteY1" fmla="*/ 9195 h 15991"/>
                <a:gd name="connsiteX2" fmla="*/ 9994 w 15991"/>
                <a:gd name="connsiteY2" fmla="*/ 5997 h 15991"/>
                <a:gd name="connsiteX3" fmla="*/ 5997 w 15991"/>
                <a:gd name="connsiteY3" fmla="*/ 9195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195"/>
                  </a:cubicBezTo>
                  <a:cubicBezTo>
                    <a:pt x="13193" y="7596"/>
                    <a:pt x="11594" y="5997"/>
                    <a:pt x="9994" y="5997"/>
                  </a:cubicBezTo>
                  <a:cubicBezTo>
                    <a:pt x="8395" y="5997"/>
                    <a:pt x="5997" y="7596"/>
                    <a:pt x="5997" y="9195"/>
                  </a:cubicBezTo>
                  <a:cubicBezTo>
                    <a:pt x="5997" y="11594"/>
                    <a:pt x="8395" y="13193"/>
                    <a:pt x="9994" y="13193"/>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7CE10FCC-E691-4662-B79E-1638DEE6098F}"/>
                </a:ext>
              </a:extLst>
            </p:cNvPr>
            <p:cNvSpPr/>
            <p:nvPr/>
          </p:nvSpPr>
          <p:spPr>
            <a:xfrm>
              <a:off x="3496880" y="649885"/>
              <a:ext cx="15991" cy="15991"/>
            </a:xfrm>
            <a:custGeom>
              <a:avLst/>
              <a:gdLst>
                <a:gd name="connsiteX0" fmla="*/ 9195 w 15991"/>
                <a:gd name="connsiteY0" fmla="*/ 13193 h 15991"/>
                <a:gd name="connsiteX1" fmla="*/ 13192 w 15991"/>
                <a:gd name="connsiteY1" fmla="*/ 9195 h 15991"/>
                <a:gd name="connsiteX2" fmla="*/ 9195 w 15991"/>
                <a:gd name="connsiteY2" fmla="*/ 5997 h 15991"/>
                <a:gd name="connsiteX3" fmla="*/ 5997 w 15991"/>
                <a:gd name="connsiteY3" fmla="*/ 9195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3" y="13193"/>
                    <a:pt x="13192" y="11594"/>
                    <a:pt x="13192" y="9195"/>
                  </a:cubicBezTo>
                  <a:cubicBezTo>
                    <a:pt x="13192" y="7596"/>
                    <a:pt x="11593" y="5997"/>
                    <a:pt x="9195" y="5997"/>
                  </a:cubicBezTo>
                  <a:cubicBezTo>
                    <a:pt x="7595" y="5997"/>
                    <a:pt x="5997" y="7596"/>
                    <a:pt x="5997" y="9195"/>
                  </a:cubicBezTo>
                  <a:cubicBezTo>
                    <a:pt x="5997" y="11594"/>
                    <a:pt x="7595" y="13193"/>
                    <a:pt x="9195" y="13193"/>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BA0A5B5A-3C80-40C2-AAA3-241B33EDA1C7}"/>
                </a:ext>
              </a:extLst>
            </p:cNvPr>
            <p:cNvSpPr/>
            <p:nvPr/>
          </p:nvSpPr>
          <p:spPr>
            <a:xfrm>
              <a:off x="3639200" y="649885"/>
              <a:ext cx="15991" cy="15991"/>
            </a:xfrm>
            <a:custGeom>
              <a:avLst/>
              <a:gdLst>
                <a:gd name="connsiteX0" fmla="*/ 9994 w 15991"/>
                <a:gd name="connsiteY0" fmla="*/ 13193 h 15991"/>
                <a:gd name="connsiteX1" fmla="*/ 13992 w 15991"/>
                <a:gd name="connsiteY1" fmla="*/ 9195 h 15991"/>
                <a:gd name="connsiteX2" fmla="*/ 9994 w 15991"/>
                <a:gd name="connsiteY2" fmla="*/ 5997 h 15991"/>
                <a:gd name="connsiteX3" fmla="*/ 5997 w 15991"/>
                <a:gd name="connsiteY3" fmla="*/ 9195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2393" y="13193"/>
                    <a:pt x="13992" y="11594"/>
                    <a:pt x="13992" y="9195"/>
                  </a:cubicBezTo>
                  <a:cubicBezTo>
                    <a:pt x="13992" y="7596"/>
                    <a:pt x="12393" y="5997"/>
                    <a:pt x="9994" y="5997"/>
                  </a:cubicBezTo>
                  <a:cubicBezTo>
                    <a:pt x="8395" y="5997"/>
                    <a:pt x="5997" y="7596"/>
                    <a:pt x="5997" y="9195"/>
                  </a:cubicBezTo>
                  <a:cubicBezTo>
                    <a:pt x="5997" y="11594"/>
                    <a:pt x="7596" y="13193"/>
                    <a:pt x="9994" y="13193"/>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9FDC546-2ECB-4C17-8134-DAAD93558743}"/>
                </a:ext>
              </a:extLst>
            </p:cNvPr>
            <p:cNvSpPr/>
            <p:nvPr/>
          </p:nvSpPr>
          <p:spPr>
            <a:xfrm>
              <a:off x="3783120" y="650685"/>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994"/>
                    <a:pt x="7596" y="10794"/>
                    <a:pt x="8395" y="10794"/>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D20779A5-7CF5-4783-8BD7-045669EF2941}"/>
                </a:ext>
              </a:extLst>
            </p:cNvPr>
            <p:cNvSpPr/>
            <p:nvPr/>
          </p:nvSpPr>
          <p:spPr>
            <a:xfrm>
              <a:off x="3926240" y="650685"/>
              <a:ext cx="15991" cy="15991"/>
            </a:xfrm>
            <a:custGeom>
              <a:avLst/>
              <a:gdLst>
                <a:gd name="connsiteX0" fmla="*/ 8396 w 15991"/>
                <a:gd name="connsiteY0" fmla="*/ 10794 h 15991"/>
                <a:gd name="connsiteX1" fmla="*/ 10794 w 15991"/>
                <a:gd name="connsiteY1" fmla="*/ 8395 h 15991"/>
                <a:gd name="connsiteX2" fmla="*/ 8396 w 15991"/>
                <a:gd name="connsiteY2" fmla="*/ 5997 h 15991"/>
                <a:gd name="connsiteX3" fmla="*/ 5997 w 15991"/>
                <a:gd name="connsiteY3" fmla="*/ 8395 h 15991"/>
                <a:gd name="connsiteX4" fmla="*/ 8396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6" y="10794"/>
                  </a:moveTo>
                  <a:cubicBezTo>
                    <a:pt x="9994" y="10794"/>
                    <a:pt x="10794" y="9994"/>
                    <a:pt x="10794" y="8395"/>
                  </a:cubicBezTo>
                  <a:cubicBezTo>
                    <a:pt x="10794" y="6796"/>
                    <a:pt x="9994" y="5997"/>
                    <a:pt x="8396" y="5997"/>
                  </a:cubicBezTo>
                  <a:cubicBezTo>
                    <a:pt x="6797" y="5997"/>
                    <a:pt x="5997" y="6796"/>
                    <a:pt x="5997" y="8395"/>
                  </a:cubicBezTo>
                  <a:cubicBezTo>
                    <a:pt x="5997" y="9994"/>
                    <a:pt x="6797" y="10794"/>
                    <a:pt x="8396" y="10794"/>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83D845FE-B4B4-43B9-A584-76510A0BB447}"/>
                </a:ext>
              </a:extLst>
            </p:cNvPr>
            <p:cNvSpPr/>
            <p:nvPr/>
          </p:nvSpPr>
          <p:spPr>
            <a:xfrm>
              <a:off x="4068562" y="650685"/>
              <a:ext cx="15991" cy="15991"/>
            </a:xfrm>
            <a:custGeom>
              <a:avLst/>
              <a:gdLst>
                <a:gd name="connsiteX0" fmla="*/ 8395 w 15991"/>
                <a:gd name="connsiteY0" fmla="*/ 10794 h 15991"/>
                <a:gd name="connsiteX1" fmla="*/ 11593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1593" y="9994"/>
                    <a:pt x="11593" y="8395"/>
                  </a:cubicBezTo>
                  <a:cubicBezTo>
                    <a:pt x="11593"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CAC84FF2-1AB8-4892-B0A9-8D4A5BA03C28}"/>
                </a:ext>
              </a:extLst>
            </p:cNvPr>
            <p:cNvSpPr/>
            <p:nvPr/>
          </p:nvSpPr>
          <p:spPr>
            <a:xfrm>
              <a:off x="4210882" y="650685"/>
              <a:ext cx="15991" cy="15991"/>
            </a:xfrm>
            <a:custGeom>
              <a:avLst/>
              <a:gdLst>
                <a:gd name="connsiteX0" fmla="*/ 9195 w 15991"/>
                <a:gd name="connsiteY0" fmla="*/ 10794 h 15991"/>
                <a:gd name="connsiteX1" fmla="*/ 11594 w 15991"/>
                <a:gd name="connsiteY1" fmla="*/ 8395 h 15991"/>
                <a:gd name="connsiteX2" fmla="*/ 9195 w 15991"/>
                <a:gd name="connsiteY2" fmla="*/ 5997 h 15991"/>
                <a:gd name="connsiteX3" fmla="*/ 5997 w 15991"/>
                <a:gd name="connsiteY3" fmla="*/ 8395 h 15991"/>
                <a:gd name="connsiteX4" fmla="*/ 91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0794"/>
                  </a:moveTo>
                  <a:cubicBezTo>
                    <a:pt x="10794" y="10794"/>
                    <a:pt x="11594" y="9994"/>
                    <a:pt x="11594" y="8395"/>
                  </a:cubicBezTo>
                  <a:cubicBezTo>
                    <a:pt x="11594" y="6796"/>
                    <a:pt x="9994" y="5997"/>
                    <a:pt x="9195" y="5997"/>
                  </a:cubicBezTo>
                  <a:cubicBezTo>
                    <a:pt x="7596" y="5997"/>
                    <a:pt x="5997" y="6796"/>
                    <a:pt x="5997" y="8395"/>
                  </a:cubicBezTo>
                  <a:cubicBezTo>
                    <a:pt x="5997" y="9994"/>
                    <a:pt x="7596" y="10794"/>
                    <a:pt x="9195" y="10794"/>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EBC8D504-EAE7-4924-91E8-540C6C261076}"/>
                </a:ext>
              </a:extLst>
            </p:cNvPr>
            <p:cNvSpPr/>
            <p:nvPr/>
          </p:nvSpPr>
          <p:spPr>
            <a:xfrm>
              <a:off x="4353203" y="649885"/>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31284E86-EFC8-4015-BDF0-7B15C1995D3E}"/>
                </a:ext>
              </a:extLst>
            </p:cNvPr>
            <p:cNvSpPr/>
            <p:nvPr/>
          </p:nvSpPr>
          <p:spPr>
            <a:xfrm>
              <a:off x="4491526" y="645088"/>
              <a:ext cx="23987" cy="23987"/>
            </a:xfrm>
            <a:custGeom>
              <a:avLst/>
              <a:gdLst>
                <a:gd name="connsiteX0" fmla="*/ 21988 w 23986"/>
                <a:gd name="connsiteY0" fmla="*/ 13992 h 23986"/>
                <a:gd name="connsiteX1" fmla="*/ 13992 w 23986"/>
                <a:gd name="connsiteY1" fmla="*/ 21988 h 23986"/>
                <a:gd name="connsiteX2" fmla="*/ 5997 w 23986"/>
                <a:gd name="connsiteY2" fmla="*/ 13992 h 23986"/>
                <a:gd name="connsiteX3" fmla="*/ 13992 w 23986"/>
                <a:gd name="connsiteY3" fmla="*/ 5997 h 23986"/>
                <a:gd name="connsiteX4" fmla="*/ 21988 w 23986"/>
                <a:gd name="connsiteY4" fmla="*/ 13992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21988" y="13992"/>
                  </a:moveTo>
                  <a:cubicBezTo>
                    <a:pt x="21988" y="18408"/>
                    <a:pt x="18408" y="21988"/>
                    <a:pt x="13992" y="21988"/>
                  </a:cubicBezTo>
                  <a:cubicBezTo>
                    <a:pt x="9576" y="21988"/>
                    <a:pt x="5997" y="18408"/>
                    <a:pt x="5997" y="13992"/>
                  </a:cubicBezTo>
                  <a:cubicBezTo>
                    <a:pt x="5997" y="9576"/>
                    <a:pt x="9576" y="5997"/>
                    <a:pt x="13992" y="5997"/>
                  </a:cubicBezTo>
                  <a:cubicBezTo>
                    <a:pt x="18408" y="5997"/>
                    <a:pt x="21988" y="9576"/>
                    <a:pt x="21988" y="13992"/>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7E0BDB6D-B71C-45BB-B078-08E9D2D5B822}"/>
                </a:ext>
              </a:extLst>
            </p:cNvPr>
            <p:cNvSpPr/>
            <p:nvPr/>
          </p:nvSpPr>
          <p:spPr>
            <a:xfrm>
              <a:off x="4637045" y="648286"/>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670AF33F-8FB9-4ABA-B0C5-9A15EA4B8479}"/>
                </a:ext>
              </a:extLst>
            </p:cNvPr>
            <p:cNvSpPr/>
            <p:nvPr/>
          </p:nvSpPr>
          <p:spPr>
            <a:xfrm>
              <a:off x="340236" y="773816"/>
              <a:ext cx="47973" cy="47973"/>
            </a:xfrm>
            <a:custGeom>
              <a:avLst/>
              <a:gdLst>
                <a:gd name="connsiteX0" fmla="*/ 27585 w 47973"/>
                <a:gd name="connsiteY0" fmla="*/ 49173 h 47973"/>
                <a:gd name="connsiteX1" fmla="*/ 49173 w 47973"/>
                <a:gd name="connsiteY1" fmla="*/ 27585 h 47973"/>
                <a:gd name="connsiteX2" fmla="*/ 27585 w 47973"/>
                <a:gd name="connsiteY2" fmla="*/ 5997 h 47973"/>
                <a:gd name="connsiteX3" fmla="*/ 5997 w 47973"/>
                <a:gd name="connsiteY3" fmla="*/ 27585 h 47973"/>
                <a:gd name="connsiteX4" fmla="*/ 27585 w 47973"/>
                <a:gd name="connsiteY4" fmla="*/ 49173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7585" y="49173"/>
                  </a:moveTo>
                  <a:cubicBezTo>
                    <a:pt x="39578" y="49173"/>
                    <a:pt x="49173" y="39578"/>
                    <a:pt x="49173" y="27585"/>
                  </a:cubicBezTo>
                  <a:cubicBezTo>
                    <a:pt x="49173" y="15591"/>
                    <a:pt x="39578" y="5997"/>
                    <a:pt x="27585" y="5997"/>
                  </a:cubicBezTo>
                  <a:cubicBezTo>
                    <a:pt x="15591" y="5997"/>
                    <a:pt x="5997" y="15591"/>
                    <a:pt x="5997" y="27585"/>
                  </a:cubicBezTo>
                  <a:cubicBezTo>
                    <a:pt x="5997" y="39578"/>
                    <a:pt x="15591" y="49173"/>
                    <a:pt x="27585" y="49173"/>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A4EBA977-F8FE-4040-8D35-281089A92316}"/>
                </a:ext>
              </a:extLst>
            </p:cNvPr>
            <p:cNvSpPr/>
            <p:nvPr/>
          </p:nvSpPr>
          <p:spPr>
            <a:xfrm>
              <a:off x="482557" y="773816"/>
              <a:ext cx="47973" cy="47973"/>
            </a:xfrm>
            <a:custGeom>
              <a:avLst/>
              <a:gdLst>
                <a:gd name="connsiteX0" fmla="*/ 27585 w 47973"/>
                <a:gd name="connsiteY0" fmla="*/ 49173 h 47973"/>
                <a:gd name="connsiteX1" fmla="*/ 49173 w 47973"/>
                <a:gd name="connsiteY1" fmla="*/ 27585 h 47973"/>
                <a:gd name="connsiteX2" fmla="*/ 27585 w 47973"/>
                <a:gd name="connsiteY2" fmla="*/ 5997 h 47973"/>
                <a:gd name="connsiteX3" fmla="*/ 5997 w 47973"/>
                <a:gd name="connsiteY3" fmla="*/ 27585 h 47973"/>
                <a:gd name="connsiteX4" fmla="*/ 27585 w 47973"/>
                <a:gd name="connsiteY4" fmla="*/ 49173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7585" y="49173"/>
                  </a:moveTo>
                  <a:cubicBezTo>
                    <a:pt x="39578" y="49173"/>
                    <a:pt x="49173" y="39578"/>
                    <a:pt x="49173" y="27585"/>
                  </a:cubicBezTo>
                  <a:cubicBezTo>
                    <a:pt x="49173" y="15591"/>
                    <a:pt x="39578" y="5997"/>
                    <a:pt x="27585" y="5997"/>
                  </a:cubicBezTo>
                  <a:cubicBezTo>
                    <a:pt x="15591" y="5997"/>
                    <a:pt x="5997" y="15591"/>
                    <a:pt x="5997" y="27585"/>
                  </a:cubicBezTo>
                  <a:cubicBezTo>
                    <a:pt x="6796" y="39578"/>
                    <a:pt x="16391" y="49173"/>
                    <a:pt x="27585" y="49173"/>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8A93ACD4-EC34-4193-A388-A8499D1ADD6F}"/>
                </a:ext>
              </a:extLst>
            </p:cNvPr>
            <p:cNvSpPr/>
            <p:nvPr/>
          </p:nvSpPr>
          <p:spPr>
            <a:xfrm>
              <a:off x="629675" y="777814"/>
              <a:ext cx="39978" cy="39978"/>
            </a:xfrm>
            <a:custGeom>
              <a:avLst/>
              <a:gdLst>
                <a:gd name="connsiteX0" fmla="*/ 23587 w 39977"/>
                <a:gd name="connsiteY0" fmla="*/ 41177 h 39977"/>
                <a:gd name="connsiteX1" fmla="*/ 41177 w 39977"/>
                <a:gd name="connsiteY1" fmla="*/ 23587 h 39977"/>
                <a:gd name="connsiteX2" fmla="*/ 23587 w 39977"/>
                <a:gd name="connsiteY2" fmla="*/ 5997 h 39977"/>
                <a:gd name="connsiteX3" fmla="*/ 5997 w 39977"/>
                <a:gd name="connsiteY3" fmla="*/ 23587 h 39977"/>
                <a:gd name="connsiteX4" fmla="*/ 23587 w 39977"/>
                <a:gd name="connsiteY4" fmla="*/ 41177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3587" y="41177"/>
                  </a:moveTo>
                  <a:cubicBezTo>
                    <a:pt x="33181" y="41177"/>
                    <a:pt x="41177" y="33181"/>
                    <a:pt x="41177" y="23587"/>
                  </a:cubicBezTo>
                  <a:cubicBezTo>
                    <a:pt x="41177" y="13992"/>
                    <a:pt x="33181" y="5997"/>
                    <a:pt x="23587" y="5997"/>
                  </a:cubicBezTo>
                  <a:cubicBezTo>
                    <a:pt x="13992" y="5997"/>
                    <a:pt x="5997" y="13992"/>
                    <a:pt x="5997" y="23587"/>
                  </a:cubicBezTo>
                  <a:cubicBezTo>
                    <a:pt x="5997" y="33981"/>
                    <a:pt x="13992" y="41177"/>
                    <a:pt x="23587" y="41177"/>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F80C006D-9672-4C28-9472-64059CC6499F}"/>
                </a:ext>
              </a:extLst>
            </p:cNvPr>
            <p:cNvSpPr/>
            <p:nvPr/>
          </p:nvSpPr>
          <p:spPr>
            <a:xfrm>
              <a:off x="772796" y="779413"/>
              <a:ext cx="39978" cy="39978"/>
            </a:xfrm>
            <a:custGeom>
              <a:avLst/>
              <a:gdLst>
                <a:gd name="connsiteX0" fmla="*/ 22787 w 39977"/>
                <a:gd name="connsiteY0" fmla="*/ 39578 h 39977"/>
                <a:gd name="connsiteX1" fmla="*/ 39578 w 39977"/>
                <a:gd name="connsiteY1" fmla="*/ 22787 h 39977"/>
                <a:gd name="connsiteX2" fmla="*/ 22787 w 39977"/>
                <a:gd name="connsiteY2" fmla="*/ 5997 h 39977"/>
                <a:gd name="connsiteX3" fmla="*/ 5997 w 39977"/>
                <a:gd name="connsiteY3" fmla="*/ 22787 h 39977"/>
                <a:gd name="connsiteX4" fmla="*/ 22787 w 39977"/>
                <a:gd name="connsiteY4" fmla="*/ 39578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2787" y="39578"/>
                  </a:moveTo>
                  <a:cubicBezTo>
                    <a:pt x="32382" y="39578"/>
                    <a:pt x="39578" y="31583"/>
                    <a:pt x="39578" y="22787"/>
                  </a:cubicBezTo>
                  <a:cubicBezTo>
                    <a:pt x="39578" y="13193"/>
                    <a:pt x="31582" y="5997"/>
                    <a:pt x="22787" y="5997"/>
                  </a:cubicBezTo>
                  <a:cubicBezTo>
                    <a:pt x="13193" y="5997"/>
                    <a:pt x="5997" y="13992"/>
                    <a:pt x="5997" y="22787"/>
                  </a:cubicBezTo>
                  <a:cubicBezTo>
                    <a:pt x="5997" y="31583"/>
                    <a:pt x="13992" y="39578"/>
                    <a:pt x="22787" y="3957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0643AEA-4E07-45B8-9996-C4F518F7BD8A}"/>
                </a:ext>
              </a:extLst>
            </p:cNvPr>
            <p:cNvSpPr/>
            <p:nvPr/>
          </p:nvSpPr>
          <p:spPr>
            <a:xfrm>
              <a:off x="920713" y="784210"/>
              <a:ext cx="31982" cy="31982"/>
            </a:xfrm>
            <a:custGeom>
              <a:avLst/>
              <a:gdLst>
                <a:gd name="connsiteX0" fmla="*/ 17990 w 31982"/>
                <a:gd name="connsiteY0" fmla="*/ 29983 h 31982"/>
                <a:gd name="connsiteX1" fmla="*/ 29983 w 31982"/>
                <a:gd name="connsiteY1" fmla="*/ 17990 h 31982"/>
                <a:gd name="connsiteX2" fmla="*/ 17990 w 31982"/>
                <a:gd name="connsiteY2" fmla="*/ 5997 h 31982"/>
                <a:gd name="connsiteX3" fmla="*/ 5997 w 31982"/>
                <a:gd name="connsiteY3" fmla="*/ 17990 h 31982"/>
                <a:gd name="connsiteX4" fmla="*/ 17990 w 31982"/>
                <a:gd name="connsiteY4" fmla="*/ 299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990" y="29983"/>
                  </a:moveTo>
                  <a:cubicBezTo>
                    <a:pt x="24386" y="29983"/>
                    <a:pt x="29983" y="24387"/>
                    <a:pt x="29983" y="17990"/>
                  </a:cubicBezTo>
                  <a:cubicBezTo>
                    <a:pt x="29983" y="11594"/>
                    <a:pt x="24386" y="5997"/>
                    <a:pt x="17990" y="5997"/>
                  </a:cubicBezTo>
                  <a:cubicBezTo>
                    <a:pt x="10794" y="5997"/>
                    <a:pt x="5997" y="11594"/>
                    <a:pt x="5997" y="17990"/>
                  </a:cubicBezTo>
                  <a:cubicBezTo>
                    <a:pt x="5997" y="24387"/>
                    <a:pt x="10794" y="29983"/>
                    <a:pt x="17990" y="29983"/>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C8612131-3C4E-4F32-82EB-876E6FD6C47F}"/>
                </a:ext>
              </a:extLst>
            </p:cNvPr>
            <p:cNvSpPr/>
            <p:nvPr/>
          </p:nvSpPr>
          <p:spPr>
            <a:xfrm>
              <a:off x="1068631" y="789008"/>
              <a:ext cx="23987" cy="23987"/>
            </a:xfrm>
            <a:custGeom>
              <a:avLst/>
              <a:gdLst>
                <a:gd name="connsiteX0" fmla="*/ 12393 w 23986"/>
                <a:gd name="connsiteY0" fmla="*/ 19589 h 23986"/>
                <a:gd name="connsiteX1" fmla="*/ 19589 w 23986"/>
                <a:gd name="connsiteY1" fmla="*/ 12393 h 23986"/>
                <a:gd name="connsiteX2" fmla="*/ 12393 w 23986"/>
                <a:gd name="connsiteY2" fmla="*/ 5997 h 23986"/>
                <a:gd name="connsiteX3" fmla="*/ 5997 w 23986"/>
                <a:gd name="connsiteY3" fmla="*/ 12393 h 23986"/>
                <a:gd name="connsiteX4" fmla="*/ 12393 w 23986"/>
                <a:gd name="connsiteY4" fmla="*/ 195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9589"/>
                  </a:moveTo>
                  <a:cubicBezTo>
                    <a:pt x="16391" y="19589"/>
                    <a:pt x="19589" y="16391"/>
                    <a:pt x="19589" y="12393"/>
                  </a:cubicBezTo>
                  <a:cubicBezTo>
                    <a:pt x="19589" y="8395"/>
                    <a:pt x="16391" y="5997"/>
                    <a:pt x="12393" y="5997"/>
                  </a:cubicBezTo>
                  <a:cubicBezTo>
                    <a:pt x="8395" y="5997"/>
                    <a:pt x="5997" y="9195"/>
                    <a:pt x="5997" y="12393"/>
                  </a:cubicBezTo>
                  <a:cubicBezTo>
                    <a:pt x="5997" y="16391"/>
                    <a:pt x="9195" y="19589"/>
                    <a:pt x="12393" y="19589"/>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A7E9825B-6335-46D2-A759-0902BEE2BBCA}"/>
                </a:ext>
              </a:extLst>
            </p:cNvPr>
            <p:cNvSpPr/>
            <p:nvPr/>
          </p:nvSpPr>
          <p:spPr>
            <a:xfrm>
              <a:off x="1213350" y="790607"/>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992"/>
                    <a:pt x="7596" y="15591"/>
                    <a:pt x="10794" y="15591"/>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821B65C7-A8C7-4250-AA40-92C854D864D7}"/>
                </a:ext>
              </a:extLst>
            </p:cNvPr>
            <p:cNvSpPr/>
            <p:nvPr/>
          </p:nvSpPr>
          <p:spPr>
            <a:xfrm>
              <a:off x="1354872" y="789807"/>
              <a:ext cx="15991" cy="15991"/>
            </a:xfrm>
            <a:custGeom>
              <a:avLst/>
              <a:gdLst>
                <a:gd name="connsiteX0" fmla="*/ 11594 w 15991"/>
                <a:gd name="connsiteY0" fmla="*/ 17190 h 15991"/>
                <a:gd name="connsiteX1" fmla="*/ 17190 w 15991"/>
                <a:gd name="connsiteY1" fmla="*/ 11593 h 15991"/>
                <a:gd name="connsiteX2" fmla="*/ 11594 w 15991"/>
                <a:gd name="connsiteY2" fmla="*/ 5997 h 15991"/>
                <a:gd name="connsiteX3" fmla="*/ 5997 w 15991"/>
                <a:gd name="connsiteY3" fmla="*/ 11593 h 15991"/>
                <a:gd name="connsiteX4" fmla="*/ 11594 w 15991"/>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7190"/>
                  </a:moveTo>
                  <a:cubicBezTo>
                    <a:pt x="14792" y="17190"/>
                    <a:pt x="17190" y="14792"/>
                    <a:pt x="17190" y="11593"/>
                  </a:cubicBezTo>
                  <a:cubicBezTo>
                    <a:pt x="17190" y="8395"/>
                    <a:pt x="14792" y="5997"/>
                    <a:pt x="11594" y="5997"/>
                  </a:cubicBezTo>
                  <a:cubicBezTo>
                    <a:pt x="8395" y="5997"/>
                    <a:pt x="5997" y="8395"/>
                    <a:pt x="5997" y="11593"/>
                  </a:cubicBezTo>
                  <a:cubicBezTo>
                    <a:pt x="5997" y="14792"/>
                    <a:pt x="8395" y="17190"/>
                    <a:pt x="11594" y="17190"/>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613E7287-C9A2-4E5B-9914-9FB6006B2B3C}"/>
                </a:ext>
              </a:extLst>
            </p:cNvPr>
            <p:cNvSpPr/>
            <p:nvPr/>
          </p:nvSpPr>
          <p:spPr>
            <a:xfrm>
              <a:off x="1497192" y="789008"/>
              <a:ext cx="23987" cy="23987"/>
            </a:xfrm>
            <a:custGeom>
              <a:avLst/>
              <a:gdLst>
                <a:gd name="connsiteX0" fmla="*/ 12393 w 23986"/>
                <a:gd name="connsiteY0" fmla="*/ 18790 h 23986"/>
                <a:gd name="connsiteX1" fmla="*/ 18790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5591" y="18790"/>
                    <a:pt x="18790" y="15591"/>
                    <a:pt x="18790" y="12393"/>
                  </a:cubicBezTo>
                  <a:cubicBezTo>
                    <a:pt x="18790" y="9195"/>
                    <a:pt x="15591" y="5997"/>
                    <a:pt x="12393" y="5997"/>
                  </a:cubicBezTo>
                  <a:cubicBezTo>
                    <a:pt x="9195" y="5997"/>
                    <a:pt x="5997" y="9195"/>
                    <a:pt x="5997" y="12393"/>
                  </a:cubicBezTo>
                  <a:cubicBezTo>
                    <a:pt x="5997" y="16391"/>
                    <a:pt x="8395" y="18790"/>
                    <a:pt x="12393" y="18790"/>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CC1FFB87-2CA4-4469-9ADA-F0B0DE5F34E5}"/>
                </a:ext>
              </a:extLst>
            </p:cNvPr>
            <p:cNvSpPr/>
            <p:nvPr/>
          </p:nvSpPr>
          <p:spPr>
            <a:xfrm>
              <a:off x="1638714" y="789008"/>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0"/>
                    <a:pt x="20389" y="13193"/>
                  </a:cubicBezTo>
                  <a:cubicBezTo>
                    <a:pt x="20389" y="9195"/>
                    <a:pt x="17190"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7FA6260-DA73-4CF7-8FDF-3CB36837D2AE}"/>
                </a:ext>
              </a:extLst>
            </p:cNvPr>
            <p:cNvSpPr/>
            <p:nvPr/>
          </p:nvSpPr>
          <p:spPr>
            <a:xfrm>
              <a:off x="1782634" y="790607"/>
              <a:ext cx="15991" cy="15991"/>
            </a:xfrm>
            <a:custGeom>
              <a:avLst/>
              <a:gdLst>
                <a:gd name="connsiteX0" fmla="*/ 11594 w 15991"/>
                <a:gd name="connsiteY0" fmla="*/ 17190 h 15991"/>
                <a:gd name="connsiteX1" fmla="*/ 17190 w 15991"/>
                <a:gd name="connsiteY1" fmla="*/ 11593 h 15991"/>
                <a:gd name="connsiteX2" fmla="*/ 11594 w 15991"/>
                <a:gd name="connsiteY2" fmla="*/ 5997 h 15991"/>
                <a:gd name="connsiteX3" fmla="*/ 5997 w 15991"/>
                <a:gd name="connsiteY3" fmla="*/ 11593 h 15991"/>
                <a:gd name="connsiteX4" fmla="*/ 11594 w 15991"/>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7190"/>
                  </a:moveTo>
                  <a:cubicBezTo>
                    <a:pt x="14792" y="17190"/>
                    <a:pt x="17190" y="14792"/>
                    <a:pt x="17190" y="11593"/>
                  </a:cubicBezTo>
                  <a:cubicBezTo>
                    <a:pt x="17190" y="8395"/>
                    <a:pt x="14792" y="5997"/>
                    <a:pt x="11594" y="5997"/>
                  </a:cubicBezTo>
                  <a:cubicBezTo>
                    <a:pt x="8395" y="5997"/>
                    <a:pt x="5997" y="8395"/>
                    <a:pt x="5997" y="11593"/>
                  </a:cubicBezTo>
                  <a:cubicBezTo>
                    <a:pt x="5997" y="13992"/>
                    <a:pt x="8395" y="17190"/>
                    <a:pt x="11594" y="17190"/>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48B904D6-E915-4DF1-80FC-B62A3395C29E}"/>
                </a:ext>
              </a:extLst>
            </p:cNvPr>
            <p:cNvSpPr/>
            <p:nvPr/>
          </p:nvSpPr>
          <p:spPr>
            <a:xfrm>
              <a:off x="1918558" y="782611"/>
              <a:ext cx="31982" cy="31982"/>
            </a:xfrm>
            <a:custGeom>
              <a:avLst/>
              <a:gdLst>
                <a:gd name="connsiteX0" fmla="*/ 18790 w 31982"/>
                <a:gd name="connsiteY0" fmla="*/ 31582 h 31982"/>
                <a:gd name="connsiteX1" fmla="*/ 31583 w 31982"/>
                <a:gd name="connsiteY1" fmla="*/ 18789 h 31982"/>
                <a:gd name="connsiteX2" fmla="*/ 18790 w 31982"/>
                <a:gd name="connsiteY2" fmla="*/ 5997 h 31982"/>
                <a:gd name="connsiteX3" fmla="*/ 5997 w 31982"/>
                <a:gd name="connsiteY3" fmla="*/ 18789 h 31982"/>
                <a:gd name="connsiteX4" fmla="*/ 18790 w 31982"/>
                <a:gd name="connsiteY4" fmla="*/ 31582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90" y="31582"/>
                  </a:moveTo>
                  <a:cubicBezTo>
                    <a:pt x="25986" y="31582"/>
                    <a:pt x="31583" y="25986"/>
                    <a:pt x="31583" y="18789"/>
                  </a:cubicBezTo>
                  <a:cubicBezTo>
                    <a:pt x="31583" y="11593"/>
                    <a:pt x="25986" y="5997"/>
                    <a:pt x="18790" y="5997"/>
                  </a:cubicBezTo>
                  <a:cubicBezTo>
                    <a:pt x="11594" y="5997"/>
                    <a:pt x="5997" y="11593"/>
                    <a:pt x="5997" y="18789"/>
                  </a:cubicBezTo>
                  <a:cubicBezTo>
                    <a:pt x="5997" y="25986"/>
                    <a:pt x="11594" y="31582"/>
                    <a:pt x="18790" y="31582"/>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38BDCEC-9A24-4CC9-8A7B-998597982BCC}"/>
                </a:ext>
              </a:extLst>
            </p:cNvPr>
            <p:cNvSpPr/>
            <p:nvPr/>
          </p:nvSpPr>
          <p:spPr>
            <a:xfrm>
              <a:off x="2064876" y="786609"/>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C8E80FAC-3CD6-43D1-972E-25DFCFEC8C6A}"/>
                </a:ext>
              </a:extLst>
            </p:cNvPr>
            <p:cNvSpPr/>
            <p:nvPr/>
          </p:nvSpPr>
          <p:spPr>
            <a:xfrm>
              <a:off x="2209474" y="789008"/>
              <a:ext cx="23987" cy="23987"/>
            </a:xfrm>
            <a:custGeom>
              <a:avLst/>
              <a:gdLst>
                <a:gd name="connsiteX0" fmla="*/ 13315 w 23986"/>
                <a:gd name="connsiteY0" fmla="*/ 20389 h 23986"/>
                <a:gd name="connsiteX1" fmla="*/ 20511 w 23986"/>
                <a:gd name="connsiteY1" fmla="*/ 13193 h 23986"/>
                <a:gd name="connsiteX2" fmla="*/ 13315 w 23986"/>
                <a:gd name="connsiteY2" fmla="*/ 5997 h 23986"/>
                <a:gd name="connsiteX3" fmla="*/ 6119 w 23986"/>
                <a:gd name="connsiteY3" fmla="*/ 13193 h 23986"/>
                <a:gd name="connsiteX4" fmla="*/ 13315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315" y="20389"/>
                  </a:moveTo>
                  <a:cubicBezTo>
                    <a:pt x="17313" y="20389"/>
                    <a:pt x="20511" y="17190"/>
                    <a:pt x="20511" y="13193"/>
                  </a:cubicBezTo>
                  <a:cubicBezTo>
                    <a:pt x="20511" y="9195"/>
                    <a:pt x="17313" y="5997"/>
                    <a:pt x="13315" y="5997"/>
                  </a:cubicBezTo>
                  <a:cubicBezTo>
                    <a:pt x="9317" y="5997"/>
                    <a:pt x="6119" y="9195"/>
                    <a:pt x="6119" y="13193"/>
                  </a:cubicBezTo>
                  <a:cubicBezTo>
                    <a:pt x="5320" y="17190"/>
                    <a:pt x="8518" y="20389"/>
                    <a:pt x="13315" y="20389"/>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C301FF7B-3ADA-4316-9D3E-B37C92AADEC1}"/>
                </a:ext>
              </a:extLst>
            </p:cNvPr>
            <p:cNvSpPr/>
            <p:nvPr/>
          </p:nvSpPr>
          <p:spPr>
            <a:xfrm>
              <a:off x="2351917" y="788208"/>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0"/>
                    <a:pt x="20389" y="13193"/>
                  </a:cubicBezTo>
                  <a:cubicBezTo>
                    <a:pt x="20389" y="9195"/>
                    <a:pt x="17190"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F23E4569-3CEB-4ED0-A6FD-916CC1B2DE62}"/>
                </a:ext>
              </a:extLst>
            </p:cNvPr>
            <p:cNvSpPr/>
            <p:nvPr/>
          </p:nvSpPr>
          <p:spPr>
            <a:xfrm>
              <a:off x="2448663" y="743433"/>
              <a:ext cx="111938" cy="111938"/>
            </a:xfrm>
            <a:custGeom>
              <a:avLst/>
              <a:gdLst>
                <a:gd name="connsiteX0" fmla="*/ 58767 w 111937"/>
                <a:gd name="connsiteY0" fmla="*/ 111538 h 111937"/>
                <a:gd name="connsiteX1" fmla="*/ 111538 w 111937"/>
                <a:gd name="connsiteY1" fmla="*/ 58767 h 111937"/>
                <a:gd name="connsiteX2" fmla="*/ 58767 w 111937"/>
                <a:gd name="connsiteY2" fmla="*/ 5997 h 111937"/>
                <a:gd name="connsiteX3" fmla="*/ 5997 w 111937"/>
                <a:gd name="connsiteY3" fmla="*/ 58767 h 111937"/>
                <a:gd name="connsiteX4" fmla="*/ 58767 w 111937"/>
                <a:gd name="connsiteY4" fmla="*/ 111538 h 11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7" h="111937">
                  <a:moveTo>
                    <a:pt x="58767" y="111538"/>
                  </a:moveTo>
                  <a:cubicBezTo>
                    <a:pt x="88351" y="111538"/>
                    <a:pt x="111538" y="87551"/>
                    <a:pt x="111538" y="58767"/>
                  </a:cubicBezTo>
                  <a:cubicBezTo>
                    <a:pt x="111538" y="29184"/>
                    <a:pt x="88351" y="5997"/>
                    <a:pt x="58767" y="5997"/>
                  </a:cubicBezTo>
                  <a:cubicBezTo>
                    <a:pt x="29983" y="5997"/>
                    <a:pt x="5997" y="29983"/>
                    <a:pt x="5997" y="58767"/>
                  </a:cubicBezTo>
                  <a:cubicBezTo>
                    <a:pt x="5997" y="87551"/>
                    <a:pt x="29983" y="111538"/>
                    <a:pt x="58767" y="11153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BB425786-AC47-40BE-A06E-54698C6FAC8F}"/>
                </a:ext>
              </a:extLst>
            </p:cNvPr>
            <p:cNvSpPr/>
            <p:nvPr/>
          </p:nvSpPr>
          <p:spPr>
            <a:xfrm>
              <a:off x="2632561" y="783411"/>
              <a:ext cx="31982" cy="31982"/>
            </a:xfrm>
            <a:custGeom>
              <a:avLst/>
              <a:gdLst>
                <a:gd name="connsiteX0" fmla="*/ 17990 w 31982"/>
                <a:gd name="connsiteY0" fmla="*/ 29983 h 31982"/>
                <a:gd name="connsiteX1" fmla="*/ 29983 w 31982"/>
                <a:gd name="connsiteY1" fmla="*/ 17990 h 31982"/>
                <a:gd name="connsiteX2" fmla="*/ 17990 w 31982"/>
                <a:gd name="connsiteY2" fmla="*/ 5997 h 31982"/>
                <a:gd name="connsiteX3" fmla="*/ 5997 w 31982"/>
                <a:gd name="connsiteY3" fmla="*/ 17990 h 31982"/>
                <a:gd name="connsiteX4" fmla="*/ 17990 w 31982"/>
                <a:gd name="connsiteY4" fmla="*/ 299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990" y="29983"/>
                  </a:moveTo>
                  <a:cubicBezTo>
                    <a:pt x="24387" y="29983"/>
                    <a:pt x="29983" y="24387"/>
                    <a:pt x="29983" y="17990"/>
                  </a:cubicBezTo>
                  <a:cubicBezTo>
                    <a:pt x="29983" y="11594"/>
                    <a:pt x="24387" y="5997"/>
                    <a:pt x="17990" y="5997"/>
                  </a:cubicBezTo>
                  <a:cubicBezTo>
                    <a:pt x="11594" y="5997"/>
                    <a:pt x="5997" y="11594"/>
                    <a:pt x="5997" y="17990"/>
                  </a:cubicBezTo>
                  <a:cubicBezTo>
                    <a:pt x="5997" y="25186"/>
                    <a:pt x="11594" y="29983"/>
                    <a:pt x="17990" y="29983"/>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DAEAC6E2-864B-40F2-B72D-509E3558A02B}"/>
                </a:ext>
              </a:extLst>
            </p:cNvPr>
            <p:cNvSpPr/>
            <p:nvPr/>
          </p:nvSpPr>
          <p:spPr>
            <a:xfrm>
              <a:off x="2776480" y="785010"/>
              <a:ext cx="31982" cy="31982"/>
            </a:xfrm>
            <a:custGeom>
              <a:avLst/>
              <a:gdLst>
                <a:gd name="connsiteX0" fmla="*/ 16391 w 31982"/>
                <a:gd name="connsiteY0" fmla="*/ 26785 h 31982"/>
                <a:gd name="connsiteX1" fmla="*/ 26785 w 31982"/>
                <a:gd name="connsiteY1" fmla="*/ 16391 h 31982"/>
                <a:gd name="connsiteX2" fmla="*/ 16391 w 31982"/>
                <a:gd name="connsiteY2" fmla="*/ 5997 h 31982"/>
                <a:gd name="connsiteX3" fmla="*/ 5997 w 31982"/>
                <a:gd name="connsiteY3" fmla="*/ 16391 h 31982"/>
                <a:gd name="connsiteX4" fmla="*/ 16391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391" y="26785"/>
                  </a:moveTo>
                  <a:cubicBezTo>
                    <a:pt x="21988" y="26785"/>
                    <a:pt x="26785" y="21988"/>
                    <a:pt x="26785" y="16391"/>
                  </a:cubicBezTo>
                  <a:cubicBezTo>
                    <a:pt x="26785" y="10794"/>
                    <a:pt x="21988" y="5997"/>
                    <a:pt x="16391" y="5997"/>
                  </a:cubicBezTo>
                  <a:cubicBezTo>
                    <a:pt x="10794" y="5997"/>
                    <a:pt x="5997" y="10794"/>
                    <a:pt x="5997" y="16391"/>
                  </a:cubicBezTo>
                  <a:cubicBezTo>
                    <a:pt x="6796" y="22787"/>
                    <a:pt x="10794" y="26785"/>
                    <a:pt x="16391" y="26785"/>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CFFFADE1-C991-4596-9FBE-CE8B9F86E593}"/>
                </a:ext>
              </a:extLst>
            </p:cNvPr>
            <p:cNvSpPr/>
            <p:nvPr/>
          </p:nvSpPr>
          <p:spPr>
            <a:xfrm>
              <a:off x="2921200" y="786609"/>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FCD0E3C-9FF2-42DE-85A8-3E663516A0F8}"/>
                </a:ext>
              </a:extLst>
            </p:cNvPr>
            <p:cNvSpPr/>
            <p:nvPr/>
          </p:nvSpPr>
          <p:spPr>
            <a:xfrm>
              <a:off x="3068318" y="792206"/>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2393"/>
                    <a:pt x="14792" y="9994"/>
                  </a:cubicBezTo>
                  <a:cubicBezTo>
                    <a:pt x="14792" y="7596"/>
                    <a:pt x="13193" y="5997"/>
                    <a:pt x="9994" y="5997"/>
                  </a:cubicBezTo>
                  <a:cubicBezTo>
                    <a:pt x="7596" y="5997"/>
                    <a:pt x="5997" y="7596"/>
                    <a:pt x="5997" y="9994"/>
                  </a:cubicBezTo>
                  <a:cubicBezTo>
                    <a:pt x="5997" y="11594"/>
                    <a:pt x="7596" y="13992"/>
                    <a:pt x="9994" y="13992"/>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D237CE0A-8387-4935-A518-BF85328FB061}"/>
                </a:ext>
              </a:extLst>
            </p:cNvPr>
            <p:cNvSpPr/>
            <p:nvPr/>
          </p:nvSpPr>
          <p:spPr>
            <a:xfrm>
              <a:off x="3211439" y="793005"/>
              <a:ext cx="15991" cy="15991"/>
            </a:xfrm>
            <a:custGeom>
              <a:avLst/>
              <a:gdLst>
                <a:gd name="connsiteX0" fmla="*/ 9994 w 15991"/>
                <a:gd name="connsiteY0" fmla="*/ 12393 h 15991"/>
                <a:gd name="connsiteX1" fmla="*/ 13992 w 15991"/>
                <a:gd name="connsiteY1" fmla="*/ 9195 h 15991"/>
                <a:gd name="connsiteX2" fmla="*/ 9994 w 15991"/>
                <a:gd name="connsiteY2" fmla="*/ 5997 h 15991"/>
                <a:gd name="connsiteX3" fmla="*/ 5997 w 15991"/>
                <a:gd name="connsiteY3" fmla="*/ 9195 h 15991"/>
                <a:gd name="connsiteX4" fmla="*/ 9994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2393"/>
                  </a:moveTo>
                  <a:cubicBezTo>
                    <a:pt x="11594" y="12393"/>
                    <a:pt x="13992" y="10794"/>
                    <a:pt x="13992" y="9195"/>
                  </a:cubicBezTo>
                  <a:cubicBezTo>
                    <a:pt x="13992" y="7596"/>
                    <a:pt x="12393" y="5997"/>
                    <a:pt x="9994" y="5997"/>
                  </a:cubicBezTo>
                  <a:cubicBezTo>
                    <a:pt x="7596" y="5997"/>
                    <a:pt x="5997" y="7596"/>
                    <a:pt x="5997" y="9195"/>
                  </a:cubicBezTo>
                  <a:cubicBezTo>
                    <a:pt x="5997" y="10794"/>
                    <a:pt x="7596" y="12393"/>
                    <a:pt x="9994" y="12393"/>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5169F56F-85D4-4804-BC62-0D67AC04891E}"/>
                </a:ext>
              </a:extLst>
            </p:cNvPr>
            <p:cNvSpPr/>
            <p:nvPr/>
          </p:nvSpPr>
          <p:spPr>
            <a:xfrm>
              <a:off x="3353759" y="793005"/>
              <a:ext cx="15991" cy="15991"/>
            </a:xfrm>
            <a:custGeom>
              <a:avLst/>
              <a:gdLst>
                <a:gd name="connsiteX0" fmla="*/ 9994 w 15991"/>
                <a:gd name="connsiteY0" fmla="*/ 12393 h 15991"/>
                <a:gd name="connsiteX1" fmla="*/ 13193 w 15991"/>
                <a:gd name="connsiteY1" fmla="*/ 9195 h 15991"/>
                <a:gd name="connsiteX2" fmla="*/ 9994 w 15991"/>
                <a:gd name="connsiteY2" fmla="*/ 5997 h 15991"/>
                <a:gd name="connsiteX3" fmla="*/ 5997 w 15991"/>
                <a:gd name="connsiteY3" fmla="*/ 9195 h 15991"/>
                <a:gd name="connsiteX4" fmla="*/ 9994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2393"/>
                  </a:moveTo>
                  <a:cubicBezTo>
                    <a:pt x="11594" y="12393"/>
                    <a:pt x="13193" y="10794"/>
                    <a:pt x="13193" y="9195"/>
                  </a:cubicBezTo>
                  <a:cubicBezTo>
                    <a:pt x="13193" y="7596"/>
                    <a:pt x="11594" y="5997"/>
                    <a:pt x="9994" y="5997"/>
                  </a:cubicBezTo>
                  <a:cubicBezTo>
                    <a:pt x="8395" y="5997"/>
                    <a:pt x="5997" y="7596"/>
                    <a:pt x="5997" y="9195"/>
                  </a:cubicBezTo>
                  <a:cubicBezTo>
                    <a:pt x="5997" y="10794"/>
                    <a:pt x="8395" y="12393"/>
                    <a:pt x="9994" y="12393"/>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34B3D88D-68D9-49F3-B912-663BBB674098}"/>
                </a:ext>
              </a:extLst>
            </p:cNvPr>
            <p:cNvSpPr/>
            <p:nvPr/>
          </p:nvSpPr>
          <p:spPr>
            <a:xfrm>
              <a:off x="3496880" y="793005"/>
              <a:ext cx="15991" cy="15991"/>
            </a:xfrm>
            <a:custGeom>
              <a:avLst/>
              <a:gdLst>
                <a:gd name="connsiteX0" fmla="*/ 9195 w 15991"/>
                <a:gd name="connsiteY0" fmla="*/ 12393 h 15991"/>
                <a:gd name="connsiteX1" fmla="*/ 13192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1593" y="12393"/>
                    <a:pt x="13192" y="10794"/>
                    <a:pt x="13192" y="9195"/>
                  </a:cubicBezTo>
                  <a:cubicBezTo>
                    <a:pt x="13192" y="7596"/>
                    <a:pt x="11593" y="5997"/>
                    <a:pt x="9195" y="5997"/>
                  </a:cubicBezTo>
                  <a:cubicBezTo>
                    <a:pt x="7595" y="5997"/>
                    <a:pt x="5997" y="7596"/>
                    <a:pt x="5997" y="9195"/>
                  </a:cubicBezTo>
                  <a:cubicBezTo>
                    <a:pt x="5997" y="10794"/>
                    <a:pt x="7595" y="12393"/>
                    <a:pt x="9195" y="12393"/>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E9E7DD03-A5DF-429E-8EA4-12887587A1C6}"/>
                </a:ext>
              </a:extLst>
            </p:cNvPr>
            <p:cNvSpPr/>
            <p:nvPr/>
          </p:nvSpPr>
          <p:spPr>
            <a:xfrm>
              <a:off x="3639200" y="793005"/>
              <a:ext cx="15991" cy="15991"/>
            </a:xfrm>
            <a:custGeom>
              <a:avLst/>
              <a:gdLst>
                <a:gd name="connsiteX0" fmla="*/ 9994 w 15991"/>
                <a:gd name="connsiteY0" fmla="*/ 12393 h 15991"/>
                <a:gd name="connsiteX1" fmla="*/ 13992 w 15991"/>
                <a:gd name="connsiteY1" fmla="*/ 9195 h 15991"/>
                <a:gd name="connsiteX2" fmla="*/ 9994 w 15991"/>
                <a:gd name="connsiteY2" fmla="*/ 5997 h 15991"/>
                <a:gd name="connsiteX3" fmla="*/ 5997 w 15991"/>
                <a:gd name="connsiteY3" fmla="*/ 9195 h 15991"/>
                <a:gd name="connsiteX4" fmla="*/ 9994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2393"/>
                  </a:moveTo>
                  <a:cubicBezTo>
                    <a:pt x="12393" y="12393"/>
                    <a:pt x="13992" y="10794"/>
                    <a:pt x="13992" y="9195"/>
                  </a:cubicBezTo>
                  <a:cubicBezTo>
                    <a:pt x="13992" y="7596"/>
                    <a:pt x="12393" y="5997"/>
                    <a:pt x="9994" y="5997"/>
                  </a:cubicBezTo>
                  <a:cubicBezTo>
                    <a:pt x="8395" y="5997"/>
                    <a:pt x="5997" y="7596"/>
                    <a:pt x="5997" y="9195"/>
                  </a:cubicBezTo>
                  <a:cubicBezTo>
                    <a:pt x="5997" y="10794"/>
                    <a:pt x="7596" y="12393"/>
                    <a:pt x="9994" y="12393"/>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364C7D5E-364D-4E8F-8C6C-07A8AFC2F520}"/>
                </a:ext>
              </a:extLst>
            </p:cNvPr>
            <p:cNvSpPr/>
            <p:nvPr/>
          </p:nvSpPr>
          <p:spPr>
            <a:xfrm>
              <a:off x="3781521" y="793005"/>
              <a:ext cx="15991" cy="15991"/>
            </a:xfrm>
            <a:custGeom>
              <a:avLst/>
              <a:gdLst>
                <a:gd name="connsiteX0" fmla="*/ 9994 w 15991"/>
                <a:gd name="connsiteY0" fmla="*/ 12393 h 15991"/>
                <a:gd name="connsiteX1" fmla="*/ 13193 w 15991"/>
                <a:gd name="connsiteY1" fmla="*/ 9195 h 15991"/>
                <a:gd name="connsiteX2" fmla="*/ 9994 w 15991"/>
                <a:gd name="connsiteY2" fmla="*/ 5997 h 15991"/>
                <a:gd name="connsiteX3" fmla="*/ 5997 w 15991"/>
                <a:gd name="connsiteY3" fmla="*/ 9195 h 15991"/>
                <a:gd name="connsiteX4" fmla="*/ 9994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2393"/>
                  </a:moveTo>
                  <a:cubicBezTo>
                    <a:pt x="12393" y="12393"/>
                    <a:pt x="13193" y="10794"/>
                    <a:pt x="13193" y="9195"/>
                  </a:cubicBezTo>
                  <a:cubicBezTo>
                    <a:pt x="13193" y="7596"/>
                    <a:pt x="11594" y="5997"/>
                    <a:pt x="9994" y="5997"/>
                  </a:cubicBezTo>
                  <a:cubicBezTo>
                    <a:pt x="8395" y="5997"/>
                    <a:pt x="5997" y="7596"/>
                    <a:pt x="5997" y="9195"/>
                  </a:cubicBezTo>
                  <a:cubicBezTo>
                    <a:pt x="6796" y="10794"/>
                    <a:pt x="8395" y="12393"/>
                    <a:pt x="9994" y="12393"/>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DA31A4F1-6DF4-4494-9FAE-85247BDC09DA}"/>
                </a:ext>
              </a:extLst>
            </p:cNvPr>
            <p:cNvSpPr/>
            <p:nvPr/>
          </p:nvSpPr>
          <p:spPr>
            <a:xfrm>
              <a:off x="3923042" y="790607"/>
              <a:ext cx="15991" cy="15991"/>
            </a:xfrm>
            <a:custGeom>
              <a:avLst/>
              <a:gdLst>
                <a:gd name="connsiteX0" fmla="*/ 11594 w 15991"/>
                <a:gd name="connsiteY0" fmla="*/ 16391 h 15991"/>
                <a:gd name="connsiteX1" fmla="*/ 16391 w 15991"/>
                <a:gd name="connsiteY1" fmla="*/ 10794 h 15991"/>
                <a:gd name="connsiteX2" fmla="*/ 11594 w 15991"/>
                <a:gd name="connsiteY2" fmla="*/ 5997 h 15991"/>
                <a:gd name="connsiteX3" fmla="*/ 5997 w 15991"/>
                <a:gd name="connsiteY3" fmla="*/ 10794 h 15991"/>
                <a:gd name="connsiteX4" fmla="*/ 11594 w 15991"/>
                <a:gd name="connsiteY4" fmla="*/ 163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6391"/>
                  </a:moveTo>
                  <a:cubicBezTo>
                    <a:pt x="14792" y="16391"/>
                    <a:pt x="16391" y="13992"/>
                    <a:pt x="16391" y="10794"/>
                  </a:cubicBezTo>
                  <a:cubicBezTo>
                    <a:pt x="16391" y="7596"/>
                    <a:pt x="13992" y="5997"/>
                    <a:pt x="11594" y="5997"/>
                  </a:cubicBezTo>
                  <a:cubicBezTo>
                    <a:pt x="8395" y="5997"/>
                    <a:pt x="5997" y="8395"/>
                    <a:pt x="5997" y="10794"/>
                  </a:cubicBezTo>
                  <a:cubicBezTo>
                    <a:pt x="5997" y="13992"/>
                    <a:pt x="8395" y="16391"/>
                    <a:pt x="11594" y="1639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7F270AC9-A057-4960-93F6-EB2E5C6C387E}"/>
                </a:ext>
              </a:extLst>
            </p:cNvPr>
            <p:cNvSpPr/>
            <p:nvPr/>
          </p:nvSpPr>
          <p:spPr>
            <a:xfrm>
              <a:off x="4066162" y="790607"/>
              <a:ext cx="15991" cy="15991"/>
            </a:xfrm>
            <a:custGeom>
              <a:avLst/>
              <a:gdLst>
                <a:gd name="connsiteX0" fmla="*/ 10794 w 15991"/>
                <a:gd name="connsiteY0" fmla="*/ 163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63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6391"/>
                  </a:moveTo>
                  <a:cubicBezTo>
                    <a:pt x="13992" y="16391"/>
                    <a:pt x="15591" y="13992"/>
                    <a:pt x="15591" y="10794"/>
                  </a:cubicBezTo>
                  <a:cubicBezTo>
                    <a:pt x="15591" y="7596"/>
                    <a:pt x="13193" y="5997"/>
                    <a:pt x="10794" y="5997"/>
                  </a:cubicBezTo>
                  <a:cubicBezTo>
                    <a:pt x="8396" y="5997"/>
                    <a:pt x="5997" y="8395"/>
                    <a:pt x="5997" y="10794"/>
                  </a:cubicBezTo>
                  <a:cubicBezTo>
                    <a:pt x="5997" y="13992"/>
                    <a:pt x="8396" y="16391"/>
                    <a:pt x="10794" y="1639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18786F3F-9C9F-4B3B-B5DE-16A341B7A215}"/>
                </a:ext>
              </a:extLst>
            </p:cNvPr>
            <p:cNvSpPr/>
            <p:nvPr/>
          </p:nvSpPr>
          <p:spPr>
            <a:xfrm>
              <a:off x="4210882" y="792206"/>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1594"/>
                    <a:pt x="7596" y="12393"/>
                    <a:pt x="9195" y="12393"/>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D0C07B7F-668E-48E9-8929-BE0C2A7CBA8F}"/>
                </a:ext>
              </a:extLst>
            </p:cNvPr>
            <p:cNvSpPr/>
            <p:nvPr/>
          </p:nvSpPr>
          <p:spPr>
            <a:xfrm>
              <a:off x="4348406" y="789008"/>
              <a:ext cx="23987" cy="23987"/>
            </a:xfrm>
            <a:custGeom>
              <a:avLst/>
              <a:gdLst>
                <a:gd name="connsiteX0" fmla="*/ 13992 w 23986"/>
                <a:gd name="connsiteY0" fmla="*/ 20389 h 23986"/>
                <a:gd name="connsiteX1" fmla="*/ 21188 w 23986"/>
                <a:gd name="connsiteY1" fmla="*/ 13193 h 23986"/>
                <a:gd name="connsiteX2" fmla="*/ 13992 w 23986"/>
                <a:gd name="connsiteY2" fmla="*/ 5997 h 23986"/>
                <a:gd name="connsiteX3" fmla="*/ 5997 w 23986"/>
                <a:gd name="connsiteY3" fmla="*/ 13193 h 23986"/>
                <a:gd name="connsiteX4" fmla="*/ 13992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0389"/>
                  </a:moveTo>
                  <a:cubicBezTo>
                    <a:pt x="17990" y="20389"/>
                    <a:pt x="21188" y="17190"/>
                    <a:pt x="21188" y="13193"/>
                  </a:cubicBezTo>
                  <a:cubicBezTo>
                    <a:pt x="21188" y="9195"/>
                    <a:pt x="17990" y="5997"/>
                    <a:pt x="13992" y="5997"/>
                  </a:cubicBezTo>
                  <a:cubicBezTo>
                    <a:pt x="9994" y="5997"/>
                    <a:pt x="5997" y="9195"/>
                    <a:pt x="5997" y="13193"/>
                  </a:cubicBezTo>
                  <a:cubicBezTo>
                    <a:pt x="6796" y="17190"/>
                    <a:pt x="9994" y="20389"/>
                    <a:pt x="13992" y="2038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E0B3316C-6B28-48BB-8B3C-EAAC70E20BAF}"/>
                </a:ext>
              </a:extLst>
            </p:cNvPr>
            <p:cNvSpPr/>
            <p:nvPr/>
          </p:nvSpPr>
          <p:spPr>
            <a:xfrm>
              <a:off x="4491526" y="789008"/>
              <a:ext cx="23987" cy="23987"/>
            </a:xfrm>
            <a:custGeom>
              <a:avLst/>
              <a:gdLst>
                <a:gd name="connsiteX0" fmla="*/ 13992 w 23986"/>
                <a:gd name="connsiteY0" fmla="*/ 20389 h 23986"/>
                <a:gd name="connsiteX1" fmla="*/ 21988 w 23986"/>
                <a:gd name="connsiteY1" fmla="*/ 13193 h 23986"/>
                <a:gd name="connsiteX2" fmla="*/ 13992 w 23986"/>
                <a:gd name="connsiteY2" fmla="*/ 5997 h 23986"/>
                <a:gd name="connsiteX3" fmla="*/ 5997 w 23986"/>
                <a:gd name="connsiteY3" fmla="*/ 13193 h 23986"/>
                <a:gd name="connsiteX4" fmla="*/ 13992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0389"/>
                  </a:moveTo>
                  <a:cubicBezTo>
                    <a:pt x="17990" y="20389"/>
                    <a:pt x="21988" y="17190"/>
                    <a:pt x="21988" y="13193"/>
                  </a:cubicBezTo>
                  <a:cubicBezTo>
                    <a:pt x="21988" y="9195"/>
                    <a:pt x="18790" y="5997"/>
                    <a:pt x="13992" y="5997"/>
                  </a:cubicBezTo>
                  <a:cubicBezTo>
                    <a:pt x="9994" y="5997"/>
                    <a:pt x="5997" y="9195"/>
                    <a:pt x="5997" y="13193"/>
                  </a:cubicBezTo>
                  <a:cubicBezTo>
                    <a:pt x="5997" y="17190"/>
                    <a:pt x="9994" y="20389"/>
                    <a:pt x="13992" y="2038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D7202C08-64E8-4E9A-AB06-D2A732B4622C}"/>
                </a:ext>
              </a:extLst>
            </p:cNvPr>
            <p:cNvSpPr/>
            <p:nvPr/>
          </p:nvSpPr>
          <p:spPr>
            <a:xfrm>
              <a:off x="4637844" y="791406"/>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5A4303F4-C111-4D22-B66A-6B770A1F8A0D}"/>
                </a:ext>
              </a:extLst>
            </p:cNvPr>
            <p:cNvSpPr/>
            <p:nvPr/>
          </p:nvSpPr>
          <p:spPr>
            <a:xfrm>
              <a:off x="338637" y="915337"/>
              <a:ext cx="55969" cy="55969"/>
            </a:xfrm>
            <a:custGeom>
              <a:avLst/>
              <a:gdLst>
                <a:gd name="connsiteX0" fmla="*/ 29184 w 55968"/>
                <a:gd name="connsiteY0" fmla="*/ 52371 h 55968"/>
                <a:gd name="connsiteX1" fmla="*/ 52371 w 55968"/>
                <a:gd name="connsiteY1" fmla="*/ 29184 h 55968"/>
                <a:gd name="connsiteX2" fmla="*/ 29184 w 55968"/>
                <a:gd name="connsiteY2" fmla="*/ 5997 h 55968"/>
                <a:gd name="connsiteX3" fmla="*/ 5997 w 55968"/>
                <a:gd name="connsiteY3" fmla="*/ 29184 h 55968"/>
                <a:gd name="connsiteX4" fmla="*/ 29184 w 55968"/>
                <a:gd name="connsiteY4" fmla="*/ 52371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184" y="52371"/>
                  </a:moveTo>
                  <a:cubicBezTo>
                    <a:pt x="41977" y="52371"/>
                    <a:pt x="52371" y="41977"/>
                    <a:pt x="52371" y="29184"/>
                  </a:cubicBezTo>
                  <a:cubicBezTo>
                    <a:pt x="52371" y="16391"/>
                    <a:pt x="41977" y="5997"/>
                    <a:pt x="29184" y="5997"/>
                  </a:cubicBezTo>
                  <a:cubicBezTo>
                    <a:pt x="16391" y="5997"/>
                    <a:pt x="5997" y="16391"/>
                    <a:pt x="5997" y="29184"/>
                  </a:cubicBezTo>
                  <a:cubicBezTo>
                    <a:pt x="5997" y="41977"/>
                    <a:pt x="16391" y="52371"/>
                    <a:pt x="29184" y="52371"/>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1EC6FAC0-DAF6-4E2B-90AA-48FB47CE9EAD}"/>
                </a:ext>
              </a:extLst>
            </p:cNvPr>
            <p:cNvSpPr/>
            <p:nvPr/>
          </p:nvSpPr>
          <p:spPr>
            <a:xfrm>
              <a:off x="480958" y="915337"/>
              <a:ext cx="55969" cy="55969"/>
            </a:xfrm>
            <a:custGeom>
              <a:avLst/>
              <a:gdLst>
                <a:gd name="connsiteX0" fmla="*/ 29184 w 55968"/>
                <a:gd name="connsiteY0" fmla="*/ 52371 h 55968"/>
                <a:gd name="connsiteX1" fmla="*/ 52371 w 55968"/>
                <a:gd name="connsiteY1" fmla="*/ 29184 h 55968"/>
                <a:gd name="connsiteX2" fmla="*/ 29184 w 55968"/>
                <a:gd name="connsiteY2" fmla="*/ 5997 h 55968"/>
                <a:gd name="connsiteX3" fmla="*/ 5997 w 55968"/>
                <a:gd name="connsiteY3" fmla="*/ 29184 h 55968"/>
                <a:gd name="connsiteX4" fmla="*/ 29184 w 55968"/>
                <a:gd name="connsiteY4" fmla="*/ 52371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184" y="52371"/>
                  </a:moveTo>
                  <a:cubicBezTo>
                    <a:pt x="41977" y="52371"/>
                    <a:pt x="52371" y="41977"/>
                    <a:pt x="52371" y="29184"/>
                  </a:cubicBezTo>
                  <a:cubicBezTo>
                    <a:pt x="52371" y="16391"/>
                    <a:pt x="41977" y="5997"/>
                    <a:pt x="29184" y="5997"/>
                  </a:cubicBezTo>
                  <a:cubicBezTo>
                    <a:pt x="16391" y="5997"/>
                    <a:pt x="5997" y="16391"/>
                    <a:pt x="5997" y="29184"/>
                  </a:cubicBezTo>
                  <a:cubicBezTo>
                    <a:pt x="5997" y="41977"/>
                    <a:pt x="16391" y="52371"/>
                    <a:pt x="29184" y="5237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B46A2830-61A7-4B5C-84C1-81B0264F3EFA}"/>
                </a:ext>
              </a:extLst>
            </p:cNvPr>
            <p:cNvSpPr/>
            <p:nvPr/>
          </p:nvSpPr>
          <p:spPr>
            <a:xfrm>
              <a:off x="605689" y="897747"/>
              <a:ext cx="87951" cy="87951"/>
            </a:xfrm>
            <a:custGeom>
              <a:avLst/>
              <a:gdLst>
                <a:gd name="connsiteX0" fmla="*/ 47573 w 87951"/>
                <a:gd name="connsiteY0" fmla="*/ 87551 h 87951"/>
                <a:gd name="connsiteX1" fmla="*/ 88351 w 87951"/>
                <a:gd name="connsiteY1" fmla="*/ 46774 h 87951"/>
                <a:gd name="connsiteX2" fmla="*/ 47573 w 87951"/>
                <a:gd name="connsiteY2" fmla="*/ 5997 h 87951"/>
                <a:gd name="connsiteX3" fmla="*/ 5997 w 87951"/>
                <a:gd name="connsiteY3" fmla="*/ 46774 h 87951"/>
                <a:gd name="connsiteX4" fmla="*/ 47573 w 87951"/>
                <a:gd name="connsiteY4" fmla="*/ 87551 h 8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51" h="87951">
                  <a:moveTo>
                    <a:pt x="47573" y="87551"/>
                  </a:moveTo>
                  <a:cubicBezTo>
                    <a:pt x="69961" y="87551"/>
                    <a:pt x="88351" y="69161"/>
                    <a:pt x="88351" y="46774"/>
                  </a:cubicBezTo>
                  <a:cubicBezTo>
                    <a:pt x="88351" y="24386"/>
                    <a:pt x="69961" y="5997"/>
                    <a:pt x="47573" y="5997"/>
                  </a:cubicBezTo>
                  <a:cubicBezTo>
                    <a:pt x="24386" y="5997"/>
                    <a:pt x="5997" y="24386"/>
                    <a:pt x="5997" y="46774"/>
                  </a:cubicBezTo>
                  <a:cubicBezTo>
                    <a:pt x="6796" y="69161"/>
                    <a:pt x="25186" y="87551"/>
                    <a:pt x="47573" y="875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7FE58B61-CDC1-4EAF-9ED0-71C5393136EE}"/>
                </a:ext>
              </a:extLst>
            </p:cNvPr>
            <p:cNvSpPr/>
            <p:nvPr/>
          </p:nvSpPr>
          <p:spPr>
            <a:xfrm>
              <a:off x="760003" y="908941"/>
              <a:ext cx="63964" cy="63964"/>
            </a:xfrm>
            <a:custGeom>
              <a:avLst/>
              <a:gdLst>
                <a:gd name="connsiteX0" fmla="*/ 35580 w 63964"/>
                <a:gd name="connsiteY0" fmla="*/ 65164 h 63964"/>
                <a:gd name="connsiteX1" fmla="*/ 65164 w 63964"/>
                <a:gd name="connsiteY1" fmla="*/ 35580 h 63964"/>
                <a:gd name="connsiteX2" fmla="*/ 35580 w 63964"/>
                <a:gd name="connsiteY2" fmla="*/ 5997 h 63964"/>
                <a:gd name="connsiteX3" fmla="*/ 5997 w 63964"/>
                <a:gd name="connsiteY3" fmla="*/ 35580 h 63964"/>
                <a:gd name="connsiteX4" fmla="*/ 35580 w 63964"/>
                <a:gd name="connsiteY4" fmla="*/ 65164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5580" y="65164"/>
                  </a:moveTo>
                  <a:cubicBezTo>
                    <a:pt x="51571" y="65164"/>
                    <a:pt x="65164" y="52371"/>
                    <a:pt x="65164" y="35580"/>
                  </a:cubicBezTo>
                  <a:cubicBezTo>
                    <a:pt x="65164" y="19589"/>
                    <a:pt x="52371" y="5997"/>
                    <a:pt x="35580" y="5997"/>
                  </a:cubicBezTo>
                  <a:cubicBezTo>
                    <a:pt x="19589" y="5997"/>
                    <a:pt x="5997" y="18790"/>
                    <a:pt x="5997" y="35580"/>
                  </a:cubicBezTo>
                  <a:cubicBezTo>
                    <a:pt x="6796" y="51571"/>
                    <a:pt x="19589" y="65164"/>
                    <a:pt x="35580" y="65164"/>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F918D067-1312-4326-982C-2108EAF06182}"/>
                </a:ext>
              </a:extLst>
            </p:cNvPr>
            <p:cNvSpPr/>
            <p:nvPr/>
          </p:nvSpPr>
          <p:spPr>
            <a:xfrm>
              <a:off x="911918" y="917736"/>
              <a:ext cx="47973" cy="47973"/>
            </a:xfrm>
            <a:custGeom>
              <a:avLst/>
              <a:gdLst>
                <a:gd name="connsiteX0" fmla="*/ 26785 w 47973"/>
                <a:gd name="connsiteY0" fmla="*/ 47573 h 47973"/>
                <a:gd name="connsiteX1" fmla="*/ 47573 w 47973"/>
                <a:gd name="connsiteY1" fmla="*/ 26785 h 47973"/>
                <a:gd name="connsiteX2" fmla="*/ 26785 w 47973"/>
                <a:gd name="connsiteY2" fmla="*/ 5997 h 47973"/>
                <a:gd name="connsiteX3" fmla="*/ 5997 w 47973"/>
                <a:gd name="connsiteY3" fmla="*/ 26785 h 47973"/>
                <a:gd name="connsiteX4" fmla="*/ 26785 w 47973"/>
                <a:gd name="connsiteY4" fmla="*/ 47573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6785" y="47573"/>
                  </a:moveTo>
                  <a:cubicBezTo>
                    <a:pt x="37979" y="47573"/>
                    <a:pt x="47573" y="37979"/>
                    <a:pt x="47573" y="26785"/>
                  </a:cubicBezTo>
                  <a:cubicBezTo>
                    <a:pt x="47573" y="15591"/>
                    <a:pt x="37979" y="5997"/>
                    <a:pt x="26785" y="5997"/>
                  </a:cubicBezTo>
                  <a:cubicBezTo>
                    <a:pt x="14792" y="5997"/>
                    <a:pt x="5997" y="15591"/>
                    <a:pt x="5997" y="26785"/>
                  </a:cubicBezTo>
                  <a:cubicBezTo>
                    <a:pt x="5997" y="37979"/>
                    <a:pt x="14792" y="47573"/>
                    <a:pt x="26785" y="47573"/>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83A7D3FA-6FDF-4096-8A47-28AC6D4F9894}"/>
                </a:ext>
              </a:extLst>
            </p:cNvPr>
            <p:cNvSpPr/>
            <p:nvPr/>
          </p:nvSpPr>
          <p:spPr>
            <a:xfrm>
              <a:off x="1057437" y="920934"/>
              <a:ext cx="39978" cy="39978"/>
            </a:xfrm>
            <a:custGeom>
              <a:avLst/>
              <a:gdLst>
                <a:gd name="connsiteX0" fmla="*/ 23587 w 39977"/>
                <a:gd name="connsiteY0" fmla="*/ 41177 h 39977"/>
                <a:gd name="connsiteX1" fmla="*/ 41177 w 39977"/>
                <a:gd name="connsiteY1" fmla="*/ 23587 h 39977"/>
                <a:gd name="connsiteX2" fmla="*/ 23587 w 39977"/>
                <a:gd name="connsiteY2" fmla="*/ 5997 h 39977"/>
                <a:gd name="connsiteX3" fmla="*/ 5997 w 39977"/>
                <a:gd name="connsiteY3" fmla="*/ 23587 h 39977"/>
                <a:gd name="connsiteX4" fmla="*/ 23587 w 39977"/>
                <a:gd name="connsiteY4" fmla="*/ 41177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3587" y="41177"/>
                  </a:moveTo>
                  <a:cubicBezTo>
                    <a:pt x="33181" y="41177"/>
                    <a:pt x="41177" y="33181"/>
                    <a:pt x="41177" y="23587"/>
                  </a:cubicBezTo>
                  <a:cubicBezTo>
                    <a:pt x="41177" y="13992"/>
                    <a:pt x="33181" y="5997"/>
                    <a:pt x="23587" y="5997"/>
                  </a:cubicBezTo>
                  <a:cubicBezTo>
                    <a:pt x="13992" y="5997"/>
                    <a:pt x="5997" y="13992"/>
                    <a:pt x="5997" y="23587"/>
                  </a:cubicBezTo>
                  <a:cubicBezTo>
                    <a:pt x="5997" y="33181"/>
                    <a:pt x="13992" y="41177"/>
                    <a:pt x="23587" y="41177"/>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AEBF0913-5982-40AC-B54A-D00DB6E52D49}"/>
                </a:ext>
              </a:extLst>
            </p:cNvPr>
            <p:cNvSpPr/>
            <p:nvPr/>
          </p:nvSpPr>
          <p:spPr>
            <a:xfrm>
              <a:off x="1210152" y="930529"/>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7990" y="21988"/>
                    <a:pt x="21988" y="18789"/>
                    <a:pt x="21988" y="13992"/>
                  </a:cubicBezTo>
                  <a:cubicBezTo>
                    <a:pt x="21988" y="9994"/>
                    <a:pt x="17990" y="5997"/>
                    <a:pt x="13992" y="5997"/>
                  </a:cubicBezTo>
                  <a:cubicBezTo>
                    <a:pt x="9195" y="5997"/>
                    <a:pt x="5997" y="9195"/>
                    <a:pt x="5997" y="13992"/>
                  </a:cubicBezTo>
                  <a:cubicBezTo>
                    <a:pt x="5997" y="17990"/>
                    <a:pt x="9195" y="21988"/>
                    <a:pt x="13992" y="21988"/>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64616A59-918E-4025-B547-D891FBA63092}"/>
                </a:ext>
              </a:extLst>
            </p:cNvPr>
            <p:cNvSpPr/>
            <p:nvPr/>
          </p:nvSpPr>
          <p:spPr>
            <a:xfrm>
              <a:off x="1353273" y="931329"/>
              <a:ext cx="23987" cy="23987"/>
            </a:xfrm>
            <a:custGeom>
              <a:avLst/>
              <a:gdLst>
                <a:gd name="connsiteX0" fmla="*/ 20389 w 23986"/>
                <a:gd name="connsiteY0" fmla="*/ 13193 h 23986"/>
                <a:gd name="connsiteX1" fmla="*/ 13193 w 23986"/>
                <a:gd name="connsiteY1" fmla="*/ 20389 h 23986"/>
                <a:gd name="connsiteX2" fmla="*/ 5997 w 23986"/>
                <a:gd name="connsiteY2" fmla="*/ 13193 h 23986"/>
                <a:gd name="connsiteX3" fmla="*/ 13193 w 23986"/>
                <a:gd name="connsiteY3" fmla="*/ 5997 h 23986"/>
                <a:gd name="connsiteX4" fmla="*/ 20389 w 23986"/>
                <a:gd name="connsiteY4" fmla="*/ 13193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20389" y="13193"/>
                  </a:moveTo>
                  <a:cubicBezTo>
                    <a:pt x="20389" y="17167"/>
                    <a:pt x="17167" y="20389"/>
                    <a:pt x="13193" y="20389"/>
                  </a:cubicBezTo>
                  <a:cubicBezTo>
                    <a:pt x="9218" y="20389"/>
                    <a:pt x="5997" y="17167"/>
                    <a:pt x="5997" y="13193"/>
                  </a:cubicBezTo>
                  <a:cubicBezTo>
                    <a:pt x="5997" y="9218"/>
                    <a:pt x="9219" y="5997"/>
                    <a:pt x="13193" y="5997"/>
                  </a:cubicBezTo>
                  <a:cubicBezTo>
                    <a:pt x="17167" y="5997"/>
                    <a:pt x="20389" y="9219"/>
                    <a:pt x="20389" y="13193"/>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1D668407-696B-47CF-A1E2-0C8562AECFE0}"/>
                </a:ext>
              </a:extLst>
            </p:cNvPr>
            <p:cNvSpPr/>
            <p:nvPr/>
          </p:nvSpPr>
          <p:spPr>
            <a:xfrm>
              <a:off x="1496393" y="931328"/>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1"/>
                    <a:pt x="20389" y="13193"/>
                  </a:cubicBezTo>
                  <a:cubicBezTo>
                    <a:pt x="20389" y="9195"/>
                    <a:pt x="17190" y="5997"/>
                    <a:pt x="13193" y="5997"/>
                  </a:cubicBezTo>
                  <a:cubicBezTo>
                    <a:pt x="9195" y="5997"/>
                    <a:pt x="5997" y="9195"/>
                    <a:pt x="5997" y="13193"/>
                  </a:cubicBezTo>
                  <a:cubicBezTo>
                    <a:pt x="5997" y="17191"/>
                    <a:pt x="9195" y="20389"/>
                    <a:pt x="13193" y="2038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F4912961-B8DC-416E-BF67-364A457E50C8}"/>
                </a:ext>
              </a:extLst>
            </p:cNvPr>
            <p:cNvSpPr/>
            <p:nvPr/>
          </p:nvSpPr>
          <p:spPr>
            <a:xfrm>
              <a:off x="1638714" y="931328"/>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1"/>
                    <a:pt x="20389" y="13193"/>
                  </a:cubicBezTo>
                  <a:cubicBezTo>
                    <a:pt x="20389" y="9195"/>
                    <a:pt x="17190" y="5997"/>
                    <a:pt x="13193" y="5997"/>
                  </a:cubicBezTo>
                  <a:cubicBezTo>
                    <a:pt x="9195" y="5997"/>
                    <a:pt x="5997" y="9195"/>
                    <a:pt x="5997" y="13193"/>
                  </a:cubicBezTo>
                  <a:cubicBezTo>
                    <a:pt x="5997" y="17191"/>
                    <a:pt x="9195" y="20389"/>
                    <a:pt x="13193" y="20389"/>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7E494036-7A22-4FDE-B940-C11B0FD54F55}"/>
                </a:ext>
              </a:extLst>
            </p:cNvPr>
            <p:cNvSpPr/>
            <p:nvPr/>
          </p:nvSpPr>
          <p:spPr>
            <a:xfrm>
              <a:off x="1773039" y="923333"/>
              <a:ext cx="39978" cy="39978"/>
            </a:xfrm>
            <a:custGeom>
              <a:avLst/>
              <a:gdLst>
                <a:gd name="connsiteX0" fmla="*/ 21188 w 39977"/>
                <a:gd name="connsiteY0" fmla="*/ 36380 h 39977"/>
                <a:gd name="connsiteX1" fmla="*/ 36380 w 39977"/>
                <a:gd name="connsiteY1" fmla="*/ 21188 h 39977"/>
                <a:gd name="connsiteX2" fmla="*/ 21188 w 39977"/>
                <a:gd name="connsiteY2" fmla="*/ 5997 h 39977"/>
                <a:gd name="connsiteX3" fmla="*/ 5997 w 39977"/>
                <a:gd name="connsiteY3" fmla="*/ 21188 h 39977"/>
                <a:gd name="connsiteX4" fmla="*/ 21188 w 39977"/>
                <a:gd name="connsiteY4" fmla="*/ 36380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1188" y="36380"/>
                  </a:moveTo>
                  <a:cubicBezTo>
                    <a:pt x="29983" y="36380"/>
                    <a:pt x="36380" y="29184"/>
                    <a:pt x="36380" y="21188"/>
                  </a:cubicBezTo>
                  <a:cubicBezTo>
                    <a:pt x="36380" y="12393"/>
                    <a:pt x="29184" y="5997"/>
                    <a:pt x="21188" y="5997"/>
                  </a:cubicBezTo>
                  <a:cubicBezTo>
                    <a:pt x="12393" y="5997"/>
                    <a:pt x="5997" y="13193"/>
                    <a:pt x="5997" y="21188"/>
                  </a:cubicBezTo>
                  <a:cubicBezTo>
                    <a:pt x="5997" y="29983"/>
                    <a:pt x="13193" y="36380"/>
                    <a:pt x="21188" y="36380"/>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8F1BCDF6-9BC4-4F19-A602-AF6B5328646E}"/>
                </a:ext>
              </a:extLst>
            </p:cNvPr>
            <p:cNvSpPr/>
            <p:nvPr/>
          </p:nvSpPr>
          <p:spPr>
            <a:xfrm>
              <a:off x="1920157" y="927331"/>
              <a:ext cx="31982" cy="31982"/>
            </a:xfrm>
            <a:custGeom>
              <a:avLst/>
              <a:gdLst>
                <a:gd name="connsiteX0" fmla="*/ 17190 w 31982"/>
                <a:gd name="connsiteY0" fmla="*/ 28384 h 31982"/>
                <a:gd name="connsiteX1" fmla="*/ 28384 w 31982"/>
                <a:gd name="connsiteY1" fmla="*/ 17191 h 31982"/>
                <a:gd name="connsiteX2" fmla="*/ 17190 w 31982"/>
                <a:gd name="connsiteY2" fmla="*/ 5997 h 31982"/>
                <a:gd name="connsiteX3" fmla="*/ 5997 w 31982"/>
                <a:gd name="connsiteY3" fmla="*/ 17191 h 31982"/>
                <a:gd name="connsiteX4" fmla="*/ 17190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0" y="28384"/>
                  </a:moveTo>
                  <a:cubicBezTo>
                    <a:pt x="23587" y="28384"/>
                    <a:pt x="28384" y="23587"/>
                    <a:pt x="28384" y="17191"/>
                  </a:cubicBezTo>
                  <a:cubicBezTo>
                    <a:pt x="28384" y="10794"/>
                    <a:pt x="23587" y="5997"/>
                    <a:pt x="17190" y="5997"/>
                  </a:cubicBezTo>
                  <a:cubicBezTo>
                    <a:pt x="10794" y="5997"/>
                    <a:pt x="5997" y="10794"/>
                    <a:pt x="5997" y="17191"/>
                  </a:cubicBezTo>
                  <a:cubicBezTo>
                    <a:pt x="5997" y="23587"/>
                    <a:pt x="10794" y="28384"/>
                    <a:pt x="17190" y="28384"/>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72745A87-259D-44CD-9DD8-3988345F0A2C}"/>
                </a:ext>
              </a:extLst>
            </p:cNvPr>
            <p:cNvSpPr/>
            <p:nvPr/>
          </p:nvSpPr>
          <p:spPr>
            <a:xfrm>
              <a:off x="2060879" y="925732"/>
              <a:ext cx="31982" cy="31982"/>
            </a:xfrm>
            <a:custGeom>
              <a:avLst/>
              <a:gdLst>
                <a:gd name="connsiteX0" fmla="*/ 18790 w 31982"/>
                <a:gd name="connsiteY0" fmla="*/ 31582 h 31982"/>
                <a:gd name="connsiteX1" fmla="*/ 31583 w 31982"/>
                <a:gd name="connsiteY1" fmla="*/ 18790 h 31982"/>
                <a:gd name="connsiteX2" fmla="*/ 18790 w 31982"/>
                <a:gd name="connsiteY2" fmla="*/ 5997 h 31982"/>
                <a:gd name="connsiteX3" fmla="*/ 5997 w 31982"/>
                <a:gd name="connsiteY3" fmla="*/ 18790 h 31982"/>
                <a:gd name="connsiteX4" fmla="*/ 18790 w 31982"/>
                <a:gd name="connsiteY4" fmla="*/ 31582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90" y="31582"/>
                  </a:moveTo>
                  <a:cubicBezTo>
                    <a:pt x="25986" y="31582"/>
                    <a:pt x="31583" y="25986"/>
                    <a:pt x="31583" y="18790"/>
                  </a:cubicBezTo>
                  <a:cubicBezTo>
                    <a:pt x="31583" y="11593"/>
                    <a:pt x="25986" y="5997"/>
                    <a:pt x="18790" y="5997"/>
                  </a:cubicBezTo>
                  <a:cubicBezTo>
                    <a:pt x="11594" y="5997"/>
                    <a:pt x="5997" y="11593"/>
                    <a:pt x="5997" y="18790"/>
                  </a:cubicBezTo>
                  <a:cubicBezTo>
                    <a:pt x="5997" y="25986"/>
                    <a:pt x="11594" y="31582"/>
                    <a:pt x="18790" y="31582"/>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53AA048F-0543-44C4-9359-EA1A41513333}"/>
                </a:ext>
              </a:extLst>
            </p:cNvPr>
            <p:cNvSpPr/>
            <p:nvPr/>
          </p:nvSpPr>
          <p:spPr>
            <a:xfrm>
              <a:off x="2191206" y="912939"/>
              <a:ext cx="55969" cy="55969"/>
            </a:xfrm>
            <a:custGeom>
              <a:avLst/>
              <a:gdLst>
                <a:gd name="connsiteX0" fmla="*/ 31582 w 55968"/>
                <a:gd name="connsiteY0" fmla="*/ 57168 h 55968"/>
                <a:gd name="connsiteX1" fmla="*/ 57168 w 55968"/>
                <a:gd name="connsiteY1" fmla="*/ 31583 h 55968"/>
                <a:gd name="connsiteX2" fmla="*/ 31582 w 55968"/>
                <a:gd name="connsiteY2" fmla="*/ 5997 h 55968"/>
                <a:gd name="connsiteX3" fmla="*/ 5997 w 55968"/>
                <a:gd name="connsiteY3" fmla="*/ 31583 h 55968"/>
                <a:gd name="connsiteX4" fmla="*/ 31582 w 55968"/>
                <a:gd name="connsiteY4" fmla="*/ 57168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31582" y="57168"/>
                  </a:moveTo>
                  <a:cubicBezTo>
                    <a:pt x="45974" y="57168"/>
                    <a:pt x="57168" y="45974"/>
                    <a:pt x="57168" y="31583"/>
                  </a:cubicBezTo>
                  <a:cubicBezTo>
                    <a:pt x="57168" y="17190"/>
                    <a:pt x="45175" y="5997"/>
                    <a:pt x="31582" y="5997"/>
                  </a:cubicBezTo>
                  <a:cubicBezTo>
                    <a:pt x="17190" y="5997"/>
                    <a:pt x="5997" y="17190"/>
                    <a:pt x="5997" y="31583"/>
                  </a:cubicBezTo>
                  <a:cubicBezTo>
                    <a:pt x="5997" y="45974"/>
                    <a:pt x="17190" y="57168"/>
                    <a:pt x="31582" y="5716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8BA74823-22F5-4777-8DA0-698CC9DE94E2}"/>
                </a:ext>
              </a:extLst>
            </p:cNvPr>
            <p:cNvSpPr/>
            <p:nvPr/>
          </p:nvSpPr>
          <p:spPr>
            <a:xfrm>
              <a:off x="2322333" y="901745"/>
              <a:ext cx="79955" cy="79955"/>
            </a:xfrm>
            <a:custGeom>
              <a:avLst/>
              <a:gdLst>
                <a:gd name="connsiteX0" fmla="*/ 42776 w 79955"/>
                <a:gd name="connsiteY0" fmla="*/ 79556 h 79955"/>
                <a:gd name="connsiteX1" fmla="*/ 79556 w 79955"/>
                <a:gd name="connsiteY1" fmla="*/ 42776 h 79955"/>
                <a:gd name="connsiteX2" fmla="*/ 42776 w 79955"/>
                <a:gd name="connsiteY2" fmla="*/ 5997 h 79955"/>
                <a:gd name="connsiteX3" fmla="*/ 5997 w 79955"/>
                <a:gd name="connsiteY3" fmla="*/ 42776 h 79955"/>
                <a:gd name="connsiteX4" fmla="*/ 42776 w 79955"/>
                <a:gd name="connsiteY4" fmla="*/ 79556 h 79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5" h="79955">
                  <a:moveTo>
                    <a:pt x="42776" y="79556"/>
                  </a:moveTo>
                  <a:cubicBezTo>
                    <a:pt x="62765" y="79556"/>
                    <a:pt x="79556" y="62765"/>
                    <a:pt x="79556" y="42776"/>
                  </a:cubicBezTo>
                  <a:cubicBezTo>
                    <a:pt x="79556" y="22787"/>
                    <a:pt x="62765" y="5997"/>
                    <a:pt x="42776" y="5997"/>
                  </a:cubicBezTo>
                  <a:cubicBezTo>
                    <a:pt x="22787" y="5997"/>
                    <a:pt x="5997" y="22787"/>
                    <a:pt x="5997" y="42776"/>
                  </a:cubicBezTo>
                  <a:cubicBezTo>
                    <a:pt x="5997" y="62765"/>
                    <a:pt x="22787" y="79556"/>
                    <a:pt x="42776" y="79556"/>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E94CF97A-021D-413D-83AE-2DDC42633517}"/>
                </a:ext>
              </a:extLst>
            </p:cNvPr>
            <p:cNvSpPr/>
            <p:nvPr/>
          </p:nvSpPr>
          <p:spPr>
            <a:xfrm>
              <a:off x="2481445" y="918536"/>
              <a:ext cx="47973" cy="47973"/>
            </a:xfrm>
            <a:custGeom>
              <a:avLst/>
              <a:gdLst>
                <a:gd name="connsiteX0" fmla="*/ 25986 w 47973"/>
                <a:gd name="connsiteY0" fmla="*/ 45974 h 47973"/>
                <a:gd name="connsiteX1" fmla="*/ 45974 w 47973"/>
                <a:gd name="connsiteY1" fmla="*/ 25986 h 47973"/>
                <a:gd name="connsiteX2" fmla="*/ 25986 w 47973"/>
                <a:gd name="connsiteY2" fmla="*/ 5997 h 47973"/>
                <a:gd name="connsiteX3" fmla="*/ 5997 w 47973"/>
                <a:gd name="connsiteY3" fmla="*/ 25986 h 47973"/>
                <a:gd name="connsiteX4" fmla="*/ 25986 w 47973"/>
                <a:gd name="connsiteY4" fmla="*/ 45974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986" y="45974"/>
                  </a:moveTo>
                  <a:cubicBezTo>
                    <a:pt x="37179" y="45974"/>
                    <a:pt x="45974" y="37179"/>
                    <a:pt x="45974" y="25986"/>
                  </a:cubicBezTo>
                  <a:cubicBezTo>
                    <a:pt x="45974" y="14792"/>
                    <a:pt x="37179" y="5997"/>
                    <a:pt x="25986" y="5997"/>
                  </a:cubicBezTo>
                  <a:cubicBezTo>
                    <a:pt x="14792" y="5997"/>
                    <a:pt x="5997" y="14792"/>
                    <a:pt x="5997" y="25986"/>
                  </a:cubicBezTo>
                  <a:cubicBezTo>
                    <a:pt x="6796" y="37179"/>
                    <a:pt x="15591" y="45974"/>
                    <a:pt x="25986" y="45974"/>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6BE75C03-3027-470D-B144-81284A12479B}"/>
                </a:ext>
              </a:extLst>
            </p:cNvPr>
            <p:cNvSpPr/>
            <p:nvPr/>
          </p:nvSpPr>
          <p:spPr>
            <a:xfrm>
              <a:off x="2626964" y="920934"/>
              <a:ext cx="39978" cy="39978"/>
            </a:xfrm>
            <a:custGeom>
              <a:avLst/>
              <a:gdLst>
                <a:gd name="connsiteX0" fmla="*/ 23587 w 39977"/>
                <a:gd name="connsiteY0" fmla="*/ 41177 h 39977"/>
                <a:gd name="connsiteX1" fmla="*/ 41177 w 39977"/>
                <a:gd name="connsiteY1" fmla="*/ 23587 h 39977"/>
                <a:gd name="connsiteX2" fmla="*/ 23587 w 39977"/>
                <a:gd name="connsiteY2" fmla="*/ 5997 h 39977"/>
                <a:gd name="connsiteX3" fmla="*/ 5997 w 39977"/>
                <a:gd name="connsiteY3" fmla="*/ 23587 h 39977"/>
                <a:gd name="connsiteX4" fmla="*/ 23587 w 39977"/>
                <a:gd name="connsiteY4" fmla="*/ 41177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3587" y="41177"/>
                  </a:moveTo>
                  <a:cubicBezTo>
                    <a:pt x="33181" y="41177"/>
                    <a:pt x="41177" y="33181"/>
                    <a:pt x="41177" y="23587"/>
                  </a:cubicBezTo>
                  <a:cubicBezTo>
                    <a:pt x="41177" y="13992"/>
                    <a:pt x="33181" y="5997"/>
                    <a:pt x="23587" y="5997"/>
                  </a:cubicBezTo>
                  <a:cubicBezTo>
                    <a:pt x="13992" y="5997"/>
                    <a:pt x="5997" y="13992"/>
                    <a:pt x="5997" y="23587"/>
                  </a:cubicBezTo>
                  <a:cubicBezTo>
                    <a:pt x="5997" y="33181"/>
                    <a:pt x="13992" y="41177"/>
                    <a:pt x="23587" y="41177"/>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EF6F88F7-16AC-47BF-AF28-41CFB37CADD2}"/>
                </a:ext>
              </a:extLst>
            </p:cNvPr>
            <p:cNvSpPr/>
            <p:nvPr/>
          </p:nvSpPr>
          <p:spPr>
            <a:xfrm>
              <a:off x="2783677" y="935326"/>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23A6CE88-EB93-441F-B1E3-08FD06E64123}"/>
                </a:ext>
              </a:extLst>
            </p:cNvPr>
            <p:cNvSpPr/>
            <p:nvPr/>
          </p:nvSpPr>
          <p:spPr>
            <a:xfrm>
              <a:off x="2912405" y="920934"/>
              <a:ext cx="39978" cy="39978"/>
            </a:xfrm>
            <a:custGeom>
              <a:avLst/>
              <a:gdLst>
                <a:gd name="connsiteX0" fmla="*/ 23587 w 39977"/>
                <a:gd name="connsiteY0" fmla="*/ 41177 h 39977"/>
                <a:gd name="connsiteX1" fmla="*/ 41177 w 39977"/>
                <a:gd name="connsiteY1" fmla="*/ 23587 h 39977"/>
                <a:gd name="connsiteX2" fmla="*/ 23587 w 39977"/>
                <a:gd name="connsiteY2" fmla="*/ 5997 h 39977"/>
                <a:gd name="connsiteX3" fmla="*/ 5997 w 39977"/>
                <a:gd name="connsiteY3" fmla="*/ 23587 h 39977"/>
                <a:gd name="connsiteX4" fmla="*/ 23587 w 39977"/>
                <a:gd name="connsiteY4" fmla="*/ 41177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3587" y="41177"/>
                  </a:moveTo>
                  <a:cubicBezTo>
                    <a:pt x="33182" y="41177"/>
                    <a:pt x="41177" y="33181"/>
                    <a:pt x="41177" y="23587"/>
                  </a:cubicBezTo>
                  <a:cubicBezTo>
                    <a:pt x="41177" y="13992"/>
                    <a:pt x="33182" y="5997"/>
                    <a:pt x="23587" y="5997"/>
                  </a:cubicBezTo>
                  <a:cubicBezTo>
                    <a:pt x="13992" y="5997"/>
                    <a:pt x="5997" y="13992"/>
                    <a:pt x="5997" y="23587"/>
                  </a:cubicBezTo>
                  <a:cubicBezTo>
                    <a:pt x="5997" y="33181"/>
                    <a:pt x="13992" y="41177"/>
                    <a:pt x="23587" y="41177"/>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455787A7-8CCB-4427-8A41-09CF48C63AEE}"/>
                </a:ext>
              </a:extLst>
            </p:cNvPr>
            <p:cNvSpPr/>
            <p:nvPr/>
          </p:nvSpPr>
          <p:spPr>
            <a:xfrm>
              <a:off x="3055525" y="921734"/>
              <a:ext cx="39978" cy="39978"/>
            </a:xfrm>
            <a:custGeom>
              <a:avLst/>
              <a:gdLst>
                <a:gd name="connsiteX0" fmla="*/ 22787 w 39977"/>
                <a:gd name="connsiteY0" fmla="*/ 39578 h 39977"/>
                <a:gd name="connsiteX1" fmla="*/ 39578 w 39977"/>
                <a:gd name="connsiteY1" fmla="*/ 22787 h 39977"/>
                <a:gd name="connsiteX2" fmla="*/ 22787 w 39977"/>
                <a:gd name="connsiteY2" fmla="*/ 5997 h 39977"/>
                <a:gd name="connsiteX3" fmla="*/ 5997 w 39977"/>
                <a:gd name="connsiteY3" fmla="*/ 22787 h 39977"/>
                <a:gd name="connsiteX4" fmla="*/ 22787 w 39977"/>
                <a:gd name="connsiteY4" fmla="*/ 39578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2787" y="39578"/>
                  </a:moveTo>
                  <a:cubicBezTo>
                    <a:pt x="32382" y="39578"/>
                    <a:pt x="39578" y="32382"/>
                    <a:pt x="39578" y="22787"/>
                  </a:cubicBezTo>
                  <a:cubicBezTo>
                    <a:pt x="39578" y="13193"/>
                    <a:pt x="32382" y="5997"/>
                    <a:pt x="22787" y="5997"/>
                  </a:cubicBezTo>
                  <a:cubicBezTo>
                    <a:pt x="13992" y="5997"/>
                    <a:pt x="5997" y="13193"/>
                    <a:pt x="5997" y="22787"/>
                  </a:cubicBezTo>
                  <a:cubicBezTo>
                    <a:pt x="5997" y="31582"/>
                    <a:pt x="13992" y="39578"/>
                    <a:pt x="22787" y="3957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B904D4F0-55F7-43C6-ABF7-0E572CB65B25}"/>
                </a:ext>
              </a:extLst>
            </p:cNvPr>
            <p:cNvSpPr/>
            <p:nvPr/>
          </p:nvSpPr>
          <p:spPr>
            <a:xfrm>
              <a:off x="3204955" y="928130"/>
              <a:ext cx="31982" cy="31982"/>
            </a:xfrm>
            <a:custGeom>
              <a:avLst/>
              <a:gdLst>
                <a:gd name="connsiteX0" fmla="*/ 16478 w 31982"/>
                <a:gd name="connsiteY0" fmla="*/ 26785 h 31982"/>
                <a:gd name="connsiteX1" fmla="*/ 26872 w 31982"/>
                <a:gd name="connsiteY1" fmla="*/ 16391 h 31982"/>
                <a:gd name="connsiteX2" fmla="*/ 16478 w 31982"/>
                <a:gd name="connsiteY2" fmla="*/ 5997 h 31982"/>
                <a:gd name="connsiteX3" fmla="*/ 6084 w 31982"/>
                <a:gd name="connsiteY3" fmla="*/ 16391 h 31982"/>
                <a:gd name="connsiteX4" fmla="*/ 16478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478" y="26785"/>
                  </a:moveTo>
                  <a:cubicBezTo>
                    <a:pt x="22075" y="26785"/>
                    <a:pt x="26872" y="21988"/>
                    <a:pt x="26872" y="16391"/>
                  </a:cubicBezTo>
                  <a:cubicBezTo>
                    <a:pt x="26872" y="10794"/>
                    <a:pt x="22075" y="5997"/>
                    <a:pt x="16478" y="5997"/>
                  </a:cubicBezTo>
                  <a:cubicBezTo>
                    <a:pt x="10881" y="5997"/>
                    <a:pt x="6084" y="10794"/>
                    <a:pt x="6084" y="16391"/>
                  </a:cubicBezTo>
                  <a:cubicBezTo>
                    <a:pt x="5284" y="21988"/>
                    <a:pt x="10082" y="26785"/>
                    <a:pt x="16478" y="26785"/>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9D8DD66D-82BF-4A58-9B25-6FC2895629EA}"/>
                </a:ext>
              </a:extLst>
            </p:cNvPr>
            <p:cNvSpPr/>
            <p:nvPr/>
          </p:nvSpPr>
          <p:spPr>
            <a:xfrm>
              <a:off x="3352960" y="933727"/>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2" y="15591"/>
                    <a:pt x="15591" y="13193"/>
                    <a:pt x="15591" y="10794"/>
                  </a:cubicBezTo>
                  <a:cubicBezTo>
                    <a:pt x="15591" y="8395"/>
                    <a:pt x="13192"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913F1AAF-B305-4617-AD68-DA98633F8C6B}"/>
                </a:ext>
              </a:extLst>
            </p:cNvPr>
            <p:cNvSpPr/>
            <p:nvPr/>
          </p:nvSpPr>
          <p:spPr>
            <a:xfrm>
              <a:off x="3496080" y="934527"/>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1594" y="5997"/>
                    <a:pt x="9994" y="5997"/>
                  </a:cubicBezTo>
                  <a:cubicBezTo>
                    <a:pt x="8395" y="5997"/>
                    <a:pt x="5997" y="7596"/>
                    <a:pt x="5997" y="9994"/>
                  </a:cubicBezTo>
                  <a:cubicBezTo>
                    <a:pt x="6797" y="12393"/>
                    <a:pt x="8395" y="13992"/>
                    <a:pt x="9994" y="13992"/>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CC983DFC-A751-4F3F-BA20-8CEAB972F77C}"/>
                </a:ext>
              </a:extLst>
            </p:cNvPr>
            <p:cNvSpPr/>
            <p:nvPr/>
          </p:nvSpPr>
          <p:spPr>
            <a:xfrm>
              <a:off x="3639200" y="934527"/>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C17C4DB0-4215-4E01-9D0F-928C430184D3}"/>
                </a:ext>
              </a:extLst>
            </p:cNvPr>
            <p:cNvSpPr/>
            <p:nvPr/>
          </p:nvSpPr>
          <p:spPr>
            <a:xfrm>
              <a:off x="3781521" y="934527"/>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8395" y="13992"/>
                    <a:pt x="9994" y="13992"/>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BD9792F2-E063-4309-9DC3-423EE208555C}"/>
                </a:ext>
              </a:extLst>
            </p:cNvPr>
            <p:cNvSpPr/>
            <p:nvPr/>
          </p:nvSpPr>
          <p:spPr>
            <a:xfrm>
              <a:off x="3922243" y="932928"/>
              <a:ext cx="23987" cy="15991"/>
            </a:xfrm>
            <a:custGeom>
              <a:avLst/>
              <a:gdLst>
                <a:gd name="connsiteX0" fmla="*/ 12393 w 23986"/>
                <a:gd name="connsiteY0" fmla="*/ 17190 h 15991"/>
                <a:gd name="connsiteX1" fmla="*/ 17990 w 23986"/>
                <a:gd name="connsiteY1" fmla="*/ 11594 h 15991"/>
                <a:gd name="connsiteX2" fmla="*/ 12393 w 23986"/>
                <a:gd name="connsiteY2" fmla="*/ 5997 h 15991"/>
                <a:gd name="connsiteX3" fmla="*/ 5997 w 23986"/>
                <a:gd name="connsiteY3" fmla="*/ 11594 h 15991"/>
                <a:gd name="connsiteX4" fmla="*/ 12393 w 23986"/>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15991">
                  <a:moveTo>
                    <a:pt x="12393" y="17190"/>
                  </a:moveTo>
                  <a:cubicBezTo>
                    <a:pt x="15591" y="17190"/>
                    <a:pt x="17990" y="14792"/>
                    <a:pt x="17990" y="11594"/>
                  </a:cubicBezTo>
                  <a:cubicBezTo>
                    <a:pt x="17990" y="8395"/>
                    <a:pt x="15591" y="5997"/>
                    <a:pt x="12393" y="5997"/>
                  </a:cubicBezTo>
                  <a:cubicBezTo>
                    <a:pt x="9195" y="5997"/>
                    <a:pt x="5997" y="8395"/>
                    <a:pt x="5997" y="11594"/>
                  </a:cubicBezTo>
                  <a:cubicBezTo>
                    <a:pt x="5997" y="14792"/>
                    <a:pt x="9195" y="17190"/>
                    <a:pt x="12393" y="17190"/>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4707375D-F06B-4ED4-AA5E-B694730028FC}"/>
                </a:ext>
              </a:extLst>
            </p:cNvPr>
            <p:cNvSpPr/>
            <p:nvPr/>
          </p:nvSpPr>
          <p:spPr>
            <a:xfrm>
              <a:off x="4064564" y="931328"/>
              <a:ext cx="23987" cy="23987"/>
            </a:xfrm>
            <a:custGeom>
              <a:avLst/>
              <a:gdLst>
                <a:gd name="connsiteX0" fmla="*/ 12393 w 23986"/>
                <a:gd name="connsiteY0" fmla="*/ 19589 h 23986"/>
                <a:gd name="connsiteX1" fmla="*/ 18789 w 23986"/>
                <a:gd name="connsiteY1" fmla="*/ 13193 h 23986"/>
                <a:gd name="connsiteX2" fmla="*/ 12393 w 23986"/>
                <a:gd name="connsiteY2" fmla="*/ 5997 h 23986"/>
                <a:gd name="connsiteX3" fmla="*/ 5997 w 23986"/>
                <a:gd name="connsiteY3" fmla="*/ 13193 h 23986"/>
                <a:gd name="connsiteX4" fmla="*/ 12393 w 23986"/>
                <a:gd name="connsiteY4" fmla="*/ 195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9589"/>
                  </a:moveTo>
                  <a:cubicBezTo>
                    <a:pt x="16391" y="19589"/>
                    <a:pt x="18789" y="16391"/>
                    <a:pt x="18789" y="13193"/>
                  </a:cubicBezTo>
                  <a:cubicBezTo>
                    <a:pt x="18789" y="9195"/>
                    <a:pt x="15591" y="5997"/>
                    <a:pt x="12393" y="5997"/>
                  </a:cubicBezTo>
                  <a:cubicBezTo>
                    <a:pt x="8395" y="5997"/>
                    <a:pt x="5997" y="9195"/>
                    <a:pt x="5997" y="13193"/>
                  </a:cubicBezTo>
                  <a:cubicBezTo>
                    <a:pt x="5997" y="16391"/>
                    <a:pt x="9195" y="19589"/>
                    <a:pt x="12393" y="19589"/>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EB46FCDE-93BC-4601-A6E5-95E707D3E9CB}"/>
                </a:ext>
              </a:extLst>
            </p:cNvPr>
            <p:cNvSpPr/>
            <p:nvPr/>
          </p:nvSpPr>
          <p:spPr>
            <a:xfrm>
              <a:off x="4206781" y="931328"/>
              <a:ext cx="23987" cy="23987"/>
            </a:xfrm>
            <a:custGeom>
              <a:avLst/>
              <a:gdLst>
                <a:gd name="connsiteX0" fmla="*/ 13295 w 23986"/>
                <a:gd name="connsiteY0" fmla="*/ 20389 h 23986"/>
                <a:gd name="connsiteX1" fmla="*/ 20492 w 23986"/>
                <a:gd name="connsiteY1" fmla="*/ 13193 h 23986"/>
                <a:gd name="connsiteX2" fmla="*/ 13295 w 23986"/>
                <a:gd name="connsiteY2" fmla="*/ 5997 h 23986"/>
                <a:gd name="connsiteX3" fmla="*/ 6100 w 23986"/>
                <a:gd name="connsiteY3" fmla="*/ 13193 h 23986"/>
                <a:gd name="connsiteX4" fmla="*/ 13295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295" y="20389"/>
                  </a:moveTo>
                  <a:cubicBezTo>
                    <a:pt x="17293" y="20389"/>
                    <a:pt x="20492" y="17191"/>
                    <a:pt x="20492" y="13193"/>
                  </a:cubicBezTo>
                  <a:cubicBezTo>
                    <a:pt x="20492" y="9195"/>
                    <a:pt x="17293" y="5997"/>
                    <a:pt x="13295" y="5997"/>
                  </a:cubicBezTo>
                  <a:cubicBezTo>
                    <a:pt x="9298" y="5997"/>
                    <a:pt x="6100" y="9195"/>
                    <a:pt x="6100" y="13193"/>
                  </a:cubicBezTo>
                  <a:cubicBezTo>
                    <a:pt x="5300" y="17191"/>
                    <a:pt x="9298" y="20389"/>
                    <a:pt x="13295" y="20389"/>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7E7C28F0-BFF2-4A41-A6C5-928ED5A2B53C}"/>
                </a:ext>
              </a:extLst>
            </p:cNvPr>
            <p:cNvSpPr/>
            <p:nvPr/>
          </p:nvSpPr>
          <p:spPr>
            <a:xfrm>
              <a:off x="4342009" y="924932"/>
              <a:ext cx="39978" cy="31982"/>
            </a:xfrm>
            <a:custGeom>
              <a:avLst/>
              <a:gdLst>
                <a:gd name="connsiteX0" fmla="*/ 20389 w 39977"/>
                <a:gd name="connsiteY0" fmla="*/ 33181 h 31982"/>
                <a:gd name="connsiteX1" fmla="*/ 33981 w 39977"/>
                <a:gd name="connsiteY1" fmla="*/ 19589 h 31982"/>
                <a:gd name="connsiteX2" fmla="*/ 20389 w 39977"/>
                <a:gd name="connsiteY2" fmla="*/ 5997 h 31982"/>
                <a:gd name="connsiteX3" fmla="*/ 5997 w 39977"/>
                <a:gd name="connsiteY3" fmla="*/ 19589 h 31982"/>
                <a:gd name="connsiteX4" fmla="*/ 20389 w 39977"/>
                <a:gd name="connsiteY4" fmla="*/ 33181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1982">
                  <a:moveTo>
                    <a:pt x="20389" y="33181"/>
                  </a:moveTo>
                  <a:cubicBezTo>
                    <a:pt x="27585" y="33181"/>
                    <a:pt x="33981" y="26785"/>
                    <a:pt x="33981" y="19589"/>
                  </a:cubicBezTo>
                  <a:cubicBezTo>
                    <a:pt x="33981" y="11594"/>
                    <a:pt x="27585" y="5997"/>
                    <a:pt x="20389" y="5997"/>
                  </a:cubicBezTo>
                  <a:cubicBezTo>
                    <a:pt x="12393" y="5997"/>
                    <a:pt x="5997" y="12393"/>
                    <a:pt x="5997" y="19589"/>
                  </a:cubicBezTo>
                  <a:cubicBezTo>
                    <a:pt x="6797" y="26785"/>
                    <a:pt x="13193" y="33181"/>
                    <a:pt x="20389" y="33181"/>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209DCD88-5B0F-4C21-A4E8-60A12FC7A6C0}"/>
                </a:ext>
              </a:extLst>
            </p:cNvPr>
            <p:cNvSpPr/>
            <p:nvPr/>
          </p:nvSpPr>
          <p:spPr>
            <a:xfrm>
              <a:off x="4485130" y="924132"/>
              <a:ext cx="39978" cy="39978"/>
            </a:xfrm>
            <a:custGeom>
              <a:avLst/>
              <a:gdLst>
                <a:gd name="connsiteX0" fmla="*/ 20389 w 39977"/>
                <a:gd name="connsiteY0" fmla="*/ 34781 h 39977"/>
                <a:gd name="connsiteX1" fmla="*/ 34780 w 39977"/>
                <a:gd name="connsiteY1" fmla="*/ 20389 h 39977"/>
                <a:gd name="connsiteX2" fmla="*/ 20389 w 39977"/>
                <a:gd name="connsiteY2" fmla="*/ 5997 h 39977"/>
                <a:gd name="connsiteX3" fmla="*/ 5997 w 39977"/>
                <a:gd name="connsiteY3" fmla="*/ 20389 h 39977"/>
                <a:gd name="connsiteX4" fmla="*/ 20389 w 39977"/>
                <a:gd name="connsiteY4" fmla="*/ 34781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0389" y="34781"/>
                  </a:moveTo>
                  <a:cubicBezTo>
                    <a:pt x="28384" y="34781"/>
                    <a:pt x="34780" y="28384"/>
                    <a:pt x="34780" y="20389"/>
                  </a:cubicBezTo>
                  <a:cubicBezTo>
                    <a:pt x="34780" y="12393"/>
                    <a:pt x="28384" y="5997"/>
                    <a:pt x="20389" y="5997"/>
                  </a:cubicBezTo>
                  <a:cubicBezTo>
                    <a:pt x="12393" y="5997"/>
                    <a:pt x="5997" y="12393"/>
                    <a:pt x="5997" y="20389"/>
                  </a:cubicBezTo>
                  <a:cubicBezTo>
                    <a:pt x="5997" y="28384"/>
                    <a:pt x="12393" y="34781"/>
                    <a:pt x="20389" y="3478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C12AC406-046E-4A30-95AF-900F0553667B}"/>
                </a:ext>
              </a:extLst>
            </p:cNvPr>
            <p:cNvSpPr/>
            <p:nvPr/>
          </p:nvSpPr>
          <p:spPr>
            <a:xfrm>
              <a:off x="4626651" y="923333"/>
              <a:ext cx="39978" cy="39978"/>
            </a:xfrm>
            <a:custGeom>
              <a:avLst/>
              <a:gdLst>
                <a:gd name="connsiteX0" fmla="*/ 21188 w 39977"/>
                <a:gd name="connsiteY0" fmla="*/ 36380 h 39977"/>
                <a:gd name="connsiteX1" fmla="*/ 36380 w 39977"/>
                <a:gd name="connsiteY1" fmla="*/ 21188 h 39977"/>
                <a:gd name="connsiteX2" fmla="*/ 21188 w 39977"/>
                <a:gd name="connsiteY2" fmla="*/ 5997 h 39977"/>
                <a:gd name="connsiteX3" fmla="*/ 5997 w 39977"/>
                <a:gd name="connsiteY3" fmla="*/ 21188 h 39977"/>
                <a:gd name="connsiteX4" fmla="*/ 21188 w 39977"/>
                <a:gd name="connsiteY4" fmla="*/ 36380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1188" y="36380"/>
                  </a:moveTo>
                  <a:cubicBezTo>
                    <a:pt x="29183" y="36380"/>
                    <a:pt x="36380" y="29983"/>
                    <a:pt x="36380" y="21188"/>
                  </a:cubicBezTo>
                  <a:cubicBezTo>
                    <a:pt x="36380" y="13193"/>
                    <a:pt x="29183" y="5997"/>
                    <a:pt x="21188" y="5997"/>
                  </a:cubicBezTo>
                  <a:cubicBezTo>
                    <a:pt x="13192" y="5997"/>
                    <a:pt x="5997" y="12393"/>
                    <a:pt x="5997" y="21188"/>
                  </a:cubicBezTo>
                  <a:cubicBezTo>
                    <a:pt x="5997" y="29184"/>
                    <a:pt x="12393" y="36380"/>
                    <a:pt x="21188" y="36380"/>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C1F160F5-D718-4824-9A8A-2497BCB448D3}"/>
                </a:ext>
              </a:extLst>
            </p:cNvPr>
            <p:cNvSpPr/>
            <p:nvPr/>
          </p:nvSpPr>
          <p:spPr>
            <a:xfrm>
              <a:off x="4756978" y="910540"/>
              <a:ext cx="63964" cy="63964"/>
            </a:xfrm>
            <a:custGeom>
              <a:avLst/>
              <a:gdLst>
                <a:gd name="connsiteX0" fmla="*/ 61966 w 63964"/>
                <a:gd name="connsiteY0" fmla="*/ 33981 h 63964"/>
                <a:gd name="connsiteX1" fmla="*/ 33981 w 63964"/>
                <a:gd name="connsiteY1" fmla="*/ 61966 h 63964"/>
                <a:gd name="connsiteX2" fmla="*/ 5997 w 63964"/>
                <a:gd name="connsiteY2" fmla="*/ 33981 h 63964"/>
                <a:gd name="connsiteX3" fmla="*/ 33981 w 63964"/>
                <a:gd name="connsiteY3" fmla="*/ 5997 h 63964"/>
                <a:gd name="connsiteX4" fmla="*/ 61966 w 63964"/>
                <a:gd name="connsiteY4" fmla="*/ 33981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61966" y="33981"/>
                  </a:moveTo>
                  <a:cubicBezTo>
                    <a:pt x="61966" y="49436"/>
                    <a:pt x="49436" y="61966"/>
                    <a:pt x="33981" y="61966"/>
                  </a:cubicBezTo>
                  <a:cubicBezTo>
                    <a:pt x="18526" y="61966"/>
                    <a:pt x="5997" y="49436"/>
                    <a:pt x="5997" y="33981"/>
                  </a:cubicBezTo>
                  <a:cubicBezTo>
                    <a:pt x="5997" y="18526"/>
                    <a:pt x="18526" y="5997"/>
                    <a:pt x="33981" y="5997"/>
                  </a:cubicBezTo>
                  <a:cubicBezTo>
                    <a:pt x="49436" y="5997"/>
                    <a:pt x="61966" y="18526"/>
                    <a:pt x="61966" y="3398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10856C94-C3A8-4CD6-AE59-AFDB95312FCA}"/>
                </a:ext>
              </a:extLst>
            </p:cNvPr>
            <p:cNvSpPr/>
            <p:nvPr/>
          </p:nvSpPr>
          <p:spPr>
            <a:xfrm>
              <a:off x="4918488" y="929729"/>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D1893335-7436-469F-A6EB-727FBBF0D88A}"/>
                </a:ext>
              </a:extLst>
            </p:cNvPr>
            <p:cNvSpPr/>
            <p:nvPr/>
          </p:nvSpPr>
          <p:spPr>
            <a:xfrm>
              <a:off x="345034" y="1064854"/>
              <a:ext cx="39978" cy="39978"/>
            </a:xfrm>
            <a:custGeom>
              <a:avLst/>
              <a:gdLst>
                <a:gd name="connsiteX0" fmla="*/ 22787 w 39977"/>
                <a:gd name="connsiteY0" fmla="*/ 39578 h 39977"/>
                <a:gd name="connsiteX1" fmla="*/ 39578 w 39977"/>
                <a:gd name="connsiteY1" fmla="*/ 22787 h 39977"/>
                <a:gd name="connsiteX2" fmla="*/ 22787 w 39977"/>
                <a:gd name="connsiteY2" fmla="*/ 5997 h 39977"/>
                <a:gd name="connsiteX3" fmla="*/ 5997 w 39977"/>
                <a:gd name="connsiteY3" fmla="*/ 22787 h 39977"/>
                <a:gd name="connsiteX4" fmla="*/ 22787 w 39977"/>
                <a:gd name="connsiteY4" fmla="*/ 39578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2787" y="39578"/>
                  </a:moveTo>
                  <a:cubicBezTo>
                    <a:pt x="32382" y="39578"/>
                    <a:pt x="39578" y="32382"/>
                    <a:pt x="39578" y="22787"/>
                  </a:cubicBezTo>
                  <a:cubicBezTo>
                    <a:pt x="39578" y="13193"/>
                    <a:pt x="32382" y="5997"/>
                    <a:pt x="22787" y="5997"/>
                  </a:cubicBezTo>
                  <a:cubicBezTo>
                    <a:pt x="13193" y="5997"/>
                    <a:pt x="5997" y="13193"/>
                    <a:pt x="5997" y="22787"/>
                  </a:cubicBezTo>
                  <a:cubicBezTo>
                    <a:pt x="5997" y="32382"/>
                    <a:pt x="13193" y="39578"/>
                    <a:pt x="22787" y="3957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65376F55-A83E-4566-920C-85AA7CFCB7A3}"/>
                </a:ext>
              </a:extLst>
            </p:cNvPr>
            <p:cNvSpPr/>
            <p:nvPr/>
          </p:nvSpPr>
          <p:spPr>
            <a:xfrm>
              <a:off x="487355" y="1064854"/>
              <a:ext cx="39978" cy="39978"/>
            </a:xfrm>
            <a:custGeom>
              <a:avLst/>
              <a:gdLst>
                <a:gd name="connsiteX0" fmla="*/ 22787 w 39977"/>
                <a:gd name="connsiteY0" fmla="*/ 39578 h 39977"/>
                <a:gd name="connsiteX1" fmla="*/ 39578 w 39977"/>
                <a:gd name="connsiteY1" fmla="*/ 22787 h 39977"/>
                <a:gd name="connsiteX2" fmla="*/ 22787 w 39977"/>
                <a:gd name="connsiteY2" fmla="*/ 5997 h 39977"/>
                <a:gd name="connsiteX3" fmla="*/ 5997 w 39977"/>
                <a:gd name="connsiteY3" fmla="*/ 22787 h 39977"/>
                <a:gd name="connsiteX4" fmla="*/ 22787 w 39977"/>
                <a:gd name="connsiteY4" fmla="*/ 39578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2787" y="39578"/>
                  </a:moveTo>
                  <a:cubicBezTo>
                    <a:pt x="32382" y="39578"/>
                    <a:pt x="39578" y="32382"/>
                    <a:pt x="39578" y="22787"/>
                  </a:cubicBezTo>
                  <a:cubicBezTo>
                    <a:pt x="39578" y="13193"/>
                    <a:pt x="32382" y="5997"/>
                    <a:pt x="22787" y="5997"/>
                  </a:cubicBezTo>
                  <a:cubicBezTo>
                    <a:pt x="13193" y="5997"/>
                    <a:pt x="5997" y="13193"/>
                    <a:pt x="5997" y="22787"/>
                  </a:cubicBezTo>
                  <a:cubicBezTo>
                    <a:pt x="5997" y="32382"/>
                    <a:pt x="13992" y="39578"/>
                    <a:pt x="22787" y="39578"/>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B0D9D231-A6C4-4A40-AA38-E0BEAB19893D}"/>
                </a:ext>
              </a:extLst>
            </p:cNvPr>
            <p:cNvSpPr/>
            <p:nvPr/>
          </p:nvSpPr>
          <p:spPr>
            <a:xfrm>
              <a:off x="636072" y="1069652"/>
              <a:ext cx="31982" cy="31982"/>
            </a:xfrm>
            <a:custGeom>
              <a:avLst/>
              <a:gdLst>
                <a:gd name="connsiteX0" fmla="*/ 17190 w 31982"/>
                <a:gd name="connsiteY0" fmla="*/ 28384 h 31982"/>
                <a:gd name="connsiteX1" fmla="*/ 28384 w 31982"/>
                <a:gd name="connsiteY1" fmla="*/ 17190 h 31982"/>
                <a:gd name="connsiteX2" fmla="*/ 17190 w 31982"/>
                <a:gd name="connsiteY2" fmla="*/ 5997 h 31982"/>
                <a:gd name="connsiteX3" fmla="*/ 5997 w 31982"/>
                <a:gd name="connsiteY3" fmla="*/ 17190 h 31982"/>
                <a:gd name="connsiteX4" fmla="*/ 17190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0" y="28384"/>
                  </a:moveTo>
                  <a:cubicBezTo>
                    <a:pt x="22787" y="28384"/>
                    <a:pt x="28384" y="23587"/>
                    <a:pt x="28384" y="17190"/>
                  </a:cubicBezTo>
                  <a:cubicBezTo>
                    <a:pt x="28384" y="10794"/>
                    <a:pt x="23587" y="5997"/>
                    <a:pt x="17190" y="5997"/>
                  </a:cubicBezTo>
                  <a:cubicBezTo>
                    <a:pt x="10794" y="5997"/>
                    <a:pt x="5997" y="10794"/>
                    <a:pt x="5997" y="17190"/>
                  </a:cubicBezTo>
                  <a:cubicBezTo>
                    <a:pt x="5997" y="23587"/>
                    <a:pt x="10794" y="28384"/>
                    <a:pt x="17190" y="28384"/>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D58FC5AF-8BB0-4F9D-A7B0-01CFCF236503}"/>
                </a:ext>
              </a:extLst>
            </p:cNvPr>
            <p:cNvSpPr/>
            <p:nvPr/>
          </p:nvSpPr>
          <p:spPr>
            <a:xfrm>
              <a:off x="751208" y="1042467"/>
              <a:ext cx="87951" cy="87951"/>
            </a:xfrm>
            <a:custGeom>
              <a:avLst/>
              <a:gdLst>
                <a:gd name="connsiteX0" fmla="*/ 44375 w 87951"/>
                <a:gd name="connsiteY0" fmla="*/ 82754 h 87951"/>
                <a:gd name="connsiteX1" fmla="*/ 82754 w 87951"/>
                <a:gd name="connsiteY1" fmla="*/ 44375 h 87951"/>
                <a:gd name="connsiteX2" fmla="*/ 44375 w 87951"/>
                <a:gd name="connsiteY2" fmla="*/ 5997 h 87951"/>
                <a:gd name="connsiteX3" fmla="*/ 5997 w 87951"/>
                <a:gd name="connsiteY3" fmla="*/ 44375 h 87951"/>
                <a:gd name="connsiteX4" fmla="*/ 44375 w 87951"/>
                <a:gd name="connsiteY4" fmla="*/ 82754 h 8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51" h="87951">
                  <a:moveTo>
                    <a:pt x="44375" y="82754"/>
                  </a:moveTo>
                  <a:cubicBezTo>
                    <a:pt x="65164" y="82754"/>
                    <a:pt x="82754" y="65963"/>
                    <a:pt x="82754" y="44375"/>
                  </a:cubicBezTo>
                  <a:cubicBezTo>
                    <a:pt x="82754" y="23587"/>
                    <a:pt x="65963" y="5997"/>
                    <a:pt x="44375" y="5997"/>
                  </a:cubicBezTo>
                  <a:cubicBezTo>
                    <a:pt x="22787" y="5997"/>
                    <a:pt x="5997" y="22787"/>
                    <a:pt x="5997" y="44375"/>
                  </a:cubicBezTo>
                  <a:cubicBezTo>
                    <a:pt x="5997" y="65963"/>
                    <a:pt x="23587" y="82754"/>
                    <a:pt x="44375" y="82754"/>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1A6B0E14-F510-4999-B187-A4C571280D59}"/>
                </a:ext>
              </a:extLst>
            </p:cNvPr>
            <p:cNvSpPr/>
            <p:nvPr/>
          </p:nvSpPr>
          <p:spPr>
            <a:xfrm>
              <a:off x="918315" y="1066453"/>
              <a:ext cx="39978" cy="39978"/>
            </a:xfrm>
            <a:custGeom>
              <a:avLst/>
              <a:gdLst>
                <a:gd name="connsiteX0" fmla="*/ 20389 w 39977"/>
                <a:gd name="connsiteY0" fmla="*/ 34780 h 39977"/>
                <a:gd name="connsiteX1" fmla="*/ 34781 w 39977"/>
                <a:gd name="connsiteY1" fmla="*/ 20389 h 39977"/>
                <a:gd name="connsiteX2" fmla="*/ 20389 w 39977"/>
                <a:gd name="connsiteY2" fmla="*/ 5997 h 39977"/>
                <a:gd name="connsiteX3" fmla="*/ 5997 w 39977"/>
                <a:gd name="connsiteY3" fmla="*/ 20389 h 39977"/>
                <a:gd name="connsiteX4" fmla="*/ 20389 w 39977"/>
                <a:gd name="connsiteY4" fmla="*/ 34780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0389" y="34780"/>
                  </a:moveTo>
                  <a:cubicBezTo>
                    <a:pt x="28384" y="34780"/>
                    <a:pt x="34781" y="28384"/>
                    <a:pt x="34781" y="20389"/>
                  </a:cubicBezTo>
                  <a:cubicBezTo>
                    <a:pt x="34781" y="12393"/>
                    <a:pt x="28384" y="5997"/>
                    <a:pt x="20389" y="5997"/>
                  </a:cubicBezTo>
                  <a:cubicBezTo>
                    <a:pt x="12393" y="5997"/>
                    <a:pt x="5997" y="12393"/>
                    <a:pt x="5997" y="20389"/>
                  </a:cubicBezTo>
                  <a:cubicBezTo>
                    <a:pt x="5997" y="28384"/>
                    <a:pt x="12393" y="34780"/>
                    <a:pt x="20389" y="34780"/>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4896FA7F-8349-49D0-A80A-FE7430652FBE}"/>
                </a:ext>
              </a:extLst>
            </p:cNvPr>
            <p:cNvSpPr/>
            <p:nvPr/>
          </p:nvSpPr>
          <p:spPr>
            <a:xfrm>
              <a:off x="1055838" y="1061656"/>
              <a:ext cx="47973" cy="47973"/>
            </a:xfrm>
            <a:custGeom>
              <a:avLst/>
              <a:gdLst>
                <a:gd name="connsiteX0" fmla="*/ 25186 w 47973"/>
                <a:gd name="connsiteY0" fmla="*/ 44375 h 47973"/>
                <a:gd name="connsiteX1" fmla="*/ 44375 w 47973"/>
                <a:gd name="connsiteY1" fmla="*/ 25186 h 47973"/>
                <a:gd name="connsiteX2" fmla="*/ 25186 w 47973"/>
                <a:gd name="connsiteY2" fmla="*/ 5997 h 47973"/>
                <a:gd name="connsiteX3" fmla="*/ 5997 w 47973"/>
                <a:gd name="connsiteY3" fmla="*/ 25186 h 47973"/>
                <a:gd name="connsiteX4" fmla="*/ 25186 w 47973"/>
                <a:gd name="connsiteY4" fmla="*/ 44375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186" y="44375"/>
                  </a:moveTo>
                  <a:cubicBezTo>
                    <a:pt x="35580" y="44375"/>
                    <a:pt x="44375" y="35580"/>
                    <a:pt x="44375" y="25186"/>
                  </a:cubicBezTo>
                  <a:cubicBezTo>
                    <a:pt x="44375" y="14792"/>
                    <a:pt x="35580" y="5997"/>
                    <a:pt x="25186" y="5997"/>
                  </a:cubicBezTo>
                  <a:cubicBezTo>
                    <a:pt x="14792" y="5997"/>
                    <a:pt x="5997" y="14792"/>
                    <a:pt x="5997" y="25186"/>
                  </a:cubicBezTo>
                  <a:cubicBezTo>
                    <a:pt x="5997" y="35580"/>
                    <a:pt x="14792" y="44375"/>
                    <a:pt x="25186" y="44375"/>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B4951095-B546-41D5-B069-3DC1EB472962}"/>
                </a:ext>
              </a:extLst>
            </p:cNvPr>
            <p:cNvSpPr/>
            <p:nvPr/>
          </p:nvSpPr>
          <p:spPr>
            <a:xfrm>
              <a:off x="1194961" y="1058458"/>
              <a:ext cx="55969" cy="55969"/>
            </a:xfrm>
            <a:custGeom>
              <a:avLst/>
              <a:gdLst>
                <a:gd name="connsiteX0" fmla="*/ 29184 w 55968"/>
                <a:gd name="connsiteY0" fmla="*/ 52371 h 55968"/>
                <a:gd name="connsiteX1" fmla="*/ 52371 w 55968"/>
                <a:gd name="connsiteY1" fmla="*/ 29184 h 55968"/>
                <a:gd name="connsiteX2" fmla="*/ 29184 w 55968"/>
                <a:gd name="connsiteY2" fmla="*/ 5997 h 55968"/>
                <a:gd name="connsiteX3" fmla="*/ 5997 w 55968"/>
                <a:gd name="connsiteY3" fmla="*/ 29184 h 55968"/>
                <a:gd name="connsiteX4" fmla="*/ 29184 w 55968"/>
                <a:gd name="connsiteY4" fmla="*/ 52371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184" y="52371"/>
                  </a:moveTo>
                  <a:cubicBezTo>
                    <a:pt x="41977" y="52371"/>
                    <a:pt x="52371" y="41977"/>
                    <a:pt x="52371" y="29184"/>
                  </a:cubicBezTo>
                  <a:cubicBezTo>
                    <a:pt x="52371" y="16391"/>
                    <a:pt x="41977" y="5997"/>
                    <a:pt x="29184" y="5997"/>
                  </a:cubicBezTo>
                  <a:cubicBezTo>
                    <a:pt x="16391" y="5997"/>
                    <a:pt x="5997" y="16391"/>
                    <a:pt x="5997" y="29184"/>
                  </a:cubicBezTo>
                  <a:cubicBezTo>
                    <a:pt x="5997" y="41177"/>
                    <a:pt x="16391" y="52371"/>
                    <a:pt x="29184" y="52371"/>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6776A8A8-2318-4143-B4CD-570B30792880}"/>
                </a:ext>
              </a:extLst>
            </p:cNvPr>
            <p:cNvSpPr/>
            <p:nvPr/>
          </p:nvSpPr>
          <p:spPr>
            <a:xfrm>
              <a:off x="1324489" y="1044865"/>
              <a:ext cx="79955" cy="79955"/>
            </a:xfrm>
            <a:custGeom>
              <a:avLst/>
              <a:gdLst>
                <a:gd name="connsiteX0" fmla="*/ 41977 w 79955"/>
                <a:gd name="connsiteY0" fmla="*/ 77957 h 79955"/>
                <a:gd name="connsiteX1" fmla="*/ 77957 w 79955"/>
                <a:gd name="connsiteY1" fmla="*/ 41977 h 79955"/>
                <a:gd name="connsiteX2" fmla="*/ 41977 w 79955"/>
                <a:gd name="connsiteY2" fmla="*/ 5997 h 79955"/>
                <a:gd name="connsiteX3" fmla="*/ 5997 w 79955"/>
                <a:gd name="connsiteY3" fmla="*/ 41977 h 79955"/>
                <a:gd name="connsiteX4" fmla="*/ 41977 w 79955"/>
                <a:gd name="connsiteY4" fmla="*/ 77957 h 79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5" h="79955">
                  <a:moveTo>
                    <a:pt x="41977" y="77957"/>
                  </a:moveTo>
                  <a:cubicBezTo>
                    <a:pt x="61966" y="77957"/>
                    <a:pt x="77957" y="61966"/>
                    <a:pt x="77957" y="41977"/>
                  </a:cubicBezTo>
                  <a:cubicBezTo>
                    <a:pt x="77957" y="21988"/>
                    <a:pt x="61966" y="5997"/>
                    <a:pt x="41977" y="5997"/>
                  </a:cubicBezTo>
                  <a:cubicBezTo>
                    <a:pt x="21988" y="5997"/>
                    <a:pt x="5997" y="21988"/>
                    <a:pt x="5997" y="41977"/>
                  </a:cubicBezTo>
                  <a:cubicBezTo>
                    <a:pt x="6796" y="61966"/>
                    <a:pt x="21988" y="77957"/>
                    <a:pt x="41977" y="77957"/>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86B3F59-BDF2-43AD-A45A-D32D8C156BFC}"/>
                </a:ext>
              </a:extLst>
            </p:cNvPr>
            <p:cNvSpPr/>
            <p:nvPr/>
          </p:nvSpPr>
          <p:spPr>
            <a:xfrm>
              <a:off x="1453217" y="1030473"/>
              <a:ext cx="111938" cy="111938"/>
            </a:xfrm>
            <a:custGeom>
              <a:avLst/>
              <a:gdLst>
                <a:gd name="connsiteX0" fmla="*/ 56369 w 111937"/>
                <a:gd name="connsiteY0" fmla="*/ 106740 h 111937"/>
                <a:gd name="connsiteX1" fmla="*/ 106741 w 111937"/>
                <a:gd name="connsiteY1" fmla="*/ 56369 h 111937"/>
                <a:gd name="connsiteX2" fmla="*/ 56369 w 111937"/>
                <a:gd name="connsiteY2" fmla="*/ 5997 h 111937"/>
                <a:gd name="connsiteX3" fmla="*/ 5997 w 111937"/>
                <a:gd name="connsiteY3" fmla="*/ 56369 h 111937"/>
                <a:gd name="connsiteX4" fmla="*/ 56369 w 111937"/>
                <a:gd name="connsiteY4" fmla="*/ 106740 h 11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7" h="111937">
                  <a:moveTo>
                    <a:pt x="56369" y="106740"/>
                  </a:moveTo>
                  <a:cubicBezTo>
                    <a:pt x="84353" y="106740"/>
                    <a:pt x="106741" y="84353"/>
                    <a:pt x="106741" y="56369"/>
                  </a:cubicBezTo>
                  <a:cubicBezTo>
                    <a:pt x="106741" y="28384"/>
                    <a:pt x="84353" y="5997"/>
                    <a:pt x="56369" y="5997"/>
                  </a:cubicBezTo>
                  <a:cubicBezTo>
                    <a:pt x="28384" y="5997"/>
                    <a:pt x="5997" y="28384"/>
                    <a:pt x="5997" y="56369"/>
                  </a:cubicBezTo>
                  <a:cubicBezTo>
                    <a:pt x="5997" y="84353"/>
                    <a:pt x="28384" y="106740"/>
                    <a:pt x="56369" y="106740"/>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64DCF41D-3C73-494E-9A9A-C4203DC40AD5}"/>
                </a:ext>
              </a:extLst>
            </p:cNvPr>
            <p:cNvSpPr/>
            <p:nvPr/>
          </p:nvSpPr>
          <p:spPr>
            <a:xfrm>
              <a:off x="1611529" y="1046465"/>
              <a:ext cx="79955" cy="79955"/>
            </a:xfrm>
            <a:custGeom>
              <a:avLst/>
              <a:gdLst>
                <a:gd name="connsiteX0" fmla="*/ 40377 w 79955"/>
                <a:gd name="connsiteY0" fmla="*/ 74758 h 79955"/>
                <a:gd name="connsiteX1" fmla="*/ 74758 w 79955"/>
                <a:gd name="connsiteY1" fmla="*/ 40377 h 79955"/>
                <a:gd name="connsiteX2" fmla="*/ 40377 w 79955"/>
                <a:gd name="connsiteY2" fmla="*/ 5997 h 79955"/>
                <a:gd name="connsiteX3" fmla="*/ 5997 w 79955"/>
                <a:gd name="connsiteY3" fmla="*/ 40377 h 79955"/>
                <a:gd name="connsiteX4" fmla="*/ 40377 w 79955"/>
                <a:gd name="connsiteY4" fmla="*/ 74758 h 79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5" h="79955">
                  <a:moveTo>
                    <a:pt x="40377" y="74758"/>
                  </a:moveTo>
                  <a:cubicBezTo>
                    <a:pt x="59567" y="74758"/>
                    <a:pt x="74758" y="59567"/>
                    <a:pt x="74758" y="40377"/>
                  </a:cubicBezTo>
                  <a:cubicBezTo>
                    <a:pt x="74758" y="21188"/>
                    <a:pt x="59567" y="5997"/>
                    <a:pt x="40377" y="5997"/>
                  </a:cubicBezTo>
                  <a:cubicBezTo>
                    <a:pt x="21188" y="5997"/>
                    <a:pt x="5997" y="21188"/>
                    <a:pt x="5997" y="40377"/>
                  </a:cubicBezTo>
                  <a:cubicBezTo>
                    <a:pt x="5997" y="59567"/>
                    <a:pt x="21188" y="74758"/>
                    <a:pt x="40377" y="74758"/>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709A9FFD-285E-4DCE-8CFD-63E32FF111FA}"/>
                </a:ext>
              </a:extLst>
            </p:cNvPr>
            <p:cNvSpPr/>
            <p:nvPr/>
          </p:nvSpPr>
          <p:spPr>
            <a:xfrm>
              <a:off x="1733861" y="1027275"/>
              <a:ext cx="119933" cy="119933"/>
            </a:xfrm>
            <a:custGeom>
              <a:avLst/>
              <a:gdLst>
                <a:gd name="connsiteX0" fmla="*/ 60367 w 119933"/>
                <a:gd name="connsiteY0" fmla="*/ 114736 h 119933"/>
                <a:gd name="connsiteX1" fmla="*/ 114736 w 119933"/>
                <a:gd name="connsiteY1" fmla="*/ 60367 h 119933"/>
                <a:gd name="connsiteX2" fmla="*/ 60367 w 119933"/>
                <a:gd name="connsiteY2" fmla="*/ 5997 h 119933"/>
                <a:gd name="connsiteX3" fmla="*/ 5997 w 119933"/>
                <a:gd name="connsiteY3" fmla="*/ 60367 h 119933"/>
                <a:gd name="connsiteX4" fmla="*/ 60367 w 119933"/>
                <a:gd name="connsiteY4" fmla="*/ 114736 h 119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33" h="119933">
                  <a:moveTo>
                    <a:pt x="60367" y="114736"/>
                  </a:moveTo>
                  <a:cubicBezTo>
                    <a:pt x="90750" y="114736"/>
                    <a:pt x="114736" y="89950"/>
                    <a:pt x="114736" y="60367"/>
                  </a:cubicBezTo>
                  <a:cubicBezTo>
                    <a:pt x="114736" y="29983"/>
                    <a:pt x="89950" y="5997"/>
                    <a:pt x="60367" y="5997"/>
                  </a:cubicBezTo>
                  <a:cubicBezTo>
                    <a:pt x="30783" y="5997"/>
                    <a:pt x="5997" y="30783"/>
                    <a:pt x="5997" y="60367"/>
                  </a:cubicBezTo>
                  <a:cubicBezTo>
                    <a:pt x="5997" y="89950"/>
                    <a:pt x="30783" y="114736"/>
                    <a:pt x="60367" y="114736"/>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0D36D06F-1F4F-46DE-8ED1-98E722CF06D3}"/>
                </a:ext>
              </a:extLst>
            </p:cNvPr>
            <p:cNvSpPr/>
            <p:nvPr/>
          </p:nvSpPr>
          <p:spPr>
            <a:xfrm>
              <a:off x="1884955" y="1035271"/>
              <a:ext cx="103942" cy="103942"/>
            </a:xfrm>
            <a:custGeom>
              <a:avLst/>
              <a:gdLst>
                <a:gd name="connsiteX0" fmla="*/ 52393 w 103942"/>
                <a:gd name="connsiteY0" fmla="*/ 98745 h 103942"/>
                <a:gd name="connsiteX1" fmla="*/ 98767 w 103942"/>
                <a:gd name="connsiteY1" fmla="*/ 52371 h 103942"/>
                <a:gd name="connsiteX2" fmla="*/ 52393 w 103942"/>
                <a:gd name="connsiteY2" fmla="*/ 5997 h 103942"/>
                <a:gd name="connsiteX3" fmla="*/ 6018 w 103942"/>
                <a:gd name="connsiteY3" fmla="*/ 52371 h 103942"/>
                <a:gd name="connsiteX4" fmla="*/ 52393 w 103942"/>
                <a:gd name="connsiteY4" fmla="*/ 98745 h 103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942" h="103942">
                  <a:moveTo>
                    <a:pt x="52393" y="98745"/>
                  </a:moveTo>
                  <a:cubicBezTo>
                    <a:pt x="77978" y="98745"/>
                    <a:pt x="98767" y="77957"/>
                    <a:pt x="98767" y="52371"/>
                  </a:cubicBezTo>
                  <a:cubicBezTo>
                    <a:pt x="98767" y="26785"/>
                    <a:pt x="77978" y="5997"/>
                    <a:pt x="52393" y="5997"/>
                  </a:cubicBezTo>
                  <a:cubicBezTo>
                    <a:pt x="26807" y="5997"/>
                    <a:pt x="6018" y="26785"/>
                    <a:pt x="6018" y="52371"/>
                  </a:cubicBezTo>
                  <a:cubicBezTo>
                    <a:pt x="5219" y="77957"/>
                    <a:pt x="26807" y="98745"/>
                    <a:pt x="52393" y="98745"/>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DC5F753C-B543-4961-AE0B-9D732D5D8F34}"/>
                </a:ext>
              </a:extLst>
            </p:cNvPr>
            <p:cNvSpPr/>
            <p:nvPr/>
          </p:nvSpPr>
          <p:spPr>
            <a:xfrm>
              <a:off x="2041689" y="1048863"/>
              <a:ext cx="71960" cy="71960"/>
            </a:xfrm>
            <a:custGeom>
              <a:avLst/>
              <a:gdLst>
                <a:gd name="connsiteX0" fmla="*/ 37979 w 71959"/>
                <a:gd name="connsiteY0" fmla="*/ 69961 h 71959"/>
                <a:gd name="connsiteX1" fmla="*/ 69961 w 71959"/>
                <a:gd name="connsiteY1" fmla="*/ 37979 h 71959"/>
                <a:gd name="connsiteX2" fmla="*/ 37979 w 71959"/>
                <a:gd name="connsiteY2" fmla="*/ 5997 h 71959"/>
                <a:gd name="connsiteX3" fmla="*/ 5997 w 71959"/>
                <a:gd name="connsiteY3" fmla="*/ 37979 h 71959"/>
                <a:gd name="connsiteX4" fmla="*/ 37979 w 71959"/>
                <a:gd name="connsiteY4" fmla="*/ 69961 h 71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59" h="71959">
                  <a:moveTo>
                    <a:pt x="37979" y="69961"/>
                  </a:moveTo>
                  <a:cubicBezTo>
                    <a:pt x="55569" y="69961"/>
                    <a:pt x="69961" y="55569"/>
                    <a:pt x="69961" y="37979"/>
                  </a:cubicBezTo>
                  <a:cubicBezTo>
                    <a:pt x="69961" y="20389"/>
                    <a:pt x="55569" y="5997"/>
                    <a:pt x="37979" y="5997"/>
                  </a:cubicBezTo>
                  <a:cubicBezTo>
                    <a:pt x="20389" y="5997"/>
                    <a:pt x="5997" y="20389"/>
                    <a:pt x="5997" y="37979"/>
                  </a:cubicBezTo>
                  <a:cubicBezTo>
                    <a:pt x="5997" y="55569"/>
                    <a:pt x="20389" y="69961"/>
                    <a:pt x="37979" y="69961"/>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2C0AA735-BA69-4068-A826-1EEFB81485B2}"/>
                </a:ext>
              </a:extLst>
            </p:cNvPr>
            <p:cNvSpPr/>
            <p:nvPr/>
          </p:nvSpPr>
          <p:spPr>
            <a:xfrm>
              <a:off x="2196004" y="1060057"/>
              <a:ext cx="47973" cy="47973"/>
            </a:xfrm>
            <a:custGeom>
              <a:avLst/>
              <a:gdLst>
                <a:gd name="connsiteX0" fmla="*/ 26785 w 47973"/>
                <a:gd name="connsiteY0" fmla="*/ 47574 h 47973"/>
                <a:gd name="connsiteX1" fmla="*/ 47573 w 47973"/>
                <a:gd name="connsiteY1" fmla="*/ 26785 h 47973"/>
                <a:gd name="connsiteX2" fmla="*/ 26785 w 47973"/>
                <a:gd name="connsiteY2" fmla="*/ 5997 h 47973"/>
                <a:gd name="connsiteX3" fmla="*/ 5997 w 47973"/>
                <a:gd name="connsiteY3" fmla="*/ 26785 h 47973"/>
                <a:gd name="connsiteX4" fmla="*/ 26785 w 47973"/>
                <a:gd name="connsiteY4" fmla="*/ 47574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6785" y="47574"/>
                  </a:moveTo>
                  <a:cubicBezTo>
                    <a:pt x="37979" y="47574"/>
                    <a:pt x="47573" y="38778"/>
                    <a:pt x="47573" y="26785"/>
                  </a:cubicBezTo>
                  <a:cubicBezTo>
                    <a:pt x="47573" y="15591"/>
                    <a:pt x="37979" y="5997"/>
                    <a:pt x="26785" y="5997"/>
                  </a:cubicBezTo>
                  <a:cubicBezTo>
                    <a:pt x="15591" y="5997"/>
                    <a:pt x="5997" y="14792"/>
                    <a:pt x="5997" y="26785"/>
                  </a:cubicBezTo>
                  <a:cubicBezTo>
                    <a:pt x="5997" y="38778"/>
                    <a:pt x="14792" y="47574"/>
                    <a:pt x="26785" y="47574"/>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4AF1B5B9-38CF-4332-BCE1-5ED54E82A987}"/>
                </a:ext>
              </a:extLst>
            </p:cNvPr>
            <p:cNvSpPr/>
            <p:nvPr/>
          </p:nvSpPr>
          <p:spPr>
            <a:xfrm>
              <a:off x="2340723" y="1062456"/>
              <a:ext cx="47973" cy="47973"/>
            </a:xfrm>
            <a:custGeom>
              <a:avLst/>
              <a:gdLst>
                <a:gd name="connsiteX0" fmla="*/ 24387 w 47973"/>
                <a:gd name="connsiteY0" fmla="*/ 42776 h 47973"/>
                <a:gd name="connsiteX1" fmla="*/ 42776 w 47973"/>
                <a:gd name="connsiteY1" fmla="*/ 24386 h 47973"/>
                <a:gd name="connsiteX2" fmla="*/ 24387 w 47973"/>
                <a:gd name="connsiteY2" fmla="*/ 5997 h 47973"/>
                <a:gd name="connsiteX3" fmla="*/ 5997 w 47973"/>
                <a:gd name="connsiteY3" fmla="*/ 24386 h 47973"/>
                <a:gd name="connsiteX4" fmla="*/ 24387 w 47973"/>
                <a:gd name="connsiteY4" fmla="*/ 42776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4387" y="42776"/>
                  </a:moveTo>
                  <a:cubicBezTo>
                    <a:pt x="34781" y="42776"/>
                    <a:pt x="42776" y="34780"/>
                    <a:pt x="42776" y="24386"/>
                  </a:cubicBezTo>
                  <a:cubicBezTo>
                    <a:pt x="42776" y="13992"/>
                    <a:pt x="34781" y="5997"/>
                    <a:pt x="24387" y="5997"/>
                  </a:cubicBezTo>
                  <a:cubicBezTo>
                    <a:pt x="13992" y="5997"/>
                    <a:pt x="5997" y="13992"/>
                    <a:pt x="5997" y="24386"/>
                  </a:cubicBezTo>
                  <a:cubicBezTo>
                    <a:pt x="5997" y="34780"/>
                    <a:pt x="14792" y="42776"/>
                    <a:pt x="24387" y="42776"/>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D3256FD9-A51B-49DE-AD7A-A438BAD069A9}"/>
                </a:ext>
              </a:extLst>
            </p:cNvPr>
            <p:cNvSpPr/>
            <p:nvPr/>
          </p:nvSpPr>
          <p:spPr>
            <a:xfrm>
              <a:off x="2490240" y="1070451"/>
              <a:ext cx="31982" cy="31982"/>
            </a:xfrm>
            <a:custGeom>
              <a:avLst/>
              <a:gdLst>
                <a:gd name="connsiteX0" fmla="*/ 17190 w 31982"/>
                <a:gd name="connsiteY0" fmla="*/ 28384 h 31982"/>
                <a:gd name="connsiteX1" fmla="*/ 29184 w 31982"/>
                <a:gd name="connsiteY1" fmla="*/ 17190 h 31982"/>
                <a:gd name="connsiteX2" fmla="*/ 17190 w 31982"/>
                <a:gd name="connsiteY2" fmla="*/ 5997 h 31982"/>
                <a:gd name="connsiteX3" fmla="*/ 5997 w 31982"/>
                <a:gd name="connsiteY3" fmla="*/ 17190 h 31982"/>
                <a:gd name="connsiteX4" fmla="*/ 17190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0" y="28384"/>
                  </a:moveTo>
                  <a:cubicBezTo>
                    <a:pt x="23587" y="28384"/>
                    <a:pt x="29184" y="23587"/>
                    <a:pt x="29184" y="17190"/>
                  </a:cubicBezTo>
                  <a:cubicBezTo>
                    <a:pt x="29184" y="10794"/>
                    <a:pt x="23587" y="5997"/>
                    <a:pt x="17190" y="5997"/>
                  </a:cubicBezTo>
                  <a:cubicBezTo>
                    <a:pt x="10794" y="5997"/>
                    <a:pt x="5997" y="10794"/>
                    <a:pt x="5997" y="17190"/>
                  </a:cubicBezTo>
                  <a:cubicBezTo>
                    <a:pt x="5997" y="22787"/>
                    <a:pt x="11594" y="28384"/>
                    <a:pt x="17190" y="28384"/>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0BFD65F7-23B2-42B5-9993-971F6BB37FFE}"/>
                </a:ext>
              </a:extLst>
            </p:cNvPr>
            <p:cNvSpPr/>
            <p:nvPr/>
          </p:nvSpPr>
          <p:spPr>
            <a:xfrm>
              <a:off x="2614970" y="1051262"/>
              <a:ext cx="63964" cy="63964"/>
            </a:xfrm>
            <a:custGeom>
              <a:avLst/>
              <a:gdLst>
                <a:gd name="connsiteX0" fmla="*/ 35580 w 63964"/>
                <a:gd name="connsiteY0" fmla="*/ 65164 h 63964"/>
                <a:gd name="connsiteX1" fmla="*/ 65164 w 63964"/>
                <a:gd name="connsiteY1" fmla="*/ 35580 h 63964"/>
                <a:gd name="connsiteX2" fmla="*/ 35580 w 63964"/>
                <a:gd name="connsiteY2" fmla="*/ 5997 h 63964"/>
                <a:gd name="connsiteX3" fmla="*/ 5997 w 63964"/>
                <a:gd name="connsiteY3" fmla="*/ 35580 h 63964"/>
                <a:gd name="connsiteX4" fmla="*/ 35580 w 63964"/>
                <a:gd name="connsiteY4" fmla="*/ 65164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5580" y="65164"/>
                  </a:moveTo>
                  <a:cubicBezTo>
                    <a:pt x="52371" y="65164"/>
                    <a:pt x="65164" y="52371"/>
                    <a:pt x="65164" y="35580"/>
                  </a:cubicBezTo>
                  <a:cubicBezTo>
                    <a:pt x="65164" y="19589"/>
                    <a:pt x="51571" y="5997"/>
                    <a:pt x="35580" y="5997"/>
                  </a:cubicBezTo>
                  <a:cubicBezTo>
                    <a:pt x="19589" y="5997"/>
                    <a:pt x="5997" y="19589"/>
                    <a:pt x="5997" y="35580"/>
                  </a:cubicBezTo>
                  <a:cubicBezTo>
                    <a:pt x="5997" y="52371"/>
                    <a:pt x="19589" y="65164"/>
                    <a:pt x="35580" y="65164"/>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BB831E1-F57C-4CC3-BF4A-75358073594F}"/>
                </a:ext>
              </a:extLst>
            </p:cNvPr>
            <p:cNvSpPr/>
            <p:nvPr/>
          </p:nvSpPr>
          <p:spPr>
            <a:xfrm>
              <a:off x="2770884" y="1065654"/>
              <a:ext cx="39978" cy="39978"/>
            </a:xfrm>
            <a:custGeom>
              <a:avLst/>
              <a:gdLst>
                <a:gd name="connsiteX0" fmla="*/ 21988 w 39977"/>
                <a:gd name="connsiteY0" fmla="*/ 37979 h 39977"/>
                <a:gd name="connsiteX1" fmla="*/ 37979 w 39977"/>
                <a:gd name="connsiteY1" fmla="*/ 21988 h 39977"/>
                <a:gd name="connsiteX2" fmla="*/ 21988 w 39977"/>
                <a:gd name="connsiteY2" fmla="*/ 5997 h 39977"/>
                <a:gd name="connsiteX3" fmla="*/ 5997 w 39977"/>
                <a:gd name="connsiteY3" fmla="*/ 21988 h 39977"/>
                <a:gd name="connsiteX4" fmla="*/ 21988 w 39977"/>
                <a:gd name="connsiteY4" fmla="*/ 37979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1988" y="37979"/>
                  </a:moveTo>
                  <a:cubicBezTo>
                    <a:pt x="30783" y="37979"/>
                    <a:pt x="37979" y="30783"/>
                    <a:pt x="37979" y="21988"/>
                  </a:cubicBezTo>
                  <a:cubicBezTo>
                    <a:pt x="37979" y="13193"/>
                    <a:pt x="30783" y="5997"/>
                    <a:pt x="21988" y="5997"/>
                  </a:cubicBezTo>
                  <a:cubicBezTo>
                    <a:pt x="13193" y="5997"/>
                    <a:pt x="5997" y="13193"/>
                    <a:pt x="5997" y="21988"/>
                  </a:cubicBezTo>
                  <a:cubicBezTo>
                    <a:pt x="5997" y="30783"/>
                    <a:pt x="13193" y="37979"/>
                    <a:pt x="21988" y="37979"/>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6342537E-D15F-406B-ACA2-6975725D0E76}"/>
                </a:ext>
              </a:extLst>
            </p:cNvPr>
            <p:cNvSpPr/>
            <p:nvPr/>
          </p:nvSpPr>
          <p:spPr>
            <a:xfrm>
              <a:off x="2923599" y="1074449"/>
              <a:ext cx="23987" cy="23987"/>
            </a:xfrm>
            <a:custGeom>
              <a:avLst/>
              <a:gdLst>
                <a:gd name="connsiteX0" fmla="*/ 12393 w 23986"/>
                <a:gd name="connsiteY0" fmla="*/ 18789 h 23986"/>
                <a:gd name="connsiteX1" fmla="*/ 18789 w 23986"/>
                <a:gd name="connsiteY1" fmla="*/ 12393 h 23986"/>
                <a:gd name="connsiteX2" fmla="*/ 12393 w 23986"/>
                <a:gd name="connsiteY2" fmla="*/ 5997 h 23986"/>
                <a:gd name="connsiteX3" fmla="*/ 5997 w 23986"/>
                <a:gd name="connsiteY3" fmla="*/ 12393 h 23986"/>
                <a:gd name="connsiteX4" fmla="*/ 12393 w 23986"/>
                <a:gd name="connsiteY4" fmla="*/ 187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89"/>
                  </a:moveTo>
                  <a:cubicBezTo>
                    <a:pt x="16391" y="18789"/>
                    <a:pt x="18789" y="15591"/>
                    <a:pt x="18789" y="12393"/>
                  </a:cubicBezTo>
                  <a:cubicBezTo>
                    <a:pt x="18789" y="9195"/>
                    <a:pt x="15591" y="5997"/>
                    <a:pt x="12393" y="5997"/>
                  </a:cubicBezTo>
                  <a:cubicBezTo>
                    <a:pt x="9195" y="5997"/>
                    <a:pt x="5997" y="9195"/>
                    <a:pt x="5997" y="12393"/>
                  </a:cubicBezTo>
                  <a:cubicBezTo>
                    <a:pt x="5997" y="16391"/>
                    <a:pt x="9195" y="18789"/>
                    <a:pt x="12393" y="18789"/>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C84FBC94-7701-45E5-B958-30990EA9F5F5}"/>
                </a:ext>
              </a:extLst>
            </p:cNvPr>
            <p:cNvSpPr/>
            <p:nvPr/>
          </p:nvSpPr>
          <p:spPr>
            <a:xfrm>
              <a:off x="3061922" y="1070451"/>
              <a:ext cx="31982" cy="31982"/>
            </a:xfrm>
            <a:custGeom>
              <a:avLst/>
              <a:gdLst>
                <a:gd name="connsiteX0" fmla="*/ 16391 w 31982"/>
                <a:gd name="connsiteY0" fmla="*/ 26785 h 31982"/>
                <a:gd name="connsiteX1" fmla="*/ 26785 w 31982"/>
                <a:gd name="connsiteY1" fmla="*/ 16391 h 31982"/>
                <a:gd name="connsiteX2" fmla="*/ 16391 w 31982"/>
                <a:gd name="connsiteY2" fmla="*/ 5997 h 31982"/>
                <a:gd name="connsiteX3" fmla="*/ 5997 w 31982"/>
                <a:gd name="connsiteY3" fmla="*/ 16391 h 31982"/>
                <a:gd name="connsiteX4" fmla="*/ 16391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391" y="26785"/>
                  </a:moveTo>
                  <a:cubicBezTo>
                    <a:pt x="21988" y="26785"/>
                    <a:pt x="26785" y="21988"/>
                    <a:pt x="26785" y="16391"/>
                  </a:cubicBezTo>
                  <a:cubicBezTo>
                    <a:pt x="26785" y="10794"/>
                    <a:pt x="21988" y="5997"/>
                    <a:pt x="16391" y="5997"/>
                  </a:cubicBezTo>
                  <a:cubicBezTo>
                    <a:pt x="10794" y="5997"/>
                    <a:pt x="5997" y="10794"/>
                    <a:pt x="5997" y="16391"/>
                  </a:cubicBezTo>
                  <a:cubicBezTo>
                    <a:pt x="5997" y="21988"/>
                    <a:pt x="10794" y="26785"/>
                    <a:pt x="16391" y="26785"/>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2FF14264-9CB6-4944-B2EA-41A774268439}"/>
                </a:ext>
              </a:extLst>
            </p:cNvPr>
            <p:cNvSpPr/>
            <p:nvPr/>
          </p:nvSpPr>
          <p:spPr>
            <a:xfrm>
              <a:off x="3208118" y="1074449"/>
              <a:ext cx="23987" cy="23987"/>
            </a:xfrm>
            <a:custGeom>
              <a:avLst/>
              <a:gdLst>
                <a:gd name="connsiteX0" fmla="*/ 13315 w 23986"/>
                <a:gd name="connsiteY0" fmla="*/ 20389 h 23986"/>
                <a:gd name="connsiteX1" fmla="*/ 20511 w 23986"/>
                <a:gd name="connsiteY1" fmla="*/ 13193 h 23986"/>
                <a:gd name="connsiteX2" fmla="*/ 13315 w 23986"/>
                <a:gd name="connsiteY2" fmla="*/ 5997 h 23986"/>
                <a:gd name="connsiteX3" fmla="*/ 6119 w 23986"/>
                <a:gd name="connsiteY3" fmla="*/ 13193 h 23986"/>
                <a:gd name="connsiteX4" fmla="*/ 13315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315" y="20389"/>
                  </a:moveTo>
                  <a:cubicBezTo>
                    <a:pt x="17313" y="20389"/>
                    <a:pt x="20511" y="17190"/>
                    <a:pt x="20511" y="13193"/>
                  </a:cubicBezTo>
                  <a:cubicBezTo>
                    <a:pt x="20511" y="9195"/>
                    <a:pt x="17313" y="5997"/>
                    <a:pt x="13315" y="5997"/>
                  </a:cubicBezTo>
                  <a:cubicBezTo>
                    <a:pt x="9317" y="5997"/>
                    <a:pt x="6119" y="9195"/>
                    <a:pt x="6119" y="13193"/>
                  </a:cubicBezTo>
                  <a:cubicBezTo>
                    <a:pt x="5320" y="16391"/>
                    <a:pt x="8518" y="20389"/>
                    <a:pt x="13315" y="2038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94B92ADD-7C10-4BE0-A35D-4BD48733FD9E}"/>
                </a:ext>
              </a:extLst>
            </p:cNvPr>
            <p:cNvSpPr/>
            <p:nvPr/>
          </p:nvSpPr>
          <p:spPr>
            <a:xfrm>
              <a:off x="3348962" y="1072050"/>
              <a:ext cx="23987" cy="23987"/>
            </a:xfrm>
            <a:custGeom>
              <a:avLst/>
              <a:gdLst>
                <a:gd name="connsiteX0" fmla="*/ 14792 w 23986"/>
                <a:gd name="connsiteY0" fmla="*/ 23587 h 23986"/>
                <a:gd name="connsiteX1" fmla="*/ 23586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6" y="19589"/>
                    <a:pt x="23586" y="14792"/>
                  </a:cubicBezTo>
                  <a:cubicBezTo>
                    <a:pt x="23586"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468E3E13-29FA-4E97-AF3A-34CE06CE247F}"/>
                </a:ext>
              </a:extLst>
            </p:cNvPr>
            <p:cNvSpPr/>
            <p:nvPr/>
          </p:nvSpPr>
          <p:spPr>
            <a:xfrm>
              <a:off x="3492882" y="1074449"/>
              <a:ext cx="23987" cy="23987"/>
            </a:xfrm>
            <a:custGeom>
              <a:avLst/>
              <a:gdLst>
                <a:gd name="connsiteX0" fmla="*/ 13192 w 23986"/>
                <a:gd name="connsiteY0" fmla="*/ 20389 h 23986"/>
                <a:gd name="connsiteX1" fmla="*/ 20389 w 23986"/>
                <a:gd name="connsiteY1" fmla="*/ 13193 h 23986"/>
                <a:gd name="connsiteX2" fmla="*/ 13192 w 23986"/>
                <a:gd name="connsiteY2" fmla="*/ 5997 h 23986"/>
                <a:gd name="connsiteX3" fmla="*/ 5997 w 23986"/>
                <a:gd name="connsiteY3" fmla="*/ 13193 h 23986"/>
                <a:gd name="connsiteX4" fmla="*/ 13192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2" y="20389"/>
                  </a:moveTo>
                  <a:cubicBezTo>
                    <a:pt x="17190" y="20389"/>
                    <a:pt x="20389" y="17190"/>
                    <a:pt x="20389" y="13193"/>
                  </a:cubicBezTo>
                  <a:cubicBezTo>
                    <a:pt x="20389" y="9195"/>
                    <a:pt x="17190" y="5997"/>
                    <a:pt x="13192" y="5997"/>
                  </a:cubicBezTo>
                  <a:cubicBezTo>
                    <a:pt x="9195" y="5997"/>
                    <a:pt x="5997" y="9195"/>
                    <a:pt x="5997" y="13193"/>
                  </a:cubicBezTo>
                  <a:cubicBezTo>
                    <a:pt x="5997" y="16391"/>
                    <a:pt x="9195" y="20389"/>
                    <a:pt x="13192" y="20389"/>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430EDED3-904E-42D8-9D51-B3F58A0C3C5C}"/>
                </a:ext>
              </a:extLst>
            </p:cNvPr>
            <p:cNvSpPr/>
            <p:nvPr/>
          </p:nvSpPr>
          <p:spPr>
            <a:xfrm>
              <a:off x="3637601" y="1075248"/>
              <a:ext cx="15991" cy="15991"/>
            </a:xfrm>
            <a:custGeom>
              <a:avLst/>
              <a:gdLst>
                <a:gd name="connsiteX0" fmla="*/ 11594 w 15991"/>
                <a:gd name="connsiteY0" fmla="*/ 17191 h 15991"/>
                <a:gd name="connsiteX1" fmla="*/ 17191 w 15991"/>
                <a:gd name="connsiteY1" fmla="*/ 11594 h 15991"/>
                <a:gd name="connsiteX2" fmla="*/ 11594 w 15991"/>
                <a:gd name="connsiteY2" fmla="*/ 5997 h 15991"/>
                <a:gd name="connsiteX3" fmla="*/ 5997 w 15991"/>
                <a:gd name="connsiteY3" fmla="*/ 11594 h 15991"/>
                <a:gd name="connsiteX4" fmla="*/ 11594 w 15991"/>
                <a:gd name="connsiteY4" fmla="*/ 171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7191"/>
                  </a:moveTo>
                  <a:cubicBezTo>
                    <a:pt x="14792" y="17191"/>
                    <a:pt x="17191" y="14792"/>
                    <a:pt x="17191" y="11594"/>
                  </a:cubicBezTo>
                  <a:cubicBezTo>
                    <a:pt x="17191" y="8395"/>
                    <a:pt x="14792" y="5997"/>
                    <a:pt x="11594" y="5997"/>
                  </a:cubicBezTo>
                  <a:cubicBezTo>
                    <a:pt x="8395" y="5997"/>
                    <a:pt x="5997" y="8395"/>
                    <a:pt x="5997" y="11594"/>
                  </a:cubicBezTo>
                  <a:cubicBezTo>
                    <a:pt x="5997" y="14792"/>
                    <a:pt x="8395" y="17191"/>
                    <a:pt x="11594" y="17191"/>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F0FFCE38-A8C1-4903-9186-AA8860E32315}"/>
                </a:ext>
              </a:extLst>
            </p:cNvPr>
            <p:cNvSpPr/>
            <p:nvPr/>
          </p:nvSpPr>
          <p:spPr>
            <a:xfrm>
              <a:off x="3779123" y="1075248"/>
              <a:ext cx="23987" cy="23987"/>
            </a:xfrm>
            <a:custGeom>
              <a:avLst/>
              <a:gdLst>
                <a:gd name="connsiteX0" fmla="*/ 12393 w 23986"/>
                <a:gd name="connsiteY0" fmla="*/ 18790 h 23986"/>
                <a:gd name="connsiteX1" fmla="*/ 18789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6391" y="18790"/>
                    <a:pt x="18789" y="15591"/>
                    <a:pt x="18789" y="12393"/>
                  </a:cubicBezTo>
                  <a:cubicBezTo>
                    <a:pt x="18789" y="8395"/>
                    <a:pt x="15591" y="5997"/>
                    <a:pt x="12393" y="5997"/>
                  </a:cubicBezTo>
                  <a:cubicBezTo>
                    <a:pt x="8395" y="5997"/>
                    <a:pt x="5997" y="9195"/>
                    <a:pt x="5997" y="12393"/>
                  </a:cubicBezTo>
                  <a:cubicBezTo>
                    <a:pt x="5997" y="15591"/>
                    <a:pt x="9195" y="18790"/>
                    <a:pt x="12393" y="18790"/>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9FE47EFF-E121-456A-8553-89F7DA44A630}"/>
                </a:ext>
              </a:extLst>
            </p:cNvPr>
            <p:cNvSpPr/>
            <p:nvPr/>
          </p:nvSpPr>
          <p:spPr>
            <a:xfrm>
              <a:off x="3916646" y="1069652"/>
              <a:ext cx="31982" cy="31982"/>
            </a:xfrm>
            <a:custGeom>
              <a:avLst/>
              <a:gdLst>
                <a:gd name="connsiteX0" fmla="*/ 17990 w 31982"/>
                <a:gd name="connsiteY0" fmla="*/ 29983 h 31982"/>
                <a:gd name="connsiteX1" fmla="*/ 29983 w 31982"/>
                <a:gd name="connsiteY1" fmla="*/ 17990 h 31982"/>
                <a:gd name="connsiteX2" fmla="*/ 17990 w 31982"/>
                <a:gd name="connsiteY2" fmla="*/ 5997 h 31982"/>
                <a:gd name="connsiteX3" fmla="*/ 5997 w 31982"/>
                <a:gd name="connsiteY3" fmla="*/ 17990 h 31982"/>
                <a:gd name="connsiteX4" fmla="*/ 17990 w 31982"/>
                <a:gd name="connsiteY4" fmla="*/ 299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990" y="29983"/>
                  </a:moveTo>
                  <a:cubicBezTo>
                    <a:pt x="24386" y="29983"/>
                    <a:pt x="29983" y="24386"/>
                    <a:pt x="29983" y="17990"/>
                  </a:cubicBezTo>
                  <a:cubicBezTo>
                    <a:pt x="29983" y="10794"/>
                    <a:pt x="24386" y="5997"/>
                    <a:pt x="17990" y="5997"/>
                  </a:cubicBezTo>
                  <a:cubicBezTo>
                    <a:pt x="10794" y="5997"/>
                    <a:pt x="5997" y="11593"/>
                    <a:pt x="5997" y="17990"/>
                  </a:cubicBezTo>
                  <a:cubicBezTo>
                    <a:pt x="5997" y="24386"/>
                    <a:pt x="10794" y="29983"/>
                    <a:pt x="17990" y="29983"/>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837DAA59-C952-43E8-A799-9261E5EF7921}"/>
                </a:ext>
              </a:extLst>
            </p:cNvPr>
            <p:cNvSpPr/>
            <p:nvPr/>
          </p:nvSpPr>
          <p:spPr>
            <a:xfrm>
              <a:off x="4042976" y="1052861"/>
              <a:ext cx="63964" cy="63964"/>
            </a:xfrm>
            <a:custGeom>
              <a:avLst/>
              <a:gdLst>
                <a:gd name="connsiteX0" fmla="*/ 33981 w 63964"/>
                <a:gd name="connsiteY0" fmla="*/ 61966 h 63964"/>
                <a:gd name="connsiteX1" fmla="*/ 61966 w 63964"/>
                <a:gd name="connsiteY1" fmla="*/ 33981 h 63964"/>
                <a:gd name="connsiteX2" fmla="*/ 33981 w 63964"/>
                <a:gd name="connsiteY2" fmla="*/ 5997 h 63964"/>
                <a:gd name="connsiteX3" fmla="*/ 5997 w 63964"/>
                <a:gd name="connsiteY3" fmla="*/ 33981 h 63964"/>
                <a:gd name="connsiteX4" fmla="*/ 33981 w 63964"/>
                <a:gd name="connsiteY4" fmla="*/ 61966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3981" y="61966"/>
                  </a:moveTo>
                  <a:cubicBezTo>
                    <a:pt x="49172" y="61966"/>
                    <a:pt x="61966" y="49173"/>
                    <a:pt x="61966" y="33981"/>
                  </a:cubicBezTo>
                  <a:cubicBezTo>
                    <a:pt x="61966" y="18790"/>
                    <a:pt x="49172" y="5997"/>
                    <a:pt x="33981" y="5997"/>
                  </a:cubicBezTo>
                  <a:cubicBezTo>
                    <a:pt x="17990" y="5997"/>
                    <a:pt x="5997" y="18790"/>
                    <a:pt x="5997" y="33981"/>
                  </a:cubicBezTo>
                  <a:cubicBezTo>
                    <a:pt x="5997" y="49173"/>
                    <a:pt x="18789" y="61966"/>
                    <a:pt x="33981" y="61966"/>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48FA4F27-A85B-4598-8111-FC53527376CD}"/>
                </a:ext>
              </a:extLst>
            </p:cNvPr>
            <p:cNvSpPr/>
            <p:nvPr/>
          </p:nvSpPr>
          <p:spPr>
            <a:xfrm>
              <a:off x="4187695" y="1054460"/>
              <a:ext cx="63964" cy="63964"/>
            </a:xfrm>
            <a:custGeom>
              <a:avLst/>
              <a:gdLst>
                <a:gd name="connsiteX0" fmla="*/ 32382 w 63964"/>
                <a:gd name="connsiteY0" fmla="*/ 58767 h 63964"/>
                <a:gd name="connsiteX1" fmla="*/ 58768 w 63964"/>
                <a:gd name="connsiteY1" fmla="*/ 32382 h 63964"/>
                <a:gd name="connsiteX2" fmla="*/ 32382 w 63964"/>
                <a:gd name="connsiteY2" fmla="*/ 5997 h 63964"/>
                <a:gd name="connsiteX3" fmla="*/ 5997 w 63964"/>
                <a:gd name="connsiteY3" fmla="*/ 32382 h 63964"/>
                <a:gd name="connsiteX4" fmla="*/ 32382 w 63964"/>
                <a:gd name="connsiteY4" fmla="*/ 58767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2382" y="58767"/>
                  </a:moveTo>
                  <a:cubicBezTo>
                    <a:pt x="46774" y="58767"/>
                    <a:pt x="58768" y="46774"/>
                    <a:pt x="58768" y="32382"/>
                  </a:cubicBezTo>
                  <a:cubicBezTo>
                    <a:pt x="58768" y="17990"/>
                    <a:pt x="46774" y="5997"/>
                    <a:pt x="32382" y="5997"/>
                  </a:cubicBezTo>
                  <a:cubicBezTo>
                    <a:pt x="17990" y="5997"/>
                    <a:pt x="5997" y="17990"/>
                    <a:pt x="5997" y="32382"/>
                  </a:cubicBezTo>
                  <a:cubicBezTo>
                    <a:pt x="5997" y="46774"/>
                    <a:pt x="17990" y="58767"/>
                    <a:pt x="32382" y="58767"/>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E65D12F5-A353-4CD1-A025-D49A70029493}"/>
                </a:ext>
              </a:extLst>
            </p:cNvPr>
            <p:cNvSpPr/>
            <p:nvPr/>
          </p:nvSpPr>
          <p:spPr>
            <a:xfrm>
              <a:off x="4329216" y="1054460"/>
              <a:ext cx="63964" cy="63964"/>
            </a:xfrm>
            <a:custGeom>
              <a:avLst/>
              <a:gdLst>
                <a:gd name="connsiteX0" fmla="*/ 33182 w 63964"/>
                <a:gd name="connsiteY0" fmla="*/ 60366 h 63964"/>
                <a:gd name="connsiteX1" fmla="*/ 60366 w 63964"/>
                <a:gd name="connsiteY1" fmla="*/ 33181 h 63964"/>
                <a:gd name="connsiteX2" fmla="*/ 33182 w 63964"/>
                <a:gd name="connsiteY2" fmla="*/ 5997 h 63964"/>
                <a:gd name="connsiteX3" fmla="*/ 5997 w 63964"/>
                <a:gd name="connsiteY3" fmla="*/ 33181 h 63964"/>
                <a:gd name="connsiteX4" fmla="*/ 33182 w 63964"/>
                <a:gd name="connsiteY4" fmla="*/ 60366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3182" y="60366"/>
                  </a:moveTo>
                  <a:cubicBezTo>
                    <a:pt x="48373" y="60366"/>
                    <a:pt x="60366" y="48373"/>
                    <a:pt x="60366" y="33181"/>
                  </a:cubicBezTo>
                  <a:cubicBezTo>
                    <a:pt x="60366" y="17990"/>
                    <a:pt x="48373" y="5997"/>
                    <a:pt x="33182" y="5997"/>
                  </a:cubicBezTo>
                  <a:cubicBezTo>
                    <a:pt x="17990" y="5997"/>
                    <a:pt x="5997" y="17990"/>
                    <a:pt x="5997" y="33181"/>
                  </a:cubicBezTo>
                  <a:cubicBezTo>
                    <a:pt x="5997" y="47573"/>
                    <a:pt x="17990" y="60366"/>
                    <a:pt x="33182" y="60366"/>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2E8DAC08-EE13-453E-8C25-E1970C0F0ABF}"/>
                </a:ext>
              </a:extLst>
            </p:cNvPr>
            <p:cNvSpPr/>
            <p:nvPr/>
          </p:nvSpPr>
          <p:spPr>
            <a:xfrm>
              <a:off x="4469938" y="1051262"/>
              <a:ext cx="63964" cy="63964"/>
            </a:xfrm>
            <a:custGeom>
              <a:avLst/>
              <a:gdLst>
                <a:gd name="connsiteX0" fmla="*/ 35580 w 63964"/>
                <a:gd name="connsiteY0" fmla="*/ 65164 h 63964"/>
                <a:gd name="connsiteX1" fmla="*/ 65164 w 63964"/>
                <a:gd name="connsiteY1" fmla="*/ 35580 h 63964"/>
                <a:gd name="connsiteX2" fmla="*/ 35580 w 63964"/>
                <a:gd name="connsiteY2" fmla="*/ 5997 h 63964"/>
                <a:gd name="connsiteX3" fmla="*/ 5997 w 63964"/>
                <a:gd name="connsiteY3" fmla="*/ 35580 h 63964"/>
                <a:gd name="connsiteX4" fmla="*/ 35580 w 63964"/>
                <a:gd name="connsiteY4" fmla="*/ 65164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5580" y="65164"/>
                  </a:moveTo>
                  <a:cubicBezTo>
                    <a:pt x="51571" y="65164"/>
                    <a:pt x="65164" y="52371"/>
                    <a:pt x="65164" y="35580"/>
                  </a:cubicBezTo>
                  <a:cubicBezTo>
                    <a:pt x="65164" y="19589"/>
                    <a:pt x="51571" y="5997"/>
                    <a:pt x="35580" y="5997"/>
                  </a:cubicBezTo>
                  <a:cubicBezTo>
                    <a:pt x="19589" y="5997"/>
                    <a:pt x="5997" y="19589"/>
                    <a:pt x="5997" y="35580"/>
                  </a:cubicBezTo>
                  <a:cubicBezTo>
                    <a:pt x="5997" y="52371"/>
                    <a:pt x="18790" y="65164"/>
                    <a:pt x="35580" y="65164"/>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A95F5D0-4EEB-4B07-8AB0-CDBEB371546D}"/>
                </a:ext>
              </a:extLst>
            </p:cNvPr>
            <p:cNvSpPr/>
            <p:nvPr/>
          </p:nvSpPr>
          <p:spPr>
            <a:xfrm>
              <a:off x="4621853" y="1060856"/>
              <a:ext cx="47973" cy="47973"/>
            </a:xfrm>
            <a:custGeom>
              <a:avLst/>
              <a:gdLst>
                <a:gd name="connsiteX0" fmla="*/ 25986 w 47973"/>
                <a:gd name="connsiteY0" fmla="*/ 45974 h 47973"/>
                <a:gd name="connsiteX1" fmla="*/ 45974 w 47973"/>
                <a:gd name="connsiteY1" fmla="*/ 25986 h 47973"/>
                <a:gd name="connsiteX2" fmla="*/ 25986 w 47973"/>
                <a:gd name="connsiteY2" fmla="*/ 5997 h 47973"/>
                <a:gd name="connsiteX3" fmla="*/ 5997 w 47973"/>
                <a:gd name="connsiteY3" fmla="*/ 25986 h 47973"/>
                <a:gd name="connsiteX4" fmla="*/ 25986 w 47973"/>
                <a:gd name="connsiteY4" fmla="*/ 45974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986" y="45974"/>
                  </a:moveTo>
                  <a:cubicBezTo>
                    <a:pt x="37180" y="45974"/>
                    <a:pt x="45974" y="37179"/>
                    <a:pt x="45974" y="25986"/>
                  </a:cubicBezTo>
                  <a:cubicBezTo>
                    <a:pt x="45974" y="14792"/>
                    <a:pt x="37180" y="5997"/>
                    <a:pt x="25986" y="5997"/>
                  </a:cubicBezTo>
                  <a:cubicBezTo>
                    <a:pt x="14792" y="5997"/>
                    <a:pt x="5997" y="14792"/>
                    <a:pt x="5997" y="25986"/>
                  </a:cubicBezTo>
                  <a:cubicBezTo>
                    <a:pt x="5997" y="37179"/>
                    <a:pt x="14792" y="45974"/>
                    <a:pt x="25986" y="45974"/>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DBD8C3B6-5B13-457A-B189-DBB89ABDC51F}"/>
                </a:ext>
              </a:extLst>
            </p:cNvPr>
            <p:cNvSpPr/>
            <p:nvPr/>
          </p:nvSpPr>
          <p:spPr>
            <a:xfrm>
              <a:off x="4716985" y="1012883"/>
              <a:ext cx="143920" cy="143920"/>
            </a:xfrm>
            <a:custGeom>
              <a:avLst/>
              <a:gdLst>
                <a:gd name="connsiteX0" fmla="*/ 73974 w 143919"/>
                <a:gd name="connsiteY0" fmla="*/ 141921 h 143919"/>
                <a:gd name="connsiteX1" fmla="*/ 141936 w 143919"/>
                <a:gd name="connsiteY1" fmla="*/ 73959 h 143919"/>
                <a:gd name="connsiteX2" fmla="*/ 73974 w 143919"/>
                <a:gd name="connsiteY2" fmla="*/ 5997 h 143919"/>
                <a:gd name="connsiteX3" fmla="*/ 6012 w 143919"/>
                <a:gd name="connsiteY3" fmla="*/ 73959 h 143919"/>
                <a:gd name="connsiteX4" fmla="*/ 73974 w 143919"/>
                <a:gd name="connsiteY4" fmla="*/ 141921 h 143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919" h="143919">
                  <a:moveTo>
                    <a:pt x="73974" y="141921"/>
                  </a:moveTo>
                  <a:cubicBezTo>
                    <a:pt x="111553" y="141921"/>
                    <a:pt x="141936" y="111538"/>
                    <a:pt x="141936" y="73959"/>
                  </a:cubicBezTo>
                  <a:cubicBezTo>
                    <a:pt x="141936" y="36380"/>
                    <a:pt x="111553" y="5997"/>
                    <a:pt x="73974" y="5997"/>
                  </a:cubicBezTo>
                  <a:cubicBezTo>
                    <a:pt x="36395" y="5997"/>
                    <a:pt x="6012" y="36380"/>
                    <a:pt x="6012" y="73959"/>
                  </a:cubicBezTo>
                  <a:cubicBezTo>
                    <a:pt x="5213" y="111538"/>
                    <a:pt x="35596" y="141921"/>
                    <a:pt x="73974" y="14192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1FBDEA82-AD68-457D-869F-64B4FAEC2162}"/>
                </a:ext>
              </a:extLst>
            </p:cNvPr>
            <p:cNvSpPr/>
            <p:nvPr/>
          </p:nvSpPr>
          <p:spPr>
            <a:xfrm>
              <a:off x="4922486" y="1076848"/>
              <a:ext cx="15991" cy="15991"/>
            </a:xfrm>
            <a:custGeom>
              <a:avLst/>
              <a:gdLst>
                <a:gd name="connsiteX0" fmla="*/ 10794 w 15991"/>
                <a:gd name="connsiteY0" fmla="*/ 15591 h 15991"/>
                <a:gd name="connsiteX1" fmla="*/ 163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992" y="15591"/>
                    <a:pt x="16391" y="13193"/>
                    <a:pt x="16391" y="10794"/>
                  </a:cubicBezTo>
                  <a:cubicBezTo>
                    <a:pt x="16391" y="7596"/>
                    <a:pt x="13992" y="5997"/>
                    <a:pt x="10794" y="5997"/>
                  </a:cubicBezTo>
                  <a:cubicBezTo>
                    <a:pt x="7596" y="5997"/>
                    <a:pt x="5997" y="8395"/>
                    <a:pt x="5997" y="10794"/>
                  </a:cubicBezTo>
                  <a:cubicBezTo>
                    <a:pt x="5997" y="13193"/>
                    <a:pt x="7596" y="15591"/>
                    <a:pt x="10794" y="15591"/>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89C077EE-8DC6-431B-B8DF-F5CBE280A8A1}"/>
                </a:ext>
              </a:extLst>
            </p:cNvPr>
            <p:cNvSpPr/>
            <p:nvPr/>
          </p:nvSpPr>
          <p:spPr>
            <a:xfrm>
              <a:off x="353029" y="1215170"/>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AE30C6A5-960B-4B73-B3BA-1F0D5332C301}"/>
                </a:ext>
              </a:extLst>
            </p:cNvPr>
            <p:cNvSpPr/>
            <p:nvPr/>
          </p:nvSpPr>
          <p:spPr>
            <a:xfrm>
              <a:off x="495350" y="1215170"/>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5A189E84-8CFD-4BDB-8D21-47482CB7BC8F}"/>
                </a:ext>
              </a:extLst>
            </p:cNvPr>
            <p:cNvSpPr/>
            <p:nvPr/>
          </p:nvSpPr>
          <p:spPr>
            <a:xfrm>
              <a:off x="634473" y="1211173"/>
              <a:ext cx="31982" cy="31982"/>
            </a:xfrm>
            <a:custGeom>
              <a:avLst/>
              <a:gdLst>
                <a:gd name="connsiteX0" fmla="*/ 18790 w 31982"/>
                <a:gd name="connsiteY0" fmla="*/ 31583 h 31982"/>
                <a:gd name="connsiteX1" fmla="*/ 31583 w 31982"/>
                <a:gd name="connsiteY1" fmla="*/ 18790 h 31982"/>
                <a:gd name="connsiteX2" fmla="*/ 18790 w 31982"/>
                <a:gd name="connsiteY2" fmla="*/ 5997 h 31982"/>
                <a:gd name="connsiteX3" fmla="*/ 5997 w 31982"/>
                <a:gd name="connsiteY3" fmla="*/ 18790 h 31982"/>
                <a:gd name="connsiteX4" fmla="*/ 18790 w 31982"/>
                <a:gd name="connsiteY4" fmla="*/ 315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90" y="31583"/>
                  </a:moveTo>
                  <a:cubicBezTo>
                    <a:pt x="25986" y="31583"/>
                    <a:pt x="31583" y="25986"/>
                    <a:pt x="31583" y="18790"/>
                  </a:cubicBezTo>
                  <a:cubicBezTo>
                    <a:pt x="31583" y="11594"/>
                    <a:pt x="25986" y="5997"/>
                    <a:pt x="18790" y="5997"/>
                  </a:cubicBezTo>
                  <a:cubicBezTo>
                    <a:pt x="11594" y="5997"/>
                    <a:pt x="5997" y="11594"/>
                    <a:pt x="5997" y="18790"/>
                  </a:cubicBezTo>
                  <a:cubicBezTo>
                    <a:pt x="5997" y="25986"/>
                    <a:pt x="11594" y="31583"/>
                    <a:pt x="18790" y="31583"/>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7860D642-FAA0-494C-8684-F24763D2BDE7}"/>
                </a:ext>
              </a:extLst>
            </p:cNvPr>
            <p:cNvSpPr/>
            <p:nvPr/>
          </p:nvSpPr>
          <p:spPr>
            <a:xfrm>
              <a:off x="784789" y="1219168"/>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093BE85E-5D69-4406-8C71-E6895698495E}"/>
                </a:ext>
              </a:extLst>
            </p:cNvPr>
            <p:cNvSpPr/>
            <p:nvPr/>
          </p:nvSpPr>
          <p:spPr>
            <a:xfrm>
              <a:off x="891130" y="1182389"/>
              <a:ext cx="87951" cy="87951"/>
            </a:xfrm>
            <a:custGeom>
              <a:avLst/>
              <a:gdLst>
                <a:gd name="connsiteX0" fmla="*/ 47573 w 87951"/>
                <a:gd name="connsiteY0" fmla="*/ 88351 h 87951"/>
                <a:gd name="connsiteX1" fmla="*/ 89150 w 87951"/>
                <a:gd name="connsiteY1" fmla="*/ 46774 h 87951"/>
                <a:gd name="connsiteX2" fmla="*/ 47573 w 87951"/>
                <a:gd name="connsiteY2" fmla="*/ 5997 h 87951"/>
                <a:gd name="connsiteX3" fmla="*/ 5997 w 87951"/>
                <a:gd name="connsiteY3" fmla="*/ 46774 h 87951"/>
                <a:gd name="connsiteX4" fmla="*/ 47573 w 87951"/>
                <a:gd name="connsiteY4" fmla="*/ 88351 h 8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51" h="87951">
                  <a:moveTo>
                    <a:pt x="47573" y="88351"/>
                  </a:moveTo>
                  <a:cubicBezTo>
                    <a:pt x="70761" y="88351"/>
                    <a:pt x="89150" y="69961"/>
                    <a:pt x="89150" y="46774"/>
                  </a:cubicBezTo>
                  <a:cubicBezTo>
                    <a:pt x="89150" y="24386"/>
                    <a:pt x="70761" y="5997"/>
                    <a:pt x="47573" y="5997"/>
                  </a:cubicBezTo>
                  <a:cubicBezTo>
                    <a:pt x="25186" y="5997"/>
                    <a:pt x="5997" y="24386"/>
                    <a:pt x="5997" y="46774"/>
                  </a:cubicBezTo>
                  <a:cubicBezTo>
                    <a:pt x="5997" y="69961"/>
                    <a:pt x="25186" y="88351"/>
                    <a:pt x="47573" y="88351"/>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6FDE42BD-BE64-4E61-A5CB-8A6A58DBBB1C}"/>
                </a:ext>
              </a:extLst>
            </p:cNvPr>
            <p:cNvSpPr/>
            <p:nvPr/>
          </p:nvSpPr>
          <p:spPr>
            <a:xfrm>
              <a:off x="1055838" y="1204776"/>
              <a:ext cx="47973" cy="47973"/>
            </a:xfrm>
            <a:custGeom>
              <a:avLst/>
              <a:gdLst>
                <a:gd name="connsiteX0" fmla="*/ 25186 w 47973"/>
                <a:gd name="connsiteY0" fmla="*/ 44375 h 47973"/>
                <a:gd name="connsiteX1" fmla="*/ 44375 w 47973"/>
                <a:gd name="connsiteY1" fmla="*/ 25186 h 47973"/>
                <a:gd name="connsiteX2" fmla="*/ 25186 w 47973"/>
                <a:gd name="connsiteY2" fmla="*/ 5997 h 47973"/>
                <a:gd name="connsiteX3" fmla="*/ 5997 w 47973"/>
                <a:gd name="connsiteY3" fmla="*/ 25186 h 47973"/>
                <a:gd name="connsiteX4" fmla="*/ 25186 w 47973"/>
                <a:gd name="connsiteY4" fmla="*/ 44375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186" y="44375"/>
                  </a:moveTo>
                  <a:cubicBezTo>
                    <a:pt x="36380" y="44375"/>
                    <a:pt x="44375" y="35580"/>
                    <a:pt x="44375" y="25186"/>
                  </a:cubicBezTo>
                  <a:cubicBezTo>
                    <a:pt x="44375" y="14792"/>
                    <a:pt x="35580" y="5997"/>
                    <a:pt x="25186" y="5997"/>
                  </a:cubicBezTo>
                  <a:cubicBezTo>
                    <a:pt x="14792" y="5997"/>
                    <a:pt x="5997" y="14792"/>
                    <a:pt x="5997" y="25186"/>
                  </a:cubicBezTo>
                  <a:cubicBezTo>
                    <a:pt x="5997" y="35580"/>
                    <a:pt x="14792" y="44375"/>
                    <a:pt x="25186" y="44375"/>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06DDED34-1F39-4FF7-8F73-648D776F8F7D}"/>
                </a:ext>
              </a:extLst>
            </p:cNvPr>
            <p:cNvSpPr/>
            <p:nvPr/>
          </p:nvSpPr>
          <p:spPr>
            <a:xfrm>
              <a:off x="1197313" y="1203177"/>
              <a:ext cx="47973" cy="47973"/>
            </a:xfrm>
            <a:custGeom>
              <a:avLst/>
              <a:gdLst>
                <a:gd name="connsiteX0" fmla="*/ 26832 w 47973"/>
                <a:gd name="connsiteY0" fmla="*/ 47574 h 47973"/>
                <a:gd name="connsiteX1" fmla="*/ 47620 w 47973"/>
                <a:gd name="connsiteY1" fmla="*/ 26785 h 47973"/>
                <a:gd name="connsiteX2" fmla="*/ 26832 w 47973"/>
                <a:gd name="connsiteY2" fmla="*/ 5997 h 47973"/>
                <a:gd name="connsiteX3" fmla="*/ 6043 w 47973"/>
                <a:gd name="connsiteY3" fmla="*/ 26785 h 47973"/>
                <a:gd name="connsiteX4" fmla="*/ 26832 w 47973"/>
                <a:gd name="connsiteY4" fmla="*/ 47574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6832" y="47574"/>
                  </a:moveTo>
                  <a:cubicBezTo>
                    <a:pt x="38825" y="47574"/>
                    <a:pt x="47620" y="37979"/>
                    <a:pt x="47620" y="26785"/>
                  </a:cubicBezTo>
                  <a:cubicBezTo>
                    <a:pt x="47620" y="15591"/>
                    <a:pt x="38025" y="5997"/>
                    <a:pt x="26832" y="5997"/>
                  </a:cubicBezTo>
                  <a:cubicBezTo>
                    <a:pt x="15638" y="5997"/>
                    <a:pt x="6043" y="15591"/>
                    <a:pt x="6043" y="26785"/>
                  </a:cubicBezTo>
                  <a:cubicBezTo>
                    <a:pt x="5244" y="37979"/>
                    <a:pt x="14838" y="47574"/>
                    <a:pt x="26832" y="47574"/>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28C581AA-93AB-4984-BE19-474181D3FE2E}"/>
                </a:ext>
              </a:extLst>
            </p:cNvPr>
            <p:cNvSpPr/>
            <p:nvPr/>
          </p:nvSpPr>
          <p:spPr>
            <a:xfrm>
              <a:off x="1322090" y="1185587"/>
              <a:ext cx="87951" cy="87951"/>
            </a:xfrm>
            <a:custGeom>
              <a:avLst/>
              <a:gdLst>
                <a:gd name="connsiteX0" fmla="*/ 44375 w 87951"/>
                <a:gd name="connsiteY0" fmla="*/ 82754 h 87951"/>
                <a:gd name="connsiteX1" fmla="*/ 82754 w 87951"/>
                <a:gd name="connsiteY1" fmla="*/ 44375 h 87951"/>
                <a:gd name="connsiteX2" fmla="*/ 44375 w 87951"/>
                <a:gd name="connsiteY2" fmla="*/ 5997 h 87951"/>
                <a:gd name="connsiteX3" fmla="*/ 5997 w 87951"/>
                <a:gd name="connsiteY3" fmla="*/ 44375 h 87951"/>
                <a:gd name="connsiteX4" fmla="*/ 44375 w 87951"/>
                <a:gd name="connsiteY4" fmla="*/ 82754 h 8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51" h="87951">
                  <a:moveTo>
                    <a:pt x="44375" y="82754"/>
                  </a:moveTo>
                  <a:cubicBezTo>
                    <a:pt x="65963" y="82754"/>
                    <a:pt x="82754" y="65164"/>
                    <a:pt x="82754" y="44375"/>
                  </a:cubicBezTo>
                  <a:cubicBezTo>
                    <a:pt x="82754" y="23587"/>
                    <a:pt x="65963" y="5997"/>
                    <a:pt x="44375" y="5997"/>
                  </a:cubicBezTo>
                  <a:cubicBezTo>
                    <a:pt x="22787" y="5997"/>
                    <a:pt x="5997" y="22787"/>
                    <a:pt x="5997" y="44375"/>
                  </a:cubicBezTo>
                  <a:cubicBezTo>
                    <a:pt x="5997" y="65963"/>
                    <a:pt x="23587" y="82754"/>
                    <a:pt x="44375" y="82754"/>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E5A846FB-371E-42D6-A807-7F50041123F8}"/>
                </a:ext>
              </a:extLst>
            </p:cNvPr>
            <p:cNvSpPr/>
            <p:nvPr/>
          </p:nvSpPr>
          <p:spPr>
            <a:xfrm>
              <a:off x="1473206" y="1192783"/>
              <a:ext cx="71960" cy="71960"/>
            </a:xfrm>
            <a:custGeom>
              <a:avLst/>
              <a:gdLst>
                <a:gd name="connsiteX0" fmla="*/ 36380 w 71959"/>
                <a:gd name="connsiteY0" fmla="*/ 66763 h 71959"/>
                <a:gd name="connsiteX1" fmla="*/ 66763 w 71959"/>
                <a:gd name="connsiteY1" fmla="*/ 36380 h 71959"/>
                <a:gd name="connsiteX2" fmla="*/ 36380 w 71959"/>
                <a:gd name="connsiteY2" fmla="*/ 5997 h 71959"/>
                <a:gd name="connsiteX3" fmla="*/ 5997 w 71959"/>
                <a:gd name="connsiteY3" fmla="*/ 36380 h 71959"/>
                <a:gd name="connsiteX4" fmla="*/ 36380 w 71959"/>
                <a:gd name="connsiteY4" fmla="*/ 66763 h 71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59" h="71959">
                  <a:moveTo>
                    <a:pt x="36380" y="66763"/>
                  </a:moveTo>
                  <a:cubicBezTo>
                    <a:pt x="53171" y="66763"/>
                    <a:pt x="66763" y="53170"/>
                    <a:pt x="66763" y="36380"/>
                  </a:cubicBezTo>
                  <a:cubicBezTo>
                    <a:pt x="66763" y="19589"/>
                    <a:pt x="53171" y="5997"/>
                    <a:pt x="36380" y="5997"/>
                  </a:cubicBezTo>
                  <a:cubicBezTo>
                    <a:pt x="19589" y="5997"/>
                    <a:pt x="5997" y="19589"/>
                    <a:pt x="5997" y="36380"/>
                  </a:cubicBezTo>
                  <a:cubicBezTo>
                    <a:pt x="5997" y="53170"/>
                    <a:pt x="19589" y="66763"/>
                    <a:pt x="36380" y="66763"/>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74E1F3FD-5E62-4533-BC72-3AC5F315AAAE}"/>
                </a:ext>
              </a:extLst>
            </p:cNvPr>
            <p:cNvSpPr/>
            <p:nvPr/>
          </p:nvSpPr>
          <p:spPr>
            <a:xfrm>
              <a:off x="1615527" y="1193583"/>
              <a:ext cx="71960" cy="71960"/>
            </a:xfrm>
            <a:custGeom>
              <a:avLst/>
              <a:gdLst>
                <a:gd name="connsiteX0" fmla="*/ 36380 w 71959"/>
                <a:gd name="connsiteY0" fmla="*/ 66763 h 71959"/>
                <a:gd name="connsiteX1" fmla="*/ 66763 w 71959"/>
                <a:gd name="connsiteY1" fmla="*/ 36380 h 71959"/>
                <a:gd name="connsiteX2" fmla="*/ 36380 w 71959"/>
                <a:gd name="connsiteY2" fmla="*/ 5997 h 71959"/>
                <a:gd name="connsiteX3" fmla="*/ 5997 w 71959"/>
                <a:gd name="connsiteY3" fmla="*/ 36380 h 71959"/>
                <a:gd name="connsiteX4" fmla="*/ 36380 w 71959"/>
                <a:gd name="connsiteY4" fmla="*/ 66763 h 71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59" h="71959">
                  <a:moveTo>
                    <a:pt x="36380" y="66763"/>
                  </a:moveTo>
                  <a:cubicBezTo>
                    <a:pt x="53170" y="66763"/>
                    <a:pt x="66763" y="53170"/>
                    <a:pt x="66763" y="36380"/>
                  </a:cubicBezTo>
                  <a:cubicBezTo>
                    <a:pt x="66763" y="19589"/>
                    <a:pt x="53170" y="5997"/>
                    <a:pt x="36380" y="5997"/>
                  </a:cubicBezTo>
                  <a:cubicBezTo>
                    <a:pt x="19589" y="5997"/>
                    <a:pt x="5997" y="19589"/>
                    <a:pt x="5997" y="36380"/>
                  </a:cubicBezTo>
                  <a:cubicBezTo>
                    <a:pt x="5997" y="53170"/>
                    <a:pt x="19589" y="66763"/>
                    <a:pt x="36380" y="66763"/>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07AAE9-4118-4F9C-B803-4077D9CF2EF6}"/>
                </a:ext>
              </a:extLst>
            </p:cNvPr>
            <p:cNvSpPr/>
            <p:nvPr/>
          </p:nvSpPr>
          <p:spPr>
            <a:xfrm>
              <a:off x="1768242" y="1203977"/>
              <a:ext cx="47973" cy="47973"/>
            </a:xfrm>
            <a:custGeom>
              <a:avLst/>
              <a:gdLst>
                <a:gd name="connsiteX0" fmla="*/ 25986 w 47973"/>
                <a:gd name="connsiteY0" fmla="*/ 45974 h 47973"/>
                <a:gd name="connsiteX1" fmla="*/ 45974 w 47973"/>
                <a:gd name="connsiteY1" fmla="*/ 25986 h 47973"/>
                <a:gd name="connsiteX2" fmla="*/ 25986 w 47973"/>
                <a:gd name="connsiteY2" fmla="*/ 5997 h 47973"/>
                <a:gd name="connsiteX3" fmla="*/ 5997 w 47973"/>
                <a:gd name="connsiteY3" fmla="*/ 25986 h 47973"/>
                <a:gd name="connsiteX4" fmla="*/ 25986 w 47973"/>
                <a:gd name="connsiteY4" fmla="*/ 45974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986" y="45974"/>
                  </a:moveTo>
                  <a:cubicBezTo>
                    <a:pt x="37179" y="45974"/>
                    <a:pt x="45974" y="37179"/>
                    <a:pt x="45974" y="25986"/>
                  </a:cubicBezTo>
                  <a:cubicBezTo>
                    <a:pt x="45974" y="14792"/>
                    <a:pt x="37179" y="5997"/>
                    <a:pt x="25986" y="5997"/>
                  </a:cubicBezTo>
                  <a:cubicBezTo>
                    <a:pt x="14792" y="5997"/>
                    <a:pt x="5997" y="14792"/>
                    <a:pt x="5997" y="25986"/>
                  </a:cubicBezTo>
                  <a:cubicBezTo>
                    <a:pt x="5997" y="37179"/>
                    <a:pt x="14792" y="45974"/>
                    <a:pt x="25986" y="45974"/>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619EB068-4F45-4684-A469-990D5BD013CF}"/>
                </a:ext>
              </a:extLst>
            </p:cNvPr>
            <p:cNvSpPr/>
            <p:nvPr/>
          </p:nvSpPr>
          <p:spPr>
            <a:xfrm>
              <a:off x="1922468" y="1215170"/>
              <a:ext cx="23987" cy="23987"/>
            </a:xfrm>
            <a:custGeom>
              <a:avLst/>
              <a:gdLst>
                <a:gd name="connsiteX0" fmla="*/ 14880 w 23986"/>
                <a:gd name="connsiteY0" fmla="*/ 23587 h 23986"/>
                <a:gd name="connsiteX1" fmla="*/ 23675 w 23986"/>
                <a:gd name="connsiteY1" fmla="*/ 14792 h 23986"/>
                <a:gd name="connsiteX2" fmla="*/ 14880 w 23986"/>
                <a:gd name="connsiteY2" fmla="*/ 5997 h 23986"/>
                <a:gd name="connsiteX3" fmla="*/ 6084 w 23986"/>
                <a:gd name="connsiteY3" fmla="*/ 14792 h 23986"/>
                <a:gd name="connsiteX4" fmla="*/ 14880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880" y="23587"/>
                  </a:moveTo>
                  <a:cubicBezTo>
                    <a:pt x="19677" y="23587"/>
                    <a:pt x="23675" y="19589"/>
                    <a:pt x="23675" y="14792"/>
                  </a:cubicBezTo>
                  <a:cubicBezTo>
                    <a:pt x="23675" y="9994"/>
                    <a:pt x="19677" y="5997"/>
                    <a:pt x="14880" y="5997"/>
                  </a:cubicBezTo>
                  <a:cubicBezTo>
                    <a:pt x="10082" y="5997"/>
                    <a:pt x="6084" y="9994"/>
                    <a:pt x="6084" y="14792"/>
                  </a:cubicBezTo>
                  <a:cubicBezTo>
                    <a:pt x="5285" y="19589"/>
                    <a:pt x="10082" y="23587"/>
                    <a:pt x="14880" y="23587"/>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2AA2F8D8-2AD3-4D59-870D-C4FB47CA8F33}"/>
                </a:ext>
              </a:extLst>
            </p:cNvPr>
            <p:cNvSpPr/>
            <p:nvPr/>
          </p:nvSpPr>
          <p:spPr>
            <a:xfrm>
              <a:off x="2068075" y="1218369"/>
              <a:ext cx="15991" cy="15991"/>
            </a:xfrm>
            <a:custGeom>
              <a:avLst/>
              <a:gdLst>
                <a:gd name="connsiteX0" fmla="*/ 11593 w 15991"/>
                <a:gd name="connsiteY0" fmla="*/ 17190 h 15991"/>
                <a:gd name="connsiteX1" fmla="*/ 17190 w 15991"/>
                <a:gd name="connsiteY1" fmla="*/ 11593 h 15991"/>
                <a:gd name="connsiteX2" fmla="*/ 11593 w 15991"/>
                <a:gd name="connsiteY2" fmla="*/ 5997 h 15991"/>
                <a:gd name="connsiteX3" fmla="*/ 5997 w 15991"/>
                <a:gd name="connsiteY3" fmla="*/ 11593 h 15991"/>
                <a:gd name="connsiteX4" fmla="*/ 11593 w 15991"/>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3" y="17190"/>
                  </a:moveTo>
                  <a:cubicBezTo>
                    <a:pt x="14792" y="17190"/>
                    <a:pt x="17190" y="14792"/>
                    <a:pt x="17190" y="11593"/>
                  </a:cubicBezTo>
                  <a:cubicBezTo>
                    <a:pt x="17190" y="8395"/>
                    <a:pt x="14792" y="5997"/>
                    <a:pt x="11593" y="5997"/>
                  </a:cubicBezTo>
                  <a:cubicBezTo>
                    <a:pt x="8395" y="5997"/>
                    <a:pt x="5997" y="8395"/>
                    <a:pt x="5997" y="11593"/>
                  </a:cubicBezTo>
                  <a:cubicBezTo>
                    <a:pt x="5997" y="14792"/>
                    <a:pt x="8395" y="17190"/>
                    <a:pt x="11593" y="17190"/>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1D05FE16-6155-405E-9D54-A35D974BE08B}"/>
                </a:ext>
              </a:extLst>
            </p:cNvPr>
            <p:cNvSpPr/>
            <p:nvPr/>
          </p:nvSpPr>
          <p:spPr>
            <a:xfrm>
              <a:off x="2208796" y="1215970"/>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8790" y="21988"/>
                    <a:pt x="21988" y="17990"/>
                    <a:pt x="21988" y="13992"/>
                  </a:cubicBezTo>
                  <a:cubicBezTo>
                    <a:pt x="21988" y="9994"/>
                    <a:pt x="17990" y="5997"/>
                    <a:pt x="13992" y="5997"/>
                  </a:cubicBezTo>
                  <a:cubicBezTo>
                    <a:pt x="9195" y="5997"/>
                    <a:pt x="5997" y="9994"/>
                    <a:pt x="5997" y="13992"/>
                  </a:cubicBezTo>
                  <a:cubicBezTo>
                    <a:pt x="5997" y="17990"/>
                    <a:pt x="9195" y="21988"/>
                    <a:pt x="13992" y="2198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01FE57B6-8A91-4AEA-9CBA-30434BAB4ADC}"/>
                </a:ext>
              </a:extLst>
            </p:cNvPr>
            <p:cNvSpPr/>
            <p:nvPr/>
          </p:nvSpPr>
          <p:spPr>
            <a:xfrm>
              <a:off x="2356714" y="1221567"/>
              <a:ext cx="15991" cy="15991"/>
            </a:xfrm>
            <a:custGeom>
              <a:avLst/>
              <a:gdLst>
                <a:gd name="connsiteX0" fmla="*/ 10794 w 15991"/>
                <a:gd name="connsiteY0" fmla="*/ 8395 h 15991"/>
                <a:gd name="connsiteX1" fmla="*/ 8395 w 15991"/>
                <a:gd name="connsiteY1" fmla="*/ 10794 h 15991"/>
                <a:gd name="connsiteX2" fmla="*/ 5997 w 15991"/>
                <a:gd name="connsiteY2" fmla="*/ 8395 h 15991"/>
                <a:gd name="connsiteX3" fmla="*/ 8395 w 15991"/>
                <a:gd name="connsiteY3" fmla="*/ 5997 h 15991"/>
                <a:gd name="connsiteX4" fmla="*/ 10794 w 15991"/>
                <a:gd name="connsiteY4" fmla="*/ 8395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8395"/>
                  </a:moveTo>
                  <a:cubicBezTo>
                    <a:pt x="10794" y="9720"/>
                    <a:pt x="9720" y="10794"/>
                    <a:pt x="8395" y="10794"/>
                  </a:cubicBezTo>
                  <a:cubicBezTo>
                    <a:pt x="7071" y="10794"/>
                    <a:pt x="5997" y="9720"/>
                    <a:pt x="5997" y="8395"/>
                  </a:cubicBezTo>
                  <a:cubicBezTo>
                    <a:pt x="5997" y="7071"/>
                    <a:pt x="7071" y="5997"/>
                    <a:pt x="8395" y="5997"/>
                  </a:cubicBezTo>
                  <a:cubicBezTo>
                    <a:pt x="9720" y="5997"/>
                    <a:pt x="10794" y="7071"/>
                    <a:pt x="10794" y="8395"/>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A51DA386-211E-4E9B-AA6A-061AC310C26C}"/>
                </a:ext>
              </a:extLst>
            </p:cNvPr>
            <p:cNvSpPr/>
            <p:nvPr/>
          </p:nvSpPr>
          <p:spPr>
            <a:xfrm>
              <a:off x="2486242" y="1207974"/>
              <a:ext cx="39978" cy="39978"/>
            </a:xfrm>
            <a:custGeom>
              <a:avLst/>
              <a:gdLst>
                <a:gd name="connsiteX0" fmla="*/ 21188 w 39977"/>
                <a:gd name="connsiteY0" fmla="*/ 36380 h 39977"/>
                <a:gd name="connsiteX1" fmla="*/ 36380 w 39977"/>
                <a:gd name="connsiteY1" fmla="*/ 21188 h 39977"/>
                <a:gd name="connsiteX2" fmla="*/ 21188 w 39977"/>
                <a:gd name="connsiteY2" fmla="*/ 5997 h 39977"/>
                <a:gd name="connsiteX3" fmla="*/ 5997 w 39977"/>
                <a:gd name="connsiteY3" fmla="*/ 21188 h 39977"/>
                <a:gd name="connsiteX4" fmla="*/ 21188 w 39977"/>
                <a:gd name="connsiteY4" fmla="*/ 36380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1188" y="36380"/>
                  </a:moveTo>
                  <a:cubicBezTo>
                    <a:pt x="29184" y="36380"/>
                    <a:pt x="36380" y="29983"/>
                    <a:pt x="36380" y="21188"/>
                  </a:cubicBezTo>
                  <a:cubicBezTo>
                    <a:pt x="36380" y="13193"/>
                    <a:pt x="29983" y="5997"/>
                    <a:pt x="21188" y="5997"/>
                  </a:cubicBezTo>
                  <a:cubicBezTo>
                    <a:pt x="13193" y="5997"/>
                    <a:pt x="5997" y="12393"/>
                    <a:pt x="5997" y="21188"/>
                  </a:cubicBezTo>
                  <a:cubicBezTo>
                    <a:pt x="6796" y="29983"/>
                    <a:pt x="13193" y="36380"/>
                    <a:pt x="21188" y="36380"/>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3ABD0C39-1856-46D0-A97C-217468EF0299}"/>
                </a:ext>
              </a:extLst>
            </p:cNvPr>
            <p:cNvSpPr/>
            <p:nvPr/>
          </p:nvSpPr>
          <p:spPr>
            <a:xfrm>
              <a:off x="2631761" y="1211173"/>
              <a:ext cx="31982" cy="31982"/>
            </a:xfrm>
            <a:custGeom>
              <a:avLst/>
              <a:gdLst>
                <a:gd name="connsiteX0" fmla="*/ 18789 w 31982"/>
                <a:gd name="connsiteY0" fmla="*/ 31583 h 31982"/>
                <a:gd name="connsiteX1" fmla="*/ 31582 w 31982"/>
                <a:gd name="connsiteY1" fmla="*/ 18790 h 31982"/>
                <a:gd name="connsiteX2" fmla="*/ 18789 w 31982"/>
                <a:gd name="connsiteY2" fmla="*/ 5997 h 31982"/>
                <a:gd name="connsiteX3" fmla="*/ 5997 w 31982"/>
                <a:gd name="connsiteY3" fmla="*/ 18790 h 31982"/>
                <a:gd name="connsiteX4" fmla="*/ 18789 w 31982"/>
                <a:gd name="connsiteY4" fmla="*/ 315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89" y="31583"/>
                  </a:moveTo>
                  <a:cubicBezTo>
                    <a:pt x="25986" y="31583"/>
                    <a:pt x="31582" y="25986"/>
                    <a:pt x="31582" y="18790"/>
                  </a:cubicBezTo>
                  <a:cubicBezTo>
                    <a:pt x="31582" y="11594"/>
                    <a:pt x="25986" y="5997"/>
                    <a:pt x="18789" y="5997"/>
                  </a:cubicBezTo>
                  <a:cubicBezTo>
                    <a:pt x="11593" y="5997"/>
                    <a:pt x="5997" y="11594"/>
                    <a:pt x="5997" y="18790"/>
                  </a:cubicBezTo>
                  <a:cubicBezTo>
                    <a:pt x="5997" y="25986"/>
                    <a:pt x="11593" y="31583"/>
                    <a:pt x="18789" y="31583"/>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057ECDAE-4703-412D-8918-13D2CF24288F}"/>
                </a:ext>
              </a:extLst>
            </p:cNvPr>
            <p:cNvSpPr/>
            <p:nvPr/>
          </p:nvSpPr>
          <p:spPr>
            <a:xfrm>
              <a:off x="2758890" y="1195981"/>
              <a:ext cx="63964" cy="63964"/>
            </a:xfrm>
            <a:custGeom>
              <a:avLst/>
              <a:gdLst>
                <a:gd name="connsiteX0" fmla="*/ 33981 w 63964"/>
                <a:gd name="connsiteY0" fmla="*/ 61966 h 63964"/>
                <a:gd name="connsiteX1" fmla="*/ 61966 w 63964"/>
                <a:gd name="connsiteY1" fmla="*/ 33981 h 63964"/>
                <a:gd name="connsiteX2" fmla="*/ 33981 w 63964"/>
                <a:gd name="connsiteY2" fmla="*/ 5997 h 63964"/>
                <a:gd name="connsiteX3" fmla="*/ 5997 w 63964"/>
                <a:gd name="connsiteY3" fmla="*/ 33981 h 63964"/>
                <a:gd name="connsiteX4" fmla="*/ 33981 w 63964"/>
                <a:gd name="connsiteY4" fmla="*/ 61966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3981" y="61966"/>
                  </a:moveTo>
                  <a:cubicBezTo>
                    <a:pt x="49972" y="61966"/>
                    <a:pt x="61966" y="49173"/>
                    <a:pt x="61966" y="33981"/>
                  </a:cubicBezTo>
                  <a:cubicBezTo>
                    <a:pt x="61966" y="18790"/>
                    <a:pt x="49972" y="5997"/>
                    <a:pt x="33981" y="5997"/>
                  </a:cubicBezTo>
                  <a:cubicBezTo>
                    <a:pt x="18790" y="5997"/>
                    <a:pt x="5997" y="18790"/>
                    <a:pt x="5997" y="33981"/>
                  </a:cubicBezTo>
                  <a:cubicBezTo>
                    <a:pt x="5997" y="49173"/>
                    <a:pt x="18790" y="61966"/>
                    <a:pt x="33981" y="61966"/>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7C645BD4-3DB8-46FE-98D5-4691CD755819}"/>
                </a:ext>
              </a:extLst>
            </p:cNvPr>
            <p:cNvSpPr/>
            <p:nvPr/>
          </p:nvSpPr>
          <p:spPr>
            <a:xfrm>
              <a:off x="2902011" y="1195182"/>
              <a:ext cx="63964" cy="63964"/>
            </a:xfrm>
            <a:custGeom>
              <a:avLst/>
              <a:gdLst>
                <a:gd name="connsiteX0" fmla="*/ 33981 w 63964"/>
                <a:gd name="connsiteY0" fmla="*/ 61966 h 63964"/>
                <a:gd name="connsiteX1" fmla="*/ 61966 w 63964"/>
                <a:gd name="connsiteY1" fmla="*/ 33981 h 63964"/>
                <a:gd name="connsiteX2" fmla="*/ 33981 w 63964"/>
                <a:gd name="connsiteY2" fmla="*/ 5997 h 63964"/>
                <a:gd name="connsiteX3" fmla="*/ 5997 w 63964"/>
                <a:gd name="connsiteY3" fmla="*/ 33981 h 63964"/>
                <a:gd name="connsiteX4" fmla="*/ 33981 w 63964"/>
                <a:gd name="connsiteY4" fmla="*/ 61966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3981" y="61966"/>
                  </a:moveTo>
                  <a:cubicBezTo>
                    <a:pt x="49173" y="61966"/>
                    <a:pt x="61966" y="49972"/>
                    <a:pt x="61966" y="33981"/>
                  </a:cubicBezTo>
                  <a:cubicBezTo>
                    <a:pt x="61966" y="18790"/>
                    <a:pt x="49972" y="5997"/>
                    <a:pt x="33981" y="5997"/>
                  </a:cubicBezTo>
                  <a:cubicBezTo>
                    <a:pt x="18790" y="5997"/>
                    <a:pt x="5997" y="17990"/>
                    <a:pt x="5997" y="33981"/>
                  </a:cubicBezTo>
                  <a:cubicBezTo>
                    <a:pt x="5997" y="49972"/>
                    <a:pt x="18790" y="61966"/>
                    <a:pt x="33981" y="61966"/>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4B0C8688-A578-4553-8877-03B97CB7918A}"/>
                </a:ext>
              </a:extLst>
            </p:cNvPr>
            <p:cNvSpPr/>
            <p:nvPr/>
          </p:nvSpPr>
          <p:spPr>
            <a:xfrm>
              <a:off x="3048329" y="1199179"/>
              <a:ext cx="55969" cy="55969"/>
            </a:xfrm>
            <a:custGeom>
              <a:avLst/>
              <a:gdLst>
                <a:gd name="connsiteX0" fmla="*/ 29983 w 55968"/>
                <a:gd name="connsiteY0" fmla="*/ 55569 h 55968"/>
                <a:gd name="connsiteX1" fmla="*/ 54770 w 55968"/>
                <a:gd name="connsiteY1" fmla="*/ 30783 h 55968"/>
                <a:gd name="connsiteX2" fmla="*/ 29983 w 55968"/>
                <a:gd name="connsiteY2" fmla="*/ 5997 h 55968"/>
                <a:gd name="connsiteX3" fmla="*/ 5997 w 55968"/>
                <a:gd name="connsiteY3" fmla="*/ 30783 h 55968"/>
                <a:gd name="connsiteX4" fmla="*/ 29983 w 55968"/>
                <a:gd name="connsiteY4" fmla="*/ 55569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983" y="55569"/>
                  </a:moveTo>
                  <a:cubicBezTo>
                    <a:pt x="43576" y="55569"/>
                    <a:pt x="54770" y="44375"/>
                    <a:pt x="54770" y="30783"/>
                  </a:cubicBezTo>
                  <a:cubicBezTo>
                    <a:pt x="54770" y="17191"/>
                    <a:pt x="43576" y="5997"/>
                    <a:pt x="29983" y="5997"/>
                  </a:cubicBezTo>
                  <a:cubicBezTo>
                    <a:pt x="16391" y="5997"/>
                    <a:pt x="5997" y="17191"/>
                    <a:pt x="5997" y="30783"/>
                  </a:cubicBezTo>
                  <a:cubicBezTo>
                    <a:pt x="5997" y="44375"/>
                    <a:pt x="16391" y="55569"/>
                    <a:pt x="29983" y="5556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ED31C287-992E-4242-A4C3-CD5658E745EE}"/>
                </a:ext>
              </a:extLst>
            </p:cNvPr>
            <p:cNvSpPr/>
            <p:nvPr/>
          </p:nvSpPr>
          <p:spPr>
            <a:xfrm>
              <a:off x="3192249" y="1200779"/>
              <a:ext cx="55969" cy="55969"/>
            </a:xfrm>
            <a:custGeom>
              <a:avLst/>
              <a:gdLst>
                <a:gd name="connsiteX0" fmla="*/ 29184 w 55968"/>
                <a:gd name="connsiteY0" fmla="*/ 52371 h 55968"/>
                <a:gd name="connsiteX1" fmla="*/ 52371 w 55968"/>
                <a:gd name="connsiteY1" fmla="*/ 29184 h 55968"/>
                <a:gd name="connsiteX2" fmla="*/ 29184 w 55968"/>
                <a:gd name="connsiteY2" fmla="*/ 5997 h 55968"/>
                <a:gd name="connsiteX3" fmla="*/ 5997 w 55968"/>
                <a:gd name="connsiteY3" fmla="*/ 29184 h 55968"/>
                <a:gd name="connsiteX4" fmla="*/ 29184 w 55968"/>
                <a:gd name="connsiteY4" fmla="*/ 52371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184" y="52371"/>
                  </a:moveTo>
                  <a:cubicBezTo>
                    <a:pt x="41977" y="52371"/>
                    <a:pt x="52371" y="41977"/>
                    <a:pt x="52371" y="29184"/>
                  </a:cubicBezTo>
                  <a:cubicBezTo>
                    <a:pt x="52371" y="16391"/>
                    <a:pt x="41977" y="5997"/>
                    <a:pt x="29184" y="5997"/>
                  </a:cubicBezTo>
                  <a:cubicBezTo>
                    <a:pt x="16391" y="5997"/>
                    <a:pt x="5997" y="16391"/>
                    <a:pt x="5997" y="29184"/>
                  </a:cubicBezTo>
                  <a:cubicBezTo>
                    <a:pt x="5997" y="41977"/>
                    <a:pt x="16391" y="52371"/>
                    <a:pt x="29184" y="52371"/>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9C04644-F00B-4548-8D75-69F04FB3D707}"/>
                </a:ext>
              </a:extLst>
            </p:cNvPr>
            <p:cNvSpPr/>
            <p:nvPr/>
          </p:nvSpPr>
          <p:spPr>
            <a:xfrm>
              <a:off x="3333770" y="1199979"/>
              <a:ext cx="55969" cy="55969"/>
            </a:xfrm>
            <a:custGeom>
              <a:avLst/>
              <a:gdLst>
                <a:gd name="connsiteX0" fmla="*/ 29983 w 55968"/>
                <a:gd name="connsiteY0" fmla="*/ 53970 h 55968"/>
                <a:gd name="connsiteX1" fmla="*/ 53970 w 55968"/>
                <a:gd name="connsiteY1" fmla="*/ 29983 h 55968"/>
                <a:gd name="connsiteX2" fmla="*/ 29983 w 55968"/>
                <a:gd name="connsiteY2" fmla="*/ 5997 h 55968"/>
                <a:gd name="connsiteX3" fmla="*/ 5997 w 55968"/>
                <a:gd name="connsiteY3" fmla="*/ 29983 h 55968"/>
                <a:gd name="connsiteX4" fmla="*/ 29983 w 55968"/>
                <a:gd name="connsiteY4" fmla="*/ 53970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983" y="53970"/>
                  </a:moveTo>
                  <a:cubicBezTo>
                    <a:pt x="43576" y="53970"/>
                    <a:pt x="53970" y="42776"/>
                    <a:pt x="53970" y="29983"/>
                  </a:cubicBezTo>
                  <a:cubicBezTo>
                    <a:pt x="53970" y="16391"/>
                    <a:pt x="42776" y="5997"/>
                    <a:pt x="29983" y="5997"/>
                  </a:cubicBezTo>
                  <a:cubicBezTo>
                    <a:pt x="16391" y="5997"/>
                    <a:pt x="5997" y="17190"/>
                    <a:pt x="5997" y="29983"/>
                  </a:cubicBezTo>
                  <a:cubicBezTo>
                    <a:pt x="5997" y="42776"/>
                    <a:pt x="17191" y="53970"/>
                    <a:pt x="29983" y="53970"/>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FD154264-A663-4F5C-B45E-1517549F2D6A}"/>
                </a:ext>
              </a:extLst>
            </p:cNvPr>
            <p:cNvSpPr/>
            <p:nvPr/>
          </p:nvSpPr>
          <p:spPr>
            <a:xfrm>
              <a:off x="3473692" y="1196781"/>
              <a:ext cx="63964" cy="63964"/>
            </a:xfrm>
            <a:custGeom>
              <a:avLst/>
              <a:gdLst>
                <a:gd name="connsiteX0" fmla="*/ 32382 w 63964"/>
                <a:gd name="connsiteY0" fmla="*/ 58767 h 63964"/>
                <a:gd name="connsiteX1" fmla="*/ 58767 w 63964"/>
                <a:gd name="connsiteY1" fmla="*/ 32382 h 63964"/>
                <a:gd name="connsiteX2" fmla="*/ 32382 w 63964"/>
                <a:gd name="connsiteY2" fmla="*/ 5997 h 63964"/>
                <a:gd name="connsiteX3" fmla="*/ 5997 w 63964"/>
                <a:gd name="connsiteY3" fmla="*/ 32382 h 63964"/>
                <a:gd name="connsiteX4" fmla="*/ 32382 w 63964"/>
                <a:gd name="connsiteY4" fmla="*/ 58767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2382" y="58767"/>
                  </a:moveTo>
                  <a:cubicBezTo>
                    <a:pt x="46774" y="58767"/>
                    <a:pt x="58767" y="46774"/>
                    <a:pt x="58767" y="32382"/>
                  </a:cubicBezTo>
                  <a:cubicBezTo>
                    <a:pt x="58767" y="17990"/>
                    <a:pt x="46774" y="5997"/>
                    <a:pt x="32382" y="5997"/>
                  </a:cubicBezTo>
                  <a:cubicBezTo>
                    <a:pt x="17990" y="5997"/>
                    <a:pt x="5997" y="17990"/>
                    <a:pt x="5997" y="32382"/>
                  </a:cubicBezTo>
                  <a:cubicBezTo>
                    <a:pt x="6796" y="47574"/>
                    <a:pt x="18789" y="58767"/>
                    <a:pt x="32382" y="58767"/>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8D00F7A5-84F7-459E-9C80-A34538EED61A}"/>
                </a:ext>
              </a:extLst>
            </p:cNvPr>
            <p:cNvSpPr/>
            <p:nvPr/>
          </p:nvSpPr>
          <p:spPr>
            <a:xfrm>
              <a:off x="3619212" y="1199979"/>
              <a:ext cx="55969" cy="55969"/>
            </a:xfrm>
            <a:custGeom>
              <a:avLst/>
              <a:gdLst>
                <a:gd name="connsiteX0" fmla="*/ 29983 w 55968"/>
                <a:gd name="connsiteY0" fmla="*/ 53970 h 55968"/>
                <a:gd name="connsiteX1" fmla="*/ 53970 w 55968"/>
                <a:gd name="connsiteY1" fmla="*/ 29983 h 55968"/>
                <a:gd name="connsiteX2" fmla="*/ 29983 w 55968"/>
                <a:gd name="connsiteY2" fmla="*/ 5997 h 55968"/>
                <a:gd name="connsiteX3" fmla="*/ 5997 w 55968"/>
                <a:gd name="connsiteY3" fmla="*/ 29983 h 55968"/>
                <a:gd name="connsiteX4" fmla="*/ 29983 w 55968"/>
                <a:gd name="connsiteY4" fmla="*/ 53970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983" y="53970"/>
                  </a:moveTo>
                  <a:cubicBezTo>
                    <a:pt x="43576" y="53970"/>
                    <a:pt x="53970" y="42776"/>
                    <a:pt x="53970" y="29983"/>
                  </a:cubicBezTo>
                  <a:cubicBezTo>
                    <a:pt x="53970" y="16391"/>
                    <a:pt x="43576" y="5997"/>
                    <a:pt x="29983" y="5997"/>
                  </a:cubicBezTo>
                  <a:cubicBezTo>
                    <a:pt x="16391" y="5997"/>
                    <a:pt x="5997" y="17190"/>
                    <a:pt x="5997" y="29983"/>
                  </a:cubicBezTo>
                  <a:cubicBezTo>
                    <a:pt x="5997" y="42776"/>
                    <a:pt x="16391" y="53970"/>
                    <a:pt x="29983" y="53970"/>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1D5CB4D9-5A04-4956-9111-50999615172F}"/>
                </a:ext>
              </a:extLst>
            </p:cNvPr>
            <p:cNvSpPr/>
            <p:nvPr/>
          </p:nvSpPr>
          <p:spPr>
            <a:xfrm>
              <a:off x="3722354" y="1160801"/>
              <a:ext cx="135924" cy="135924"/>
            </a:xfrm>
            <a:custGeom>
              <a:avLst/>
              <a:gdLst>
                <a:gd name="connsiteX0" fmla="*/ 69162 w 135924"/>
                <a:gd name="connsiteY0" fmla="*/ 132326 h 135924"/>
                <a:gd name="connsiteX1" fmla="*/ 132327 w 135924"/>
                <a:gd name="connsiteY1" fmla="*/ 69161 h 135924"/>
                <a:gd name="connsiteX2" fmla="*/ 69162 w 135924"/>
                <a:gd name="connsiteY2" fmla="*/ 5997 h 135924"/>
                <a:gd name="connsiteX3" fmla="*/ 5997 w 135924"/>
                <a:gd name="connsiteY3" fmla="*/ 69161 h 135924"/>
                <a:gd name="connsiteX4" fmla="*/ 69162 w 135924"/>
                <a:gd name="connsiteY4" fmla="*/ 132326 h 135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24" h="135924">
                  <a:moveTo>
                    <a:pt x="69162" y="132326"/>
                  </a:moveTo>
                  <a:cubicBezTo>
                    <a:pt x="103542" y="132326"/>
                    <a:pt x="132327" y="104342"/>
                    <a:pt x="132327" y="69161"/>
                  </a:cubicBezTo>
                  <a:cubicBezTo>
                    <a:pt x="132327" y="33981"/>
                    <a:pt x="103542" y="5997"/>
                    <a:pt x="69162" y="5997"/>
                  </a:cubicBezTo>
                  <a:cubicBezTo>
                    <a:pt x="33981" y="5997"/>
                    <a:pt x="5997" y="33981"/>
                    <a:pt x="5997" y="69161"/>
                  </a:cubicBezTo>
                  <a:cubicBezTo>
                    <a:pt x="5997" y="103542"/>
                    <a:pt x="34781" y="132326"/>
                    <a:pt x="69162" y="132326"/>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EA30BAEA-8DE8-4F3B-B4E2-F61DE0E260C6}"/>
                </a:ext>
              </a:extLst>
            </p:cNvPr>
            <p:cNvSpPr/>
            <p:nvPr/>
          </p:nvSpPr>
          <p:spPr>
            <a:xfrm>
              <a:off x="3886263" y="1181589"/>
              <a:ext cx="95947" cy="95947"/>
            </a:xfrm>
            <a:custGeom>
              <a:avLst/>
              <a:gdLst>
                <a:gd name="connsiteX0" fmla="*/ 48373 w 95946"/>
                <a:gd name="connsiteY0" fmla="*/ 90750 h 95946"/>
                <a:gd name="connsiteX1" fmla="*/ 90750 w 95946"/>
                <a:gd name="connsiteY1" fmla="*/ 48373 h 95946"/>
                <a:gd name="connsiteX2" fmla="*/ 48373 w 95946"/>
                <a:gd name="connsiteY2" fmla="*/ 5997 h 95946"/>
                <a:gd name="connsiteX3" fmla="*/ 5997 w 95946"/>
                <a:gd name="connsiteY3" fmla="*/ 48373 h 95946"/>
                <a:gd name="connsiteX4" fmla="*/ 48373 w 95946"/>
                <a:gd name="connsiteY4" fmla="*/ 90750 h 95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46" h="95946">
                  <a:moveTo>
                    <a:pt x="48373" y="90750"/>
                  </a:moveTo>
                  <a:cubicBezTo>
                    <a:pt x="71560" y="90750"/>
                    <a:pt x="90750" y="71560"/>
                    <a:pt x="90750" y="48373"/>
                  </a:cubicBezTo>
                  <a:cubicBezTo>
                    <a:pt x="90750" y="25186"/>
                    <a:pt x="71560" y="5997"/>
                    <a:pt x="48373" y="5997"/>
                  </a:cubicBezTo>
                  <a:cubicBezTo>
                    <a:pt x="24387" y="5997"/>
                    <a:pt x="5997" y="25186"/>
                    <a:pt x="5997" y="48373"/>
                  </a:cubicBezTo>
                  <a:cubicBezTo>
                    <a:pt x="5997" y="71560"/>
                    <a:pt x="24387" y="90750"/>
                    <a:pt x="48373" y="90750"/>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BDB37A67-D21E-4810-8CEB-ACA08184B637}"/>
                </a:ext>
              </a:extLst>
            </p:cNvPr>
            <p:cNvSpPr/>
            <p:nvPr/>
          </p:nvSpPr>
          <p:spPr>
            <a:xfrm>
              <a:off x="4005397" y="1158402"/>
              <a:ext cx="135924" cy="135924"/>
            </a:xfrm>
            <a:custGeom>
              <a:avLst/>
              <a:gdLst>
                <a:gd name="connsiteX0" fmla="*/ 71560 w 135924"/>
                <a:gd name="connsiteY0" fmla="*/ 137124 h 135924"/>
                <a:gd name="connsiteX1" fmla="*/ 137124 w 135924"/>
                <a:gd name="connsiteY1" fmla="*/ 71560 h 135924"/>
                <a:gd name="connsiteX2" fmla="*/ 71560 w 135924"/>
                <a:gd name="connsiteY2" fmla="*/ 5997 h 135924"/>
                <a:gd name="connsiteX3" fmla="*/ 5997 w 135924"/>
                <a:gd name="connsiteY3" fmla="*/ 71560 h 135924"/>
                <a:gd name="connsiteX4" fmla="*/ 71560 w 135924"/>
                <a:gd name="connsiteY4" fmla="*/ 137124 h 135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24" h="135924">
                  <a:moveTo>
                    <a:pt x="71560" y="137124"/>
                  </a:moveTo>
                  <a:cubicBezTo>
                    <a:pt x="107540" y="137124"/>
                    <a:pt x="137124" y="107540"/>
                    <a:pt x="137124" y="71560"/>
                  </a:cubicBezTo>
                  <a:cubicBezTo>
                    <a:pt x="137124" y="35580"/>
                    <a:pt x="107540" y="5997"/>
                    <a:pt x="71560" y="5997"/>
                  </a:cubicBezTo>
                  <a:cubicBezTo>
                    <a:pt x="35580" y="5997"/>
                    <a:pt x="5997" y="35580"/>
                    <a:pt x="5997" y="71560"/>
                  </a:cubicBezTo>
                  <a:cubicBezTo>
                    <a:pt x="5997" y="107540"/>
                    <a:pt x="35580" y="137124"/>
                    <a:pt x="71560" y="137124"/>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35E4AFDA-7A0C-43A7-8638-1BFDB664D917}"/>
                </a:ext>
              </a:extLst>
            </p:cNvPr>
            <p:cNvSpPr/>
            <p:nvPr/>
          </p:nvSpPr>
          <p:spPr>
            <a:xfrm>
              <a:off x="4130927" y="1140812"/>
              <a:ext cx="175902" cy="175902"/>
            </a:xfrm>
            <a:custGeom>
              <a:avLst/>
              <a:gdLst>
                <a:gd name="connsiteX0" fmla="*/ 89150 w 175902"/>
                <a:gd name="connsiteY0" fmla="*/ 172304 h 175902"/>
                <a:gd name="connsiteX1" fmla="*/ 172304 w 175902"/>
                <a:gd name="connsiteY1" fmla="*/ 89150 h 175902"/>
                <a:gd name="connsiteX2" fmla="*/ 89150 w 175902"/>
                <a:gd name="connsiteY2" fmla="*/ 5997 h 175902"/>
                <a:gd name="connsiteX3" fmla="*/ 5997 w 175902"/>
                <a:gd name="connsiteY3" fmla="*/ 89150 h 175902"/>
                <a:gd name="connsiteX4" fmla="*/ 89150 w 175902"/>
                <a:gd name="connsiteY4" fmla="*/ 172304 h 175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902" h="175902">
                  <a:moveTo>
                    <a:pt x="89150" y="172304"/>
                  </a:moveTo>
                  <a:cubicBezTo>
                    <a:pt x="135525" y="172304"/>
                    <a:pt x="172304" y="134725"/>
                    <a:pt x="172304" y="89150"/>
                  </a:cubicBezTo>
                  <a:cubicBezTo>
                    <a:pt x="172304" y="43576"/>
                    <a:pt x="135525" y="5997"/>
                    <a:pt x="89150" y="5997"/>
                  </a:cubicBezTo>
                  <a:cubicBezTo>
                    <a:pt x="42776" y="5997"/>
                    <a:pt x="5997" y="43576"/>
                    <a:pt x="5997" y="89150"/>
                  </a:cubicBezTo>
                  <a:cubicBezTo>
                    <a:pt x="5997" y="134725"/>
                    <a:pt x="42776" y="172304"/>
                    <a:pt x="89150" y="172304"/>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7C94C305-7F6F-4FE6-A978-165131F9F61B}"/>
                </a:ext>
              </a:extLst>
            </p:cNvPr>
            <p:cNvSpPr/>
            <p:nvPr/>
          </p:nvSpPr>
          <p:spPr>
            <a:xfrm>
              <a:off x="4328417" y="1195182"/>
              <a:ext cx="63964" cy="63964"/>
            </a:xfrm>
            <a:custGeom>
              <a:avLst/>
              <a:gdLst>
                <a:gd name="connsiteX0" fmla="*/ 33981 w 63964"/>
                <a:gd name="connsiteY0" fmla="*/ 61966 h 63964"/>
                <a:gd name="connsiteX1" fmla="*/ 61966 w 63964"/>
                <a:gd name="connsiteY1" fmla="*/ 33981 h 63964"/>
                <a:gd name="connsiteX2" fmla="*/ 33981 w 63964"/>
                <a:gd name="connsiteY2" fmla="*/ 5997 h 63964"/>
                <a:gd name="connsiteX3" fmla="*/ 5997 w 63964"/>
                <a:gd name="connsiteY3" fmla="*/ 33981 h 63964"/>
                <a:gd name="connsiteX4" fmla="*/ 33981 w 63964"/>
                <a:gd name="connsiteY4" fmla="*/ 61966 h 63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4" h="63964">
                  <a:moveTo>
                    <a:pt x="33981" y="61966"/>
                  </a:moveTo>
                  <a:cubicBezTo>
                    <a:pt x="49172" y="61966"/>
                    <a:pt x="61966" y="49972"/>
                    <a:pt x="61966" y="33981"/>
                  </a:cubicBezTo>
                  <a:cubicBezTo>
                    <a:pt x="61966" y="18790"/>
                    <a:pt x="49972" y="5997"/>
                    <a:pt x="33981" y="5997"/>
                  </a:cubicBezTo>
                  <a:cubicBezTo>
                    <a:pt x="18789" y="5997"/>
                    <a:pt x="5997" y="17990"/>
                    <a:pt x="5997" y="33981"/>
                  </a:cubicBezTo>
                  <a:cubicBezTo>
                    <a:pt x="6796" y="49972"/>
                    <a:pt x="18789" y="61966"/>
                    <a:pt x="33981" y="61966"/>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F41752EC-3DBD-4647-A2C7-465FCAF46288}"/>
                </a:ext>
              </a:extLst>
            </p:cNvPr>
            <p:cNvSpPr/>
            <p:nvPr/>
          </p:nvSpPr>
          <p:spPr>
            <a:xfrm>
              <a:off x="4483530" y="1207974"/>
              <a:ext cx="39978" cy="39978"/>
            </a:xfrm>
            <a:custGeom>
              <a:avLst/>
              <a:gdLst>
                <a:gd name="connsiteX0" fmla="*/ 21988 w 39977"/>
                <a:gd name="connsiteY0" fmla="*/ 37979 h 39977"/>
                <a:gd name="connsiteX1" fmla="*/ 37979 w 39977"/>
                <a:gd name="connsiteY1" fmla="*/ 21988 h 39977"/>
                <a:gd name="connsiteX2" fmla="*/ 21988 w 39977"/>
                <a:gd name="connsiteY2" fmla="*/ 5997 h 39977"/>
                <a:gd name="connsiteX3" fmla="*/ 5997 w 39977"/>
                <a:gd name="connsiteY3" fmla="*/ 21988 h 39977"/>
                <a:gd name="connsiteX4" fmla="*/ 21988 w 39977"/>
                <a:gd name="connsiteY4" fmla="*/ 37979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1988" y="37979"/>
                  </a:moveTo>
                  <a:cubicBezTo>
                    <a:pt x="30783" y="37979"/>
                    <a:pt x="37979" y="30783"/>
                    <a:pt x="37979" y="21988"/>
                  </a:cubicBezTo>
                  <a:cubicBezTo>
                    <a:pt x="37979" y="13193"/>
                    <a:pt x="30783" y="5997"/>
                    <a:pt x="21988" y="5997"/>
                  </a:cubicBezTo>
                  <a:cubicBezTo>
                    <a:pt x="13193" y="5997"/>
                    <a:pt x="5997" y="13193"/>
                    <a:pt x="5997" y="21988"/>
                  </a:cubicBezTo>
                  <a:cubicBezTo>
                    <a:pt x="5997" y="30783"/>
                    <a:pt x="13193" y="37979"/>
                    <a:pt x="21988" y="37979"/>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E56EF40C-85A2-4A8C-8C17-ECBFF33BC03F}"/>
                </a:ext>
              </a:extLst>
            </p:cNvPr>
            <p:cNvSpPr/>
            <p:nvPr/>
          </p:nvSpPr>
          <p:spPr>
            <a:xfrm>
              <a:off x="4622653" y="1204776"/>
              <a:ext cx="47973" cy="47973"/>
            </a:xfrm>
            <a:custGeom>
              <a:avLst/>
              <a:gdLst>
                <a:gd name="connsiteX0" fmla="*/ 25186 w 47973"/>
                <a:gd name="connsiteY0" fmla="*/ 44375 h 47973"/>
                <a:gd name="connsiteX1" fmla="*/ 45175 w 47973"/>
                <a:gd name="connsiteY1" fmla="*/ 25186 h 47973"/>
                <a:gd name="connsiteX2" fmla="*/ 25186 w 47973"/>
                <a:gd name="connsiteY2" fmla="*/ 5997 h 47973"/>
                <a:gd name="connsiteX3" fmla="*/ 5997 w 47973"/>
                <a:gd name="connsiteY3" fmla="*/ 25186 h 47973"/>
                <a:gd name="connsiteX4" fmla="*/ 25186 w 47973"/>
                <a:gd name="connsiteY4" fmla="*/ 44375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186" y="44375"/>
                  </a:moveTo>
                  <a:cubicBezTo>
                    <a:pt x="36380" y="44375"/>
                    <a:pt x="45175" y="35580"/>
                    <a:pt x="45175" y="25186"/>
                  </a:cubicBezTo>
                  <a:cubicBezTo>
                    <a:pt x="45175" y="14792"/>
                    <a:pt x="36380" y="5997"/>
                    <a:pt x="25186" y="5997"/>
                  </a:cubicBezTo>
                  <a:cubicBezTo>
                    <a:pt x="14792" y="5997"/>
                    <a:pt x="5997" y="14792"/>
                    <a:pt x="5997" y="25186"/>
                  </a:cubicBezTo>
                  <a:cubicBezTo>
                    <a:pt x="5997" y="35580"/>
                    <a:pt x="14792" y="44375"/>
                    <a:pt x="25186" y="44375"/>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E73F590F-A87F-4BA2-80B0-76BDC2A452F1}"/>
                </a:ext>
              </a:extLst>
            </p:cNvPr>
            <p:cNvSpPr/>
            <p:nvPr/>
          </p:nvSpPr>
          <p:spPr>
            <a:xfrm>
              <a:off x="4764974" y="1204776"/>
              <a:ext cx="47973" cy="47973"/>
            </a:xfrm>
            <a:custGeom>
              <a:avLst/>
              <a:gdLst>
                <a:gd name="connsiteX0" fmla="*/ 25986 w 47973"/>
                <a:gd name="connsiteY0" fmla="*/ 44375 h 47973"/>
                <a:gd name="connsiteX1" fmla="*/ 45175 w 47973"/>
                <a:gd name="connsiteY1" fmla="*/ 25186 h 47973"/>
                <a:gd name="connsiteX2" fmla="*/ 25986 w 47973"/>
                <a:gd name="connsiteY2" fmla="*/ 5997 h 47973"/>
                <a:gd name="connsiteX3" fmla="*/ 5997 w 47973"/>
                <a:gd name="connsiteY3" fmla="*/ 25186 h 47973"/>
                <a:gd name="connsiteX4" fmla="*/ 25986 w 47973"/>
                <a:gd name="connsiteY4" fmla="*/ 44375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986" y="44375"/>
                  </a:moveTo>
                  <a:cubicBezTo>
                    <a:pt x="36380" y="44375"/>
                    <a:pt x="45175" y="35580"/>
                    <a:pt x="45175" y="25186"/>
                  </a:cubicBezTo>
                  <a:cubicBezTo>
                    <a:pt x="45175" y="14792"/>
                    <a:pt x="36380" y="5997"/>
                    <a:pt x="25986" y="5997"/>
                  </a:cubicBezTo>
                  <a:cubicBezTo>
                    <a:pt x="14792" y="5997"/>
                    <a:pt x="5997" y="14792"/>
                    <a:pt x="5997" y="25186"/>
                  </a:cubicBezTo>
                  <a:cubicBezTo>
                    <a:pt x="5997" y="35580"/>
                    <a:pt x="14792" y="44375"/>
                    <a:pt x="25986" y="44375"/>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D7DC0378-17E0-45BD-ACE8-F36CEC1F1ED2}"/>
                </a:ext>
              </a:extLst>
            </p:cNvPr>
            <p:cNvSpPr/>
            <p:nvPr/>
          </p:nvSpPr>
          <p:spPr>
            <a:xfrm>
              <a:off x="4891303" y="1187986"/>
              <a:ext cx="79955" cy="79955"/>
            </a:xfrm>
            <a:custGeom>
              <a:avLst/>
              <a:gdLst>
                <a:gd name="connsiteX0" fmla="*/ 41977 w 79955"/>
                <a:gd name="connsiteY0" fmla="*/ 77957 h 79955"/>
                <a:gd name="connsiteX1" fmla="*/ 77957 w 79955"/>
                <a:gd name="connsiteY1" fmla="*/ 41977 h 79955"/>
                <a:gd name="connsiteX2" fmla="*/ 41977 w 79955"/>
                <a:gd name="connsiteY2" fmla="*/ 5997 h 79955"/>
                <a:gd name="connsiteX3" fmla="*/ 5997 w 79955"/>
                <a:gd name="connsiteY3" fmla="*/ 41977 h 79955"/>
                <a:gd name="connsiteX4" fmla="*/ 41977 w 79955"/>
                <a:gd name="connsiteY4" fmla="*/ 77957 h 79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5" h="79955">
                  <a:moveTo>
                    <a:pt x="41977" y="77957"/>
                  </a:moveTo>
                  <a:cubicBezTo>
                    <a:pt x="61966" y="77957"/>
                    <a:pt x="77957" y="61966"/>
                    <a:pt x="77957" y="41977"/>
                  </a:cubicBezTo>
                  <a:cubicBezTo>
                    <a:pt x="77957" y="21988"/>
                    <a:pt x="61966" y="5997"/>
                    <a:pt x="41977" y="5997"/>
                  </a:cubicBezTo>
                  <a:cubicBezTo>
                    <a:pt x="21988" y="5997"/>
                    <a:pt x="5997" y="21988"/>
                    <a:pt x="5997" y="41977"/>
                  </a:cubicBezTo>
                  <a:cubicBezTo>
                    <a:pt x="5997" y="61966"/>
                    <a:pt x="21988" y="77957"/>
                    <a:pt x="41977" y="77957"/>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39214C7C-29FC-4F51-B2D7-4A0843841D58}"/>
                </a:ext>
              </a:extLst>
            </p:cNvPr>
            <p:cNvSpPr/>
            <p:nvPr/>
          </p:nvSpPr>
          <p:spPr>
            <a:xfrm>
              <a:off x="351430" y="1355892"/>
              <a:ext cx="31982" cy="31982"/>
            </a:xfrm>
            <a:custGeom>
              <a:avLst/>
              <a:gdLst>
                <a:gd name="connsiteX0" fmla="*/ 16391 w 31982"/>
                <a:gd name="connsiteY0" fmla="*/ 26785 h 31982"/>
                <a:gd name="connsiteX1" fmla="*/ 26785 w 31982"/>
                <a:gd name="connsiteY1" fmla="*/ 16391 h 31982"/>
                <a:gd name="connsiteX2" fmla="*/ 16391 w 31982"/>
                <a:gd name="connsiteY2" fmla="*/ 5997 h 31982"/>
                <a:gd name="connsiteX3" fmla="*/ 5997 w 31982"/>
                <a:gd name="connsiteY3" fmla="*/ 16391 h 31982"/>
                <a:gd name="connsiteX4" fmla="*/ 16391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391" y="26785"/>
                  </a:moveTo>
                  <a:cubicBezTo>
                    <a:pt x="21988" y="26785"/>
                    <a:pt x="26785" y="21988"/>
                    <a:pt x="26785" y="16391"/>
                  </a:cubicBezTo>
                  <a:cubicBezTo>
                    <a:pt x="26785" y="10794"/>
                    <a:pt x="21988" y="5997"/>
                    <a:pt x="16391" y="5997"/>
                  </a:cubicBezTo>
                  <a:cubicBezTo>
                    <a:pt x="10794" y="5997"/>
                    <a:pt x="5997" y="10794"/>
                    <a:pt x="5997" y="16391"/>
                  </a:cubicBezTo>
                  <a:cubicBezTo>
                    <a:pt x="5997" y="21988"/>
                    <a:pt x="10794" y="26785"/>
                    <a:pt x="16391" y="26785"/>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CDBBB243-BFC1-4393-B89C-342504F04E2E}"/>
                </a:ext>
              </a:extLst>
            </p:cNvPr>
            <p:cNvSpPr/>
            <p:nvPr/>
          </p:nvSpPr>
          <p:spPr>
            <a:xfrm>
              <a:off x="493751" y="1355892"/>
              <a:ext cx="31982" cy="31982"/>
            </a:xfrm>
            <a:custGeom>
              <a:avLst/>
              <a:gdLst>
                <a:gd name="connsiteX0" fmla="*/ 16391 w 31982"/>
                <a:gd name="connsiteY0" fmla="*/ 26785 h 31982"/>
                <a:gd name="connsiteX1" fmla="*/ 26785 w 31982"/>
                <a:gd name="connsiteY1" fmla="*/ 16391 h 31982"/>
                <a:gd name="connsiteX2" fmla="*/ 16391 w 31982"/>
                <a:gd name="connsiteY2" fmla="*/ 5997 h 31982"/>
                <a:gd name="connsiteX3" fmla="*/ 5997 w 31982"/>
                <a:gd name="connsiteY3" fmla="*/ 16391 h 31982"/>
                <a:gd name="connsiteX4" fmla="*/ 16391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391" y="26785"/>
                  </a:moveTo>
                  <a:cubicBezTo>
                    <a:pt x="21988" y="26785"/>
                    <a:pt x="26785" y="21988"/>
                    <a:pt x="26785" y="16391"/>
                  </a:cubicBezTo>
                  <a:cubicBezTo>
                    <a:pt x="26785" y="10794"/>
                    <a:pt x="21988" y="5997"/>
                    <a:pt x="16391" y="5997"/>
                  </a:cubicBezTo>
                  <a:cubicBezTo>
                    <a:pt x="10794" y="5997"/>
                    <a:pt x="5997" y="10794"/>
                    <a:pt x="5997" y="16391"/>
                  </a:cubicBezTo>
                  <a:cubicBezTo>
                    <a:pt x="6796" y="21988"/>
                    <a:pt x="10794" y="26785"/>
                    <a:pt x="16391" y="26785"/>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98576246-0346-46D5-B8EC-CDD11CDCB474}"/>
                </a:ext>
              </a:extLst>
            </p:cNvPr>
            <p:cNvSpPr/>
            <p:nvPr/>
          </p:nvSpPr>
          <p:spPr>
            <a:xfrm>
              <a:off x="629675" y="1348696"/>
              <a:ext cx="39978" cy="39978"/>
            </a:xfrm>
            <a:custGeom>
              <a:avLst/>
              <a:gdLst>
                <a:gd name="connsiteX0" fmla="*/ 23587 w 39977"/>
                <a:gd name="connsiteY0" fmla="*/ 41177 h 39977"/>
                <a:gd name="connsiteX1" fmla="*/ 41177 w 39977"/>
                <a:gd name="connsiteY1" fmla="*/ 23587 h 39977"/>
                <a:gd name="connsiteX2" fmla="*/ 23587 w 39977"/>
                <a:gd name="connsiteY2" fmla="*/ 5997 h 39977"/>
                <a:gd name="connsiteX3" fmla="*/ 5997 w 39977"/>
                <a:gd name="connsiteY3" fmla="*/ 23587 h 39977"/>
                <a:gd name="connsiteX4" fmla="*/ 23587 w 39977"/>
                <a:gd name="connsiteY4" fmla="*/ 41177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3587" y="41177"/>
                  </a:moveTo>
                  <a:cubicBezTo>
                    <a:pt x="33181" y="41177"/>
                    <a:pt x="41177" y="33181"/>
                    <a:pt x="41177" y="23587"/>
                  </a:cubicBezTo>
                  <a:cubicBezTo>
                    <a:pt x="41177" y="13992"/>
                    <a:pt x="33181" y="5997"/>
                    <a:pt x="23587" y="5997"/>
                  </a:cubicBezTo>
                  <a:cubicBezTo>
                    <a:pt x="13992" y="5997"/>
                    <a:pt x="5997" y="13992"/>
                    <a:pt x="5997" y="23587"/>
                  </a:cubicBezTo>
                  <a:cubicBezTo>
                    <a:pt x="5997" y="33181"/>
                    <a:pt x="13992" y="41177"/>
                    <a:pt x="23587" y="41177"/>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6D6E47DF-4458-44D0-A0E2-67013F8A4201}"/>
                </a:ext>
              </a:extLst>
            </p:cNvPr>
            <p:cNvSpPr/>
            <p:nvPr/>
          </p:nvSpPr>
          <p:spPr>
            <a:xfrm>
              <a:off x="775194" y="1351894"/>
              <a:ext cx="39978" cy="39978"/>
            </a:xfrm>
            <a:custGeom>
              <a:avLst/>
              <a:gdLst>
                <a:gd name="connsiteX0" fmla="*/ 20389 w 39977"/>
                <a:gd name="connsiteY0" fmla="*/ 34781 h 39977"/>
                <a:gd name="connsiteX1" fmla="*/ 34781 w 39977"/>
                <a:gd name="connsiteY1" fmla="*/ 20389 h 39977"/>
                <a:gd name="connsiteX2" fmla="*/ 20389 w 39977"/>
                <a:gd name="connsiteY2" fmla="*/ 5997 h 39977"/>
                <a:gd name="connsiteX3" fmla="*/ 5997 w 39977"/>
                <a:gd name="connsiteY3" fmla="*/ 20389 h 39977"/>
                <a:gd name="connsiteX4" fmla="*/ 20389 w 39977"/>
                <a:gd name="connsiteY4" fmla="*/ 34781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0389" y="34781"/>
                  </a:moveTo>
                  <a:cubicBezTo>
                    <a:pt x="28384" y="34781"/>
                    <a:pt x="34781" y="28384"/>
                    <a:pt x="34781" y="20389"/>
                  </a:cubicBezTo>
                  <a:cubicBezTo>
                    <a:pt x="34781" y="12393"/>
                    <a:pt x="28384" y="5997"/>
                    <a:pt x="20389" y="5997"/>
                  </a:cubicBezTo>
                  <a:cubicBezTo>
                    <a:pt x="12393" y="5997"/>
                    <a:pt x="5997" y="12393"/>
                    <a:pt x="5997" y="20389"/>
                  </a:cubicBezTo>
                  <a:cubicBezTo>
                    <a:pt x="5997" y="28384"/>
                    <a:pt x="13193" y="34781"/>
                    <a:pt x="20389" y="34781"/>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D2D95ECC-8278-4557-8E6D-C27F00F98FF7}"/>
                </a:ext>
              </a:extLst>
            </p:cNvPr>
            <p:cNvSpPr/>
            <p:nvPr/>
          </p:nvSpPr>
          <p:spPr>
            <a:xfrm>
              <a:off x="872740" y="1306320"/>
              <a:ext cx="127929" cy="127929"/>
            </a:xfrm>
            <a:custGeom>
              <a:avLst/>
              <a:gdLst>
                <a:gd name="connsiteX0" fmla="*/ 65963 w 127928"/>
                <a:gd name="connsiteY0" fmla="*/ 125930 h 127928"/>
                <a:gd name="connsiteX1" fmla="*/ 125930 w 127928"/>
                <a:gd name="connsiteY1" fmla="*/ 65963 h 127928"/>
                <a:gd name="connsiteX2" fmla="*/ 65963 w 127928"/>
                <a:gd name="connsiteY2" fmla="*/ 5997 h 127928"/>
                <a:gd name="connsiteX3" fmla="*/ 5997 w 127928"/>
                <a:gd name="connsiteY3" fmla="*/ 65963 h 127928"/>
                <a:gd name="connsiteX4" fmla="*/ 65963 w 127928"/>
                <a:gd name="connsiteY4" fmla="*/ 125930 h 127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928" h="127928">
                  <a:moveTo>
                    <a:pt x="65963" y="125930"/>
                  </a:moveTo>
                  <a:cubicBezTo>
                    <a:pt x="99545" y="125930"/>
                    <a:pt x="125930" y="98745"/>
                    <a:pt x="125930" y="65963"/>
                  </a:cubicBezTo>
                  <a:cubicBezTo>
                    <a:pt x="125930" y="32382"/>
                    <a:pt x="98745" y="5997"/>
                    <a:pt x="65963" y="5997"/>
                  </a:cubicBezTo>
                  <a:cubicBezTo>
                    <a:pt x="32382" y="5997"/>
                    <a:pt x="5997" y="33181"/>
                    <a:pt x="5997" y="65963"/>
                  </a:cubicBezTo>
                  <a:cubicBezTo>
                    <a:pt x="5997" y="99544"/>
                    <a:pt x="32382" y="125930"/>
                    <a:pt x="65963" y="125930"/>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414FAF3-0C18-4181-91F8-2A8415B27A5B}"/>
                </a:ext>
              </a:extLst>
            </p:cNvPr>
            <p:cNvSpPr/>
            <p:nvPr/>
          </p:nvSpPr>
          <p:spPr>
            <a:xfrm>
              <a:off x="1042246" y="1333505"/>
              <a:ext cx="71960" cy="71960"/>
            </a:xfrm>
            <a:custGeom>
              <a:avLst/>
              <a:gdLst>
                <a:gd name="connsiteX0" fmla="*/ 38778 w 71959"/>
                <a:gd name="connsiteY0" fmla="*/ 71560 h 71959"/>
                <a:gd name="connsiteX1" fmla="*/ 71560 w 71959"/>
                <a:gd name="connsiteY1" fmla="*/ 38778 h 71959"/>
                <a:gd name="connsiteX2" fmla="*/ 38778 w 71959"/>
                <a:gd name="connsiteY2" fmla="*/ 5997 h 71959"/>
                <a:gd name="connsiteX3" fmla="*/ 5997 w 71959"/>
                <a:gd name="connsiteY3" fmla="*/ 38778 h 71959"/>
                <a:gd name="connsiteX4" fmla="*/ 38778 w 71959"/>
                <a:gd name="connsiteY4" fmla="*/ 71560 h 71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59" h="71959">
                  <a:moveTo>
                    <a:pt x="38778" y="71560"/>
                  </a:moveTo>
                  <a:cubicBezTo>
                    <a:pt x="57168" y="71560"/>
                    <a:pt x="71560" y="57168"/>
                    <a:pt x="71560" y="38778"/>
                  </a:cubicBezTo>
                  <a:cubicBezTo>
                    <a:pt x="71560" y="20389"/>
                    <a:pt x="57168" y="5997"/>
                    <a:pt x="38778" y="5997"/>
                  </a:cubicBezTo>
                  <a:cubicBezTo>
                    <a:pt x="20389" y="5997"/>
                    <a:pt x="5997" y="20389"/>
                    <a:pt x="5997" y="38778"/>
                  </a:cubicBezTo>
                  <a:cubicBezTo>
                    <a:pt x="5997" y="57168"/>
                    <a:pt x="21188" y="71560"/>
                    <a:pt x="38778" y="71560"/>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CCF0EB46-EB7C-4A46-8266-6A2B427ED389}"/>
                </a:ext>
              </a:extLst>
            </p:cNvPr>
            <p:cNvSpPr/>
            <p:nvPr/>
          </p:nvSpPr>
          <p:spPr>
            <a:xfrm>
              <a:off x="1202157" y="1350295"/>
              <a:ext cx="39978" cy="39978"/>
            </a:xfrm>
            <a:custGeom>
              <a:avLst/>
              <a:gdLst>
                <a:gd name="connsiteX0" fmla="*/ 21988 w 39977"/>
                <a:gd name="connsiteY0" fmla="*/ 37979 h 39977"/>
                <a:gd name="connsiteX1" fmla="*/ 37979 w 39977"/>
                <a:gd name="connsiteY1" fmla="*/ 21988 h 39977"/>
                <a:gd name="connsiteX2" fmla="*/ 21988 w 39977"/>
                <a:gd name="connsiteY2" fmla="*/ 5997 h 39977"/>
                <a:gd name="connsiteX3" fmla="*/ 5997 w 39977"/>
                <a:gd name="connsiteY3" fmla="*/ 21988 h 39977"/>
                <a:gd name="connsiteX4" fmla="*/ 21988 w 39977"/>
                <a:gd name="connsiteY4" fmla="*/ 37979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1988" y="37979"/>
                  </a:moveTo>
                  <a:cubicBezTo>
                    <a:pt x="30783" y="37979"/>
                    <a:pt x="37979" y="30783"/>
                    <a:pt x="37979" y="21988"/>
                  </a:cubicBezTo>
                  <a:cubicBezTo>
                    <a:pt x="37979" y="13193"/>
                    <a:pt x="30783" y="5997"/>
                    <a:pt x="21988" y="5997"/>
                  </a:cubicBezTo>
                  <a:cubicBezTo>
                    <a:pt x="13193" y="5997"/>
                    <a:pt x="5997" y="13193"/>
                    <a:pt x="5997" y="21988"/>
                  </a:cubicBezTo>
                  <a:cubicBezTo>
                    <a:pt x="5997" y="30783"/>
                    <a:pt x="13193" y="37979"/>
                    <a:pt x="21988" y="37979"/>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42779751-134A-4DA3-81C6-DE853BB9D0B8}"/>
                </a:ext>
              </a:extLst>
            </p:cNvPr>
            <p:cNvSpPr/>
            <p:nvPr/>
          </p:nvSpPr>
          <p:spPr>
            <a:xfrm>
              <a:off x="1346077" y="1351894"/>
              <a:ext cx="39978" cy="39978"/>
            </a:xfrm>
            <a:custGeom>
              <a:avLst/>
              <a:gdLst>
                <a:gd name="connsiteX0" fmla="*/ 34781 w 39977"/>
                <a:gd name="connsiteY0" fmla="*/ 20389 h 39977"/>
                <a:gd name="connsiteX1" fmla="*/ 20389 w 39977"/>
                <a:gd name="connsiteY1" fmla="*/ 34781 h 39977"/>
                <a:gd name="connsiteX2" fmla="*/ 5997 w 39977"/>
                <a:gd name="connsiteY2" fmla="*/ 20389 h 39977"/>
                <a:gd name="connsiteX3" fmla="*/ 20389 w 39977"/>
                <a:gd name="connsiteY3" fmla="*/ 5997 h 39977"/>
                <a:gd name="connsiteX4" fmla="*/ 34781 w 39977"/>
                <a:gd name="connsiteY4" fmla="*/ 20389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34781" y="20389"/>
                  </a:moveTo>
                  <a:cubicBezTo>
                    <a:pt x="34781" y="28337"/>
                    <a:pt x="28337" y="34781"/>
                    <a:pt x="20389" y="34781"/>
                  </a:cubicBezTo>
                  <a:cubicBezTo>
                    <a:pt x="12440" y="34781"/>
                    <a:pt x="5997" y="28337"/>
                    <a:pt x="5997" y="20389"/>
                  </a:cubicBezTo>
                  <a:cubicBezTo>
                    <a:pt x="5997" y="12440"/>
                    <a:pt x="12440" y="5997"/>
                    <a:pt x="20389" y="5997"/>
                  </a:cubicBezTo>
                  <a:cubicBezTo>
                    <a:pt x="28337" y="5997"/>
                    <a:pt x="34781" y="12440"/>
                    <a:pt x="34781" y="20389"/>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A4B25858-CAE2-4A62-8368-4DA3298C8D56}"/>
                </a:ext>
              </a:extLst>
            </p:cNvPr>
            <p:cNvSpPr/>
            <p:nvPr/>
          </p:nvSpPr>
          <p:spPr>
            <a:xfrm>
              <a:off x="1495491" y="1358291"/>
              <a:ext cx="23987" cy="23987"/>
            </a:xfrm>
            <a:custGeom>
              <a:avLst/>
              <a:gdLst>
                <a:gd name="connsiteX0" fmla="*/ 14095 w 23986"/>
                <a:gd name="connsiteY0" fmla="*/ 21988 h 23986"/>
                <a:gd name="connsiteX1" fmla="*/ 22090 w 23986"/>
                <a:gd name="connsiteY1" fmla="*/ 13992 h 23986"/>
                <a:gd name="connsiteX2" fmla="*/ 14095 w 23986"/>
                <a:gd name="connsiteY2" fmla="*/ 5997 h 23986"/>
                <a:gd name="connsiteX3" fmla="*/ 6099 w 23986"/>
                <a:gd name="connsiteY3" fmla="*/ 13992 h 23986"/>
                <a:gd name="connsiteX4" fmla="*/ 14095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095" y="21988"/>
                  </a:moveTo>
                  <a:cubicBezTo>
                    <a:pt x="18892" y="21988"/>
                    <a:pt x="22090" y="18789"/>
                    <a:pt x="22090" y="13992"/>
                  </a:cubicBezTo>
                  <a:cubicBezTo>
                    <a:pt x="22090" y="9195"/>
                    <a:pt x="18892" y="5997"/>
                    <a:pt x="14095" y="5997"/>
                  </a:cubicBezTo>
                  <a:cubicBezTo>
                    <a:pt x="10097" y="5997"/>
                    <a:pt x="6099" y="9195"/>
                    <a:pt x="6099" y="13992"/>
                  </a:cubicBezTo>
                  <a:cubicBezTo>
                    <a:pt x="5299" y="18789"/>
                    <a:pt x="9297" y="21988"/>
                    <a:pt x="14095" y="2198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7C4ECCA8-1E96-496F-9E0A-8FEA8757DD44}"/>
                </a:ext>
              </a:extLst>
            </p:cNvPr>
            <p:cNvSpPr/>
            <p:nvPr/>
          </p:nvSpPr>
          <p:spPr>
            <a:xfrm>
              <a:off x="1638714" y="1359090"/>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0" y="20389"/>
                    <a:pt x="20389" y="17191"/>
                    <a:pt x="20389" y="13193"/>
                  </a:cubicBezTo>
                  <a:cubicBezTo>
                    <a:pt x="20389" y="9195"/>
                    <a:pt x="17190" y="5997"/>
                    <a:pt x="13193" y="5997"/>
                  </a:cubicBezTo>
                  <a:cubicBezTo>
                    <a:pt x="9195" y="5997"/>
                    <a:pt x="5997" y="9195"/>
                    <a:pt x="5997" y="13193"/>
                  </a:cubicBezTo>
                  <a:cubicBezTo>
                    <a:pt x="5997" y="17191"/>
                    <a:pt x="9195" y="20389"/>
                    <a:pt x="13193" y="20389"/>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459B2D80-AB06-46E7-ACB3-7A3ACC65DE2D}"/>
                </a:ext>
              </a:extLst>
            </p:cNvPr>
            <p:cNvSpPr/>
            <p:nvPr/>
          </p:nvSpPr>
          <p:spPr>
            <a:xfrm>
              <a:off x="1782634" y="1361489"/>
              <a:ext cx="15991" cy="15991"/>
            </a:xfrm>
            <a:custGeom>
              <a:avLst/>
              <a:gdLst>
                <a:gd name="connsiteX0" fmla="*/ 11594 w 15991"/>
                <a:gd name="connsiteY0" fmla="*/ 17190 h 15991"/>
                <a:gd name="connsiteX1" fmla="*/ 17190 w 15991"/>
                <a:gd name="connsiteY1" fmla="*/ 11593 h 15991"/>
                <a:gd name="connsiteX2" fmla="*/ 11594 w 15991"/>
                <a:gd name="connsiteY2" fmla="*/ 5997 h 15991"/>
                <a:gd name="connsiteX3" fmla="*/ 5997 w 15991"/>
                <a:gd name="connsiteY3" fmla="*/ 11593 h 15991"/>
                <a:gd name="connsiteX4" fmla="*/ 11594 w 15991"/>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7190"/>
                  </a:moveTo>
                  <a:cubicBezTo>
                    <a:pt x="14792" y="17190"/>
                    <a:pt x="17190" y="14792"/>
                    <a:pt x="17190" y="11593"/>
                  </a:cubicBezTo>
                  <a:cubicBezTo>
                    <a:pt x="17190" y="8395"/>
                    <a:pt x="14792" y="5997"/>
                    <a:pt x="11594" y="5997"/>
                  </a:cubicBezTo>
                  <a:cubicBezTo>
                    <a:pt x="8395" y="5997"/>
                    <a:pt x="5997" y="8395"/>
                    <a:pt x="5997" y="11593"/>
                  </a:cubicBezTo>
                  <a:cubicBezTo>
                    <a:pt x="5997" y="13992"/>
                    <a:pt x="8395" y="17190"/>
                    <a:pt x="11594" y="17190"/>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DC48A1A7-D359-48F4-A239-ACF034FA8610}"/>
                </a:ext>
              </a:extLst>
            </p:cNvPr>
            <p:cNvSpPr/>
            <p:nvPr/>
          </p:nvSpPr>
          <p:spPr>
            <a:xfrm>
              <a:off x="1927353" y="1362289"/>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1593" y="5997"/>
                    <a:pt x="9994" y="5997"/>
                  </a:cubicBezTo>
                  <a:cubicBezTo>
                    <a:pt x="8395"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6DAF23C5-A79A-4C2A-BBF2-90830D047FF0}"/>
                </a:ext>
              </a:extLst>
            </p:cNvPr>
            <p:cNvSpPr/>
            <p:nvPr/>
          </p:nvSpPr>
          <p:spPr>
            <a:xfrm>
              <a:off x="2069674" y="1362289"/>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817B27F5-6288-487F-9AA3-1ECA60EEFD53}"/>
                </a:ext>
              </a:extLst>
            </p:cNvPr>
            <p:cNvSpPr/>
            <p:nvPr/>
          </p:nvSpPr>
          <p:spPr>
            <a:xfrm>
              <a:off x="2212794" y="1362289"/>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332927F-A47E-40D8-9DD0-EC936F05F818}"/>
                </a:ext>
              </a:extLst>
            </p:cNvPr>
            <p:cNvSpPr/>
            <p:nvPr/>
          </p:nvSpPr>
          <p:spPr>
            <a:xfrm>
              <a:off x="2353516" y="1361489"/>
              <a:ext cx="23987" cy="15991"/>
            </a:xfrm>
            <a:custGeom>
              <a:avLst/>
              <a:gdLst>
                <a:gd name="connsiteX0" fmla="*/ 11594 w 23986"/>
                <a:gd name="connsiteY0" fmla="*/ 17190 h 15991"/>
                <a:gd name="connsiteX1" fmla="*/ 17990 w 23986"/>
                <a:gd name="connsiteY1" fmla="*/ 11593 h 15991"/>
                <a:gd name="connsiteX2" fmla="*/ 11594 w 23986"/>
                <a:gd name="connsiteY2" fmla="*/ 5997 h 15991"/>
                <a:gd name="connsiteX3" fmla="*/ 5997 w 23986"/>
                <a:gd name="connsiteY3" fmla="*/ 11593 h 15991"/>
                <a:gd name="connsiteX4" fmla="*/ 11594 w 23986"/>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15991">
                  <a:moveTo>
                    <a:pt x="11594" y="17190"/>
                  </a:moveTo>
                  <a:cubicBezTo>
                    <a:pt x="14792" y="17190"/>
                    <a:pt x="17990" y="14792"/>
                    <a:pt x="17990" y="11593"/>
                  </a:cubicBezTo>
                  <a:cubicBezTo>
                    <a:pt x="17990" y="8395"/>
                    <a:pt x="15591" y="5997"/>
                    <a:pt x="11594" y="5997"/>
                  </a:cubicBezTo>
                  <a:cubicBezTo>
                    <a:pt x="8395" y="5997"/>
                    <a:pt x="5997" y="8395"/>
                    <a:pt x="5997" y="11593"/>
                  </a:cubicBezTo>
                  <a:cubicBezTo>
                    <a:pt x="5997" y="13992"/>
                    <a:pt x="8395" y="17190"/>
                    <a:pt x="11594" y="17190"/>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679F7F8C-1CF0-43E1-A13C-7EAF67A47506}"/>
                </a:ext>
              </a:extLst>
            </p:cNvPr>
            <p:cNvSpPr/>
            <p:nvPr/>
          </p:nvSpPr>
          <p:spPr>
            <a:xfrm>
              <a:off x="2492638" y="1358291"/>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8789"/>
                    <a:pt x="9994" y="23587"/>
                    <a:pt x="14792" y="23587"/>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6365DEDD-5141-48A2-9566-A680CC16FBAB}"/>
                </a:ext>
              </a:extLst>
            </p:cNvPr>
            <p:cNvSpPr/>
            <p:nvPr/>
          </p:nvSpPr>
          <p:spPr>
            <a:xfrm>
              <a:off x="2625365" y="1347097"/>
              <a:ext cx="47973" cy="47973"/>
            </a:xfrm>
            <a:custGeom>
              <a:avLst/>
              <a:gdLst>
                <a:gd name="connsiteX0" fmla="*/ 25186 w 47973"/>
                <a:gd name="connsiteY0" fmla="*/ 44375 h 47973"/>
                <a:gd name="connsiteX1" fmla="*/ 44375 w 47973"/>
                <a:gd name="connsiteY1" fmla="*/ 25186 h 47973"/>
                <a:gd name="connsiteX2" fmla="*/ 25186 w 47973"/>
                <a:gd name="connsiteY2" fmla="*/ 5997 h 47973"/>
                <a:gd name="connsiteX3" fmla="*/ 5997 w 47973"/>
                <a:gd name="connsiteY3" fmla="*/ 25186 h 47973"/>
                <a:gd name="connsiteX4" fmla="*/ 25186 w 47973"/>
                <a:gd name="connsiteY4" fmla="*/ 44375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186" y="44375"/>
                  </a:moveTo>
                  <a:cubicBezTo>
                    <a:pt x="36380" y="44375"/>
                    <a:pt x="44375" y="35580"/>
                    <a:pt x="44375" y="25186"/>
                  </a:cubicBezTo>
                  <a:cubicBezTo>
                    <a:pt x="44375" y="14792"/>
                    <a:pt x="35580" y="5997"/>
                    <a:pt x="25186" y="5997"/>
                  </a:cubicBezTo>
                  <a:cubicBezTo>
                    <a:pt x="14792" y="5997"/>
                    <a:pt x="5997" y="14792"/>
                    <a:pt x="5997" y="25186"/>
                  </a:cubicBezTo>
                  <a:cubicBezTo>
                    <a:pt x="5997" y="36380"/>
                    <a:pt x="14792" y="44375"/>
                    <a:pt x="25186" y="44375"/>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D3704322-6392-48EB-B252-714F51D3F5BA}"/>
                </a:ext>
              </a:extLst>
            </p:cNvPr>
            <p:cNvSpPr/>
            <p:nvPr/>
          </p:nvSpPr>
          <p:spPr>
            <a:xfrm>
              <a:off x="2766086" y="1345498"/>
              <a:ext cx="47973" cy="47973"/>
            </a:xfrm>
            <a:custGeom>
              <a:avLst/>
              <a:gdLst>
                <a:gd name="connsiteX0" fmla="*/ 26785 w 47973"/>
                <a:gd name="connsiteY0" fmla="*/ 47573 h 47973"/>
                <a:gd name="connsiteX1" fmla="*/ 47574 w 47973"/>
                <a:gd name="connsiteY1" fmla="*/ 26785 h 47973"/>
                <a:gd name="connsiteX2" fmla="*/ 26785 w 47973"/>
                <a:gd name="connsiteY2" fmla="*/ 5997 h 47973"/>
                <a:gd name="connsiteX3" fmla="*/ 5997 w 47973"/>
                <a:gd name="connsiteY3" fmla="*/ 26785 h 47973"/>
                <a:gd name="connsiteX4" fmla="*/ 26785 w 47973"/>
                <a:gd name="connsiteY4" fmla="*/ 47573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6785" y="47573"/>
                  </a:moveTo>
                  <a:cubicBezTo>
                    <a:pt x="37979" y="47573"/>
                    <a:pt x="47574" y="38778"/>
                    <a:pt x="47574" y="26785"/>
                  </a:cubicBezTo>
                  <a:cubicBezTo>
                    <a:pt x="47574" y="15591"/>
                    <a:pt x="37979" y="5997"/>
                    <a:pt x="26785" y="5997"/>
                  </a:cubicBezTo>
                  <a:cubicBezTo>
                    <a:pt x="15591" y="5997"/>
                    <a:pt x="5997" y="15591"/>
                    <a:pt x="5997" y="26785"/>
                  </a:cubicBezTo>
                  <a:cubicBezTo>
                    <a:pt x="5997" y="37979"/>
                    <a:pt x="15591" y="47573"/>
                    <a:pt x="26785" y="47573"/>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B44CEA2C-457B-4210-9A92-3535A79EC727}"/>
                </a:ext>
              </a:extLst>
            </p:cNvPr>
            <p:cNvSpPr/>
            <p:nvPr/>
          </p:nvSpPr>
          <p:spPr>
            <a:xfrm>
              <a:off x="2910806" y="1347097"/>
              <a:ext cx="47973" cy="47973"/>
            </a:xfrm>
            <a:custGeom>
              <a:avLst/>
              <a:gdLst>
                <a:gd name="connsiteX0" fmla="*/ 25186 w 47973"/>
                <a:gd name="connsiteY0" fmla="*/ 44375 h 47973"/>
                <a:gd name="connsiteX1" fmla="*/ 44375 w 47973"/>
                <a:gd name="connsiteY1" fmla="*/ 25186 h 47973"/>
                <a:gd name="connsiteX2" fmla="*/ 25186 w 47973"/>
                <a:gd name="connsiteY2" fmla="*/ 5997 h 47973"/>
                <a:gd name="connsiteX3" fmla="*/ 5997 w 47973"/>
                <a:gd name="connsiteY3" fmla="*/ 25186 h 47973"/>
                <a:gd name="connsiteX4" fmla="*/ 25186 w 47973"/>
                <a:gd name="connsiteY4" fmla="*/ 44375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186" y="44375"/>
                  </a:moveTo>
                  <a:cubicBezTo>
                    <a:pt x="35580" y="44375"/>
                    <a:pt x="44375" y="35580"/>
                    <a:pt x="44375" y="25186"/>
                  </a:cubicBezTo>
                  <a:cubicBezTo>
                    <a:pt x="44375" y="14792"/>
                    <a:pt x="35580" y="5997"/>
                    <a:pt x="25186" y="5997"/>
                  </a:cubicBezTo>
                  <a:cubicBezTo>
                    <a:pt x="14792" y="5997"/>
                    <a:pt x="5997" y="14792"/>
                    <a:pt x="5997" y="25186"/>
                  </a:cubicBezTo>
                  <a:cubicBezTo>
                    <a:pt x="5997" y="35580"/>
                    <a:pt x="14792" y="44375"/>
                    <a:pt x="25186" y="44375"/>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A1223BD2-58B8-4C09-B2E2-C8B9F0CA179C}"/>
                </a:ext>
              </a:extLst>
            </p:cNvPr>
            <p:cNvSpPr/>
            <p:nvPr/>
          </p:nvSpPr>
          <p:spPr>
            <a:xfrm>
              <a:off x="3052327" y="1346298"/>
              <a:ext cx="47973" cy="47973"/>
            </a:xfrm>
            <a:custGeom>
              <a:avLst/>
              <a:gdLst>
                <a:gd name="connsiteX0" fmla="*/ 25986 w 47973"/>
                <a:gd name="connsiteY0" fmla="*/ 45974 h 47973"/>
                <a:gd name="connsiteX1" fmla="*/ 45974 w 47973"/>
                <a:gd name="connsiteY1" fmla="*/ 25986 h 47973"/>
                <a:gd name="connsiteX2" fmla="*/ 25986 w 47973"/>
                <a:gd name="connsiteY2" fmla="*/ 5997 h 47973"/>
                <a:gd name="connsiteX3" fmla="*/ 5997 w 47973"/>
                <a:gd name="connsiteY3" fmla="*/ 25986 h 47973"/>
                <a:gd name="connsiteX4" fmla="*/ 25986 w 47973"/>
                <a:gd name="connsiteY4" fmla="*/ 45974 h 47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3" h="47973">
                  <a:moveTo>
                    <a:pt x="25986" y="45974"/>
                  </a:moveTo>
                  <a:cubicBezTo>
                    <a:pt x="37180" y="45974"/>
                    <a:pt x="45974" y="37179"/>
                    <a:pt x="45974" y="25986"/>
                  </a:cubicBezTo>
                  <a:cubicBezTo>
                    <a:pt x="45974" y="14792"/>
                    <a:pt x="37180" y="5997"/>
                    <a:pt x="25986" y="5997"/>
                  </a:cubicBezTo>
                  <a:cubicBezTo>
                    <a:pt x="15591" y="5997"/>
                    <a:pt x="5997" y="14792"/>
                    <a:pt x="5997" y="25986"/>
                  </a:cubicBezTo>
                  <a:cubicBezTo>
                    <a:pt x="5997" y="37179"/>
                    <a:pt x="15591" y="45974"/>
                    <a:pt x="25986" y="45974"/>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1D6D8495-CFB0-41FA-9DF6-31E95C2A1050}"/>
                </a:ext>
              </a:extLst>
            </p:cNvPr>
            <p:cNvSpPr/>
            <p:nvPr/>
          </p:nvSpPr>
          <p:spPr>
            <a:xfrm>
              <a:off x="3192249" y="1343099"/>
              <a:ext cx="55969" cy="55969"/>
            </a:xfrm>
            <a:custGeom>
              <a:avLst/>
              <a:gdLst>
                <a:gd name="connsiteX0" fmla="*/ 29184 w 55968"/>
                <a:gd name="connsiteY0" fmla="*/ 52371 h 55968"/>
                <a:gd name="connsiteX1" fmla="*/ 52371 w 55968"/>
                <a:gd name="connsiteY1" fmla="*/ 29184 h 55968"/>
                <a:gd name="connsiteX2" fmla="*/ 29184 w 55968"/>
                <a:gd name="connsiteY2" fmla="*/ 5997 h 55968"/>
                <a:gd name="connsiteX3" fmla="*/ 5997 w 55968"/>
                <a:gd name="connsiteY3" fmla="*/ 29184 h 55968"/>
                <a:gd name="connsiteX4" fmla="*/ 29184 w 55968"/>
                <a:gd name="connsiteY4" fmla="*/ 52371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184" y="52371"/>
                  </a:moveTo>
                  <a:cubicBezTo>
                    <a:pt x="41977" y="52371"/>
                    <a:pt x="52371" y="41977"/>
                    <a:pt x="52371" y="29184"/>
                  </a:cubicBezTo>
                  <a:cubicBezTo>
                    <a:pt x="52371" y="16391"/>
                    <a:pt x="41977" y="5997"/>
                    <a:pt x="29184" y="5997"/>
                  </a:cubicBezTo>
                  <a:cubicBezTo>
                    <a:pt x="16391" y="5997"/>
                    <a:pt x="5997" y="16391"/>
                    <a:pt x="5997" y="29184"/>
                  </a:cubicBezTo>
                  <a:cubicBezTo>
                    <a:pt x="5997" y="41977"/>
                    <a:pt x="16391" y="52371"/>
                    <a:pt x="29184" y="52371"/>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BBD7EB2C-1D7E-47DE-A3A3-6F5BBE1B2170}"/>
                </a:ext>
              </a:extLst>
            </p:cNvPr>
            <p:cNvSpPr/>
            <p:nvPr/>
          </p:nvSpPr>
          <p:spPr>
            <a:xfrm>
              <a:off x="3314581" y="1323110"/>
              <a:ext cx="95947" cy="95947"/>
            </a:xfrm>
            <a:custGeom>
              <a:avLst/>
              <a:gdLst>
                <a:gd name="connsiteX0" fmla="*/ 49173 w 95946"/>
                <a:gd name="connsiteY0" fmla="*/ 92349 h 95946"/>
                <a:gd name="connsiteX1" fmla="*/ 92349 w 95946"/>
                <a:gd name="connsiteY1" fmla="*/ 49173 h 95946"/>
                <a:gd name="connsiteX2" fmla="*/ 49173 w 95946"/>
                <a:gd name="connsiteY2" fmla="*/ 5997 h 95946"/>
                <a:gd name="connsiteX3" fmla="*/ 5997 w 95946"/>
                <a:gd name="connsiteY3" fmla="*/ 49173 h 95946"/>
                <a:gd name="connsiteX4" fmla="*/ 49173 w 95946"/>
                <a:gd name="connsiteY4" fmla="*/ 92349 h 95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46" h="95946">
                  <a:moveTo>
                    <a:pt x="49173" y="92349"/>
                  </a:moveTo>
                  <a:cubicBezTo>
                    <a:pt x="73159" y="92349"/>
                    <a:pt x="92349" y="73159"/>
                    <a:pt x="92349" y="49173"/>
                  </a:cubicBezTo>
                  <a:cubicBezTo>
                    <a:pt x="92349" y="25186"/>
                    <a:pt x="73159" y="5997"/>
                    <a:pt x="49173" y="5997"/>
                  </a:cubicBezTo>
                  <a:cubicBezTo>
                    <a:pt x="25186" y="5997"/>
                    <a:pt x="5997" y="25186"/>
                    <a:pt x="5997" y="49173"/>
                  </a:cubicBezTo>
                  <a:cubicBezTo>
                    <a:pt x="5997" y="73159"/>
                    <a:pt x="25186" y="92349"/>
                    <a:pt x="49173" y="92349"/>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FD452C85-E4EE-40A0-9BFA-FDB11AF1B6E3}"/>
                </a:ext>
              </a:extLst>
            </p:cNvPr>
            <p:cNvSpPr/>
            <p:nvPr/>
          </p:nvSpPr>
          <p:spPr>
            <a:xfrm>
              <a:off x="3476891" y="1343099"/>
              <a:ext cx="55969" cy="55969"/>
            </a:xfrm>
            <a:custGeom>
              <a:avLst/>
              <a:gdLst>
                <a:gd name="connsiteX0" fmla="*/ 29183 w 55968"/>
                <a:gd name="connsiteY0" fmla="*/ 52371 h 55968"/>
                <a:gd name="connsiteX1" fmla="*/ 52371 w 55968"/>
                <a:gd name="connsiteY1" fmla="*/ 29184 h 55968"/>
                <a:gd name="connsiteX2" fmla="*/ 29183 w 55968"/>
                <a:gd name="connsiteY2" fmla="*/ 5997 h 55968"/>
                <a:gd name="connsiteX3" fmla="*/ 5997 w 55968"/>
                <a:gd name="connsiteY3" fmla="*/ 29184 h 55968"/>
                <a:gd name="connsiteX4" fmla="*/ 29183 w 55968"/>
                <a:gd name="connsiteY4" fmla="*/ 52371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9183" y="52371"/>
                  </a:moveTo>
                  <a:cubicBezTo>
                    <a:pt x="41977" y="52371"/>
                    <a:pt x="52371" y="41977"/>
                    <a:pt x="52371" y="29184"/>
                  </a:cubicBezTo>
                  <a:cubicBezTo>
                    <a:pt x="52371" y="16391"/>
                    <a:pt x="41977" y="5997"/>
                    <a:pt x="29183" y="5997"/>
                  </a:cubicBezTo>
                  <a:cubicBezTo>
                    <a:pt x="16391" y="5997"/>
                    <a:pt x="5997" y="16391"/>
                    <a:pt x="5997" y="29184"/>
                  </a:cubicBezTo>
                  <a:cubicBezTo>
                    <a:pt x="6796" y="41977"/>
                    <a:pt x="17190" y="52371"/>
                    <a:pt x="29183" y="5237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837AC2DC-EBB4-414E-9F78-A330614C9339}"/>
                </a:ext>
              </a:extLst>
            </p:cNvPr>
            <p:cNvSpPr/>
            <p:nvPr/>
          </p:nvSpPr>
          <p:spPr>
            <a:xfrm>
              <a:off x="3632004" y="1355093"/>
              <a:ext cx="31982" cy="31982"/>
            </a:xfrm>
            <a:custGeom>
              <a:avLst/>
              <a:gdLst>
                <a:gd name="connsiteX0" fmla="*/ 17191 w 31982"/>
                <a:gd name="connsiteY0" fmla="*/ 28384 h 31982"/>
                <a:gd name="connsiteX1" fmla="*/ 28384 w 31982"/>
                <a:gd name="connsiteY1" fmla="*/ 17191 h 31982"/>
                <a:gd name="connsiteX2" fmla="*/ 17191 w 31982"/>
                <a:gd name="connsiteY2" fmla="*/ 5997 h 31982"/>
                <a:gd name="connsiteX3" fmla="*/ 5997 w 31982"/>
                <a:gd name="connsiteY3" fmla="*/ 17191 h 31982"/>
                <a:gd name="connsiteX4" fmla="*/ 17191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1" y="28384"/>
                  </a:moveTo>
                  <a:cubicBezTo>
                    <a:pt x="23587" y="28384"/>
                    <a:pt x="28384" y="23587"/>
                    <a:pt x="28384" y="17191"/>
                  </a:cubicBezTo>
                  <a:cubicBezTo>
                    <a:pt x="28384" y="10794"/>
                    <a:pt x="23587" y="5997"/>
                    <a:pt x="17191" y="5997"/>
                  </a:cubicBezTo>
                  <a:cubicBezTo>
                    <a:pt x="10794" y="5997"/>
                    <a:pt x="5997" y="10794"/>
                    <a:pt x="5997" y="17191"/>
                  </a:cubicBezTo>
                  <a:cubicBezTo>
                    <a:pt x="5997" y="23587"/>
                    <a:pt x="10794" y="28384"/>
                    <a:pt x="17191" y="28384"/>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B47C6CCF-BFEB-4138-A5D2-730F3E45A5AB}"/>
                </a:ext>
              </a:extLst>
            </p:cNvPr>
            <p:cNvSpPr/>
            <p:nvPr/>
          </p:nvSpPr>
          <p:spPr>
            <a:xfrm>
              <a:off x="3774325" y="1355093"/>
              <a:ext cx="31982" cy="31982"/>
            </a:xfrm>
            <a:custGeom>
              <a:avLst/>
              <a:gdLst>
                <a:gd name="connsiteX0" fmla="*/ 17191 w 31982"/>
                <a:gd name="connsiteY0" fmla="*/ 28384 h 31982"/>
                <a:gd name="connsiteX1" fmla="*/ 28385 w 31982"/>
                <a:gd name="connsiteY1" fmla="*/ 17191 h 31982"/>
                <a:gd name="connsiteX2" fmla="*/ 17191 w 31982"/>
                <a:gd name="connsiteY2" fmla="*/ 5997 h 31982"/>
                <a:gd name="connsiteX3" fmla="*/ 5997 w 31982"/>
                <a:gd name="connsiteY3" fmla="*/ 17191 h 31982"/>
                <a:gd name="connsiteX4" fmla="*/ 17191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1" y="28384"/>
                  </a:moveTo>
                  <a:cubicBezTo>
                    <a:pt x="23587" y="28384"/>
                    <a:pt x="28385" y="23587"/>
                    <a:pt x="28385" y="17191"/>
                  </a:cubicBezTo>
                  <a:cubicBezTo>
                    <a:pt x="28385" y="10794"/>
                    <a:pt x="23587" y="5997"/>
                    <a:pt x="17191" y="5997"/>
                  </a:cubicBezTo>
                  <a:cubicBezTo>
                    <a:pt x="10794" y="5997"/>
                    <a:pt x="5997" y="10794"/>
                    <a:pt x="5997" y="17191"/>
                  </a:cubicBezTo>
                  <a:cubicBezTo>
                    <a:pt x="6797" y="23587"/>
                    <a:pt x="11594" y="28384"/>
                    <a:pt x="17191" y="28384"/>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264CED1C-CE5F-4067-BC7E-05D9A4E1ABBC}"/>
                </a:ext>
              </a:extLst>
            </p:cNvPr>
            <p:cNvSpPr/>
            <p:nvPr/>
          </p:nvSpPr>
          <p:spPr>
            <a:xfrm>
              <a:off x="3914247" y="1352694"/>
              <a:ext cx="39978" cy="31982"/>
            </a:xfrm>
            <a:custGeom>
              <a:avLst/>
              <a:gdLst>
                <a:gd name="connsiteX0" fmla="*/ 20389 w 39977"/>
                <a:gd name="connsiteY0" fmla="*/ 33181 h 31982"/>
                <a:gd name="connsiteX1" fmla="*/ 33981 w 39977"/>
                <a:gd name="connsiteY1" fmla="*/ 19589 h 31982"/>
                <a:gd name="connsiteX2" fmla="*/ 20389 w 39977"/>
                <a:gd name="connsiteY2" fmla="*/ 5997 h 31982"/>
                <a:gd name="connsiteX3" fmla="*/ 5997 w 39977"/>
                <a:gd name="connsiteY3" fmla="*/ 19589 h 31982"/>
                <a:gd name="connsiteX4" fmla="*/ 20389 w 39977"/>
                <a:gd name="connsiteY4" fmla="*/ 33181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1982">
                  <a:moveTo>
                    <a:pt x="20389" y="33181"/>
                  </a:moveTo>
                  <a:cubicBezTo>
                    <a:pt x="28385" y="33181"/>
                    <a:pt x="33981" y="26785"/>
                    <a:pt x="33981" y="19589"/>
                  </a:cubicBezTo>
                  <a:cubicBezTo>
                    <a:pt x="33981" y="12393"/>
                    <a:pt x="27585" y="5997"/>
                    <a:pt x="20389" y="5997"/>
                  </a:cubicBezTo>
                  <a:cubicBezTo>
                    <a:pt x="12393" y="5997"/>
                    <a:pt x="5997" y="12393"/>
                    <a:pt x="5997" y="19589"/>
                  </a:cubicBezTo>
                  <a:cubicBezTo>
                    <a:pt x="5997" y="26785"/>
                    <a:pt x="12393" y="33181"/>
                    <a:pt x="20389" y="33181"/>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4DC8C220-A07A-45D2-A628-C39A9DEC306A}"/>
                </a:ext>
              </a:extLst>
            </p:cNvPr>
            <p:cNvSpPr/>
            <p:nvPr/>
          </p:nvSpPr>
          <p:spPr>
            <a:xfrm>
              <a:off x="4063764" y="1359090"/>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1"/>
                    <a:pt x="20389" y="13193"/>
                  </a:cubicBezTo>
                  <a:cubicBezTo>
                    <a:pt x="20389" y="9195"/>
                    <a:pt x="17191" y="5997"/>
                    <a:pt x="13193" y="5997"/>
                  </a:cubicBezTo>
                  <a:cubicBezTo>
                    <a:pt x="9195" y="5997"/>
                    <a:pt x="5997" y="9195"/>
                    <a:pt x="5997" y="13193"/>
                  </a:cubicBezTo>
                  <a:cubicBezTo>
                    <a:pt x="5997" y="17191"/>
                    <a:pt x="9195" y="20389"/>
                    <a:pt x="13193" y="20389"/>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22A68408-D2C3-49EA-B243-8E98B772AD64}"/>
                </a:ext>
              </a:extLst>
            </p:cNvPr>
            <p:cNvSpPr/>
            <p:nvPr/>
          </p:nvSpPr>
          <p:spPr>
            <a:xfrm>
              <a:off x="4206781" y="1359890"/>
              <a:ext cx="23987" cy="23987"/>
            </a:xfrm>
            <a:custGeom>
              <a:avLst/>
              <a:gdLst>
                <a:gd name="connsiteX0" fmla="*/ 13295 w 23986"/>
                <a:gd name="connsiteY0" fmla="*/ 20389 h 23986"/>
                <a:gd name="connsiteX1" fmla="*/ 20492 w 23986"/>
                <a:gd name="connsiteY1" fmla="*/ 13193 h 23986"/>
                <a:gd name="connsiteX2" fmla="*/ 13295 w 23986"/>
                <a:gd name="connsiteY2" fmla="*/ 5997 h 23986"/>
                <a:gd name="connsiteX3" fmla="*/ 6100 w 23986"/>
                <a:gd name="connsiteY3" fmla="*/ 13193 h 23986"/>
                <a:gd name="connsiteX4" fmla="*/ 13295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295" y="20389"/>
                  </a:moveTo>
                  <a:cubicBezTo>
                    <a:pt x="17293" y="20389"/>
                    <a:pt x="20492" y="17190"/>
                    <a:pt x="20492" y="13193"/>
                  </a:cubicBezTo>
                  <a:cubicBezTo>
                    <a:pt x="20492" y="9195"/>
                    <a:pt x="17293" y="5997"/>
                    <a:pt x="13295" y="5997"/>
                  </a:cubicBezTo>
                  <a:cubicBezTo>
                    <a:pt x="9298" y="5997"/>
                    <a:pt x="6100" y="9195"/>
                    <a:pt x="6100" y="13193"/>
                  </a:cubicBezTo>
                  <a:cubicBezTo>
                    <a:pt x="5300" y="16391"/>
                    <a:pt x="9298" y="20389"/>
                    <a:pt x="13295" y="2038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5C4BB434-A623-497A-8815-F4DD817D000F}"/>
                </a:ext>
              </a:extLst>
            </p:cNvPr>
            <p:cNvSpPr/>
            <p:nvPr/>
          </p:nvSpPr>
          <p:spPr>
            <a:xfrm>
              <a:off x="4347606" y="1358291"/>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8789"/>
                    <a:pt x="9994" y="23587"/>
                    <a:pt x="14792" y="23587"/>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9BC12FF2-38A9-4805-90BA-FD5F75F51B9C}"/>
                </a:ext>
              </a:extLst>
            </p:cNvPr>
            <p:cNvSpPr/>
            <p:nvPr/>
          </p:nvSpPr>
          <p:spPr>
            <a:xfrm>
              <a:off x="4489927" y="1356692"/>
              <a:ext cx="23987" cy="23987"/>
            </a:xfrm>
            <a:custGeom>
              <a:avLst/>
              <a:gdLst>
                <a:gd name="connsiteX0" fmla="*/ 25186 w 23986"/>
                <a:gd name="connsiteY0" fmla="*/ 15591 h 23986"/>
                <a:gd name="connsiteX1" fmla="*/ 15591 w 23986"/>
                <a:gd name="connsiteY1" fmla="*/ 25186 h 23986"/>
                <a:gd name="connsiteX2" fmla="*/ 5996 w 23986"/>
                <a:gd name="connsiteY2" fmla="*/ 15591 h 23986"/>
                <a:gd name="connsiteX3" fmla="*/ 15591 w 23986"/>
                <a:gd name="connsiteY3" fmla="*/ 5997 h 23986"/>
                <a:gd name="connsiteX4" fmla="*/ 25186 w 23986"/>
                <a:gd name="connsiteY4" fmla="*/ 15591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25186" y="15591"/>
                  </a:moveTo>
                  <a:cubicBezTo>
                    <a:pt x="25186" y="20890"/>
                    <a:pt x="20891" y="25186"/>
                    <a:pt x="15591" y="25186"/>
                  </a:cubicBezTo>
                  <a:cubicBezTo>
                    <a:pt x="10292" y="25186"/>
                    <a:pt x="5996" y="20890"/>
                    <a:pt x="5996" y="15591"/>
                  </a:cubicBezTo>
                  <a:cubicBezTo>
                    <a:pt x="5996" y="10292"/>
                    <a:pt x="10292" y="5997"/>
                    <a:pt x="15591" y="5997"/>
                  </a:cubicBezTo>
                  <a:cubicBezTo>
                    <a:pt x="20890" y="5997"/>
                    <a:pt x="25186" y="10292"/>
                    <a:pt x="25186" y="15591"/>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E5C2199E-0CE0-4872-AD9A-6430FBD2713B}"/>
                </a:ext>
              </a:extLst>
            </p:cNvPr>
            <p:cNvSpPr/>
            <p:nvPr/>
          </p:nvSpPr>
          <p:spPr>
            <a:xfrm>
              <a:off x="4619455" y="1344698"/>
              <a:ext cx="55969" cy="55969"/>
            </a:xfrm>
            <a:custGeom>
              <a:avLst/>
              <a:gdLst>
                <a:gd name="connsiteX0" fmla="*/ 28384 w 55968"/>
                <a:gd name="connsiteY0" fmla="*/ 50772 h 55968"/>
                <a:gd name="connsiteX1" fmla="*/ 50772 w 55968"/>
                <a:gd name="connsiteY1" fmla="*/ 28384 h 55968"/>
                <a:gd name="connsiteX2" fmla="*/ 28384 w 55968"/>
                <a:gd name="connsiteY2" fmla="*/ 5997 h 55968"/>
                <a:gd name="connsiteX3" fmla="*/ 5997 w 55968"/>
                <a:gd name="connsiteY3" fmla="*/ 28384 h 55968"/>
                <a:gd name="connsiteX4" fmla="*/ 28384 w 55968"/>
                <a:gd name="connsiteY4" fmla="*/ 50772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8384" y="50772"/>
                  </a:moveTo>
                  <a:cubicBezTo>
                    <a:pt x="41177" y="50772"/>
                    <a:pt x="50772" y="40377"/>
                    <a:pt x="50772" y="28384"/>
                  </a:cubicBezTo>
                  <a:cubicBezTo>
                    <a:pt x="50772" y="15591"/>
                    <a:pt x="40377" y="5997"/>
                    <a:pt x="28384" y="5997"/>
                  </a:cubicBezTo>
                  <a:cubicBezTo>
                    <a:pt x="16391" y="5997"/>
                    <a:pt x="5997" y="16391"/>
                    <a:pt x="5997" y="28384"/>
                  </a:cubicBezTo>
                  <a:cubicBezTo>
                    <a:pt x="5997" y="40377"/>
                    <a:pt x="15591" y="50772"/>
                    <a:pt x="28384" y="50772"/>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03440FEF-1A37-4237-9A95-D720C08816FB}"/>
                </a:ext>
              </a:extLst>
            </p:cNvPr>
            <p:cNvSpPr/>
            <p:nvPr/>
          </p:nvSpPr>
          <p:spPr>
            <a:xfrm>
              <a:off x="4762532" y="1344698"/>
              <a:ext cx="55969" cy="55969"/>
            </a:xfrm>
            <a:custGeom>
              <a:avLst/>
              <a:gdLst>
                <a:gd name="connsiteX0" fmla="*/ 28427 w 55968"/>
                <a:gd name="connsiteY0" fmla="*/ 50772 h 55968"/>
                <a:gd name="connsiteX1" fmla="*/ 50815 w 55968"/>
                <a:gd name="connsiteY1" fmla="*/ 28384 h 55968"/>
                <a:gd name="connsiteX2" fmla="*/ 28427 w 55968"/>
                <a:gd name="connsiteY2" fmla="*/ 5997 h 55968"/>
                <a:gd name="connsiteX3" fmla="*/ 6040 w 55968"/>
                <a:gd name="connsiteY3" fmla="*/ 28384 h 55968"/>
                <a:gd name="connsiteX4" fmla="*/ 28427 w 55968"/>
                <a:gd name="connsiteY4" fmla="*/ 50772 h 55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68" h="55968">
                  <a:moveTo>
                    <a:pt x="28427" y="50772"/>
                  </a:moveTo>
                  <a:cubicBezTo>
                    <a:pt x="40421" y="50772"/>
                    <a:pt x="50815" y="40377"/>
                    <a:pt x="50815" y="28384"/>
                  </a:cubicBezTo>
                  <a:cubicBezTo>
                    <a:pt x="50815" y="15591"/>
                    <a:pt x="40421" y="5997"/>
                    <a:pt x="28427" y="5997"/>
                  </a:cubicBezTo>
                  <a:cubicBezTo>
                    <a:pt x="15635" y="5997"/>
                    <a:pt x="6040" y="16391"/>
                    <a:pt x="6040" y="28384"/>
                  </a:cubicBezTo>
                  <a:cubicBezTo>
                    <a:pt x="5240" y="40377"/>
                    <a:pt x="15635" y="50772"/>
                    <a:pt x="28427" y="50772"/>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09998615-FBF2-4BDE-BAC4-3C52A5694EB8}"/>
                </a:ext>
              </a:extLst>
            </p:cNvPr>
            <p:cNvSpPr/>
            <p:nvPr/>
          </p:nvSpPr>
          <p:spPr>
            <a:xfrm>
              <a:off x="4895301" y="1334304"/>
              <a:ext cx="71960" cy="71960"/>
            </a:xfrm>
            <a:custGeom>
              <a:avLst/>
              <a:gdLst>
                <a:gd name="connsiteX0" fmla="*/ 69961 w 71959"/>
                <a:gd name="connsiteY0" fmla="*/ 37979 h 71959"/>
                <a:gd name="connsiteX1" fmla="*/ 37979 w 71959"/>
                <a:gd name="connsiteY1" fmla="*/ 69961 h 71959"/>
                <a:gd name="connsiteX2" fmla="*/ 5997 w 71959"/>
                <a:gd name="connsiteY2" fmla="*/ 37979 h 71959"/>
                <a:gd name="connsiteX3" fmla="*/ 37979 w 71959"/>
                <a:gd name="connsiteY3" fmla="*/ 5997 h 71959"/>
                <a:gd name="connsiteX4" fmla="*/ 69961 w 71959"/>
                <a:gd name="connsiteY4" fmla="*/ 37979 h 71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59" h="71959">
                  <a:moveTo>
                    <a:pt x="69961" y="37979"/>
                  </a:moveTo>
                  <a:cubicBezTo>
                    <a:pt x="69961" y="55642"/>
                    <a:pt x="55642" y="69961"/>
                    <a:pt x="37979" y="69961"/>
                  </a:cubicBezTo>
                  <a:cubicBezTo>
                    <a:pt x="20315" y="69961"/>
                    <a:pt x="5997" y="55642"/>
                    <a:pt x="5997" y="37979"/>
                  </a:cubicBezTo>
                  <a:cubicBezTo>
                    <a:pt x="5997" y="20316"/>
                    <a:pt x="20315" y="5997"/>
                    <a:pt x="37979" y="5997"/>
                  </a:cubicBezTo>
                  <a:cubicBezTo>
                    <a:pt x="55642" y="5997"/>
                    <a:pt x="69961" y="20316"/>
                    <a:pt x="69961" y="3797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E0A8C8CB-1EA4-4579-B02B-A68FD453C5E5}"/>
                </a:ext>
              </a:extLst>
            </p:cNvPr>
            <p:cNvSpPr/>
            <p:nvPr/>
          </p:nvSpPr>
          <p:spPr>
            <a:xfrm>
              <a:off x="1071030" y="1505409"/>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2393"/>
                    <a:pt x="14792" y="9994"/>
                  </a:cubicBezTo>
                  <a:cubicBezTo>
                    <a:pt x="14792" y="7596"/>
                    <a:pt x="131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677A592-2487-4641-8D92-B11CF7D92EE1}"/>
                </a:ext>
              </a:extLst>
            </p:cNvPr>
            <p:cNvSpPr/>
            <p:nvPr/>
          </p:nvSpPr>
          <p:spPr>
            <a:xfrm>
              <a:off x="1210952" y="1500612"/>
              <a:ext cx="23987" cy="23987"/>
            </a:xfrm>
            <a:custGeom>
              <a:avLst/>
              <a:gdLst>
                <a:gd name="connsiteX0" fmla="*/ 13193 w 23986"/>
                <a:gd name="connsiteY0" fmla="*/ 21988 h 23986"/>
                <a:gd name="connsiteX1" fmla="*/ 20389 w 23986"/>
                <a:gd name="connsiteY1" fmla="*/ 13992 h 23986"/>
                <a:gd name="connsiteX2" fmla="*/ 13193 w 23986"/>
                <a:gd name="connsiteY2" fmla="*/ 5997 h 23986"/>
                <a:gd name="connsiteX3" fmla="*/ 5997 w 23986"/>
                <a:gd name="connsiteY3" fmla="*/ 13992 h 23986"/>
                <a:gd name="connsiteX4" fmla="*/ 13193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1988"/>
                  </a:moveTo>
                  <a:cubicBezTo>
                    <a:pt x="17190" y="21988"/>
                    <a:pt x="20389" y="18790"/>
                    <a:pt x="20389" y="13992"/>
                  </a:cubicBezTo>
                  <a:cubicBezTo>
                    <a:pt x="20389" y="9195"/>
                    <a:pt x="17190" y="5997"/>
                    <a:pt x="13193" y="5997"/>
                  </a:cubicBezTo>
                  <a:cubicBezTo>
                    <a:pt x="9195" y="5997"/>
                    <a:pt x="5997" y="9195"/>
                    <a:pt x="5997" y="13992"/>
                  </a:cubicBezTo>
                  <a:cubicBezTo>
                    <a:pt x="5997" y="18790"/>
                    <a:pt x="8395" y="21988"/>
                    <a:pt x="13193" y="2198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EE1DAC64-3D66-4693-820A-50D80FB66242}"/>
                </a:ext>
              </a:extLst>
            </p:cNvPr>
            <p:cNvSpPr/>
            <p:nvPr/>
          </p:nvSpPr>
          <p:spPr>
            <a:xfrm>
              <a:off x="1353273" y="1500612"/>
              <a:ext cx="23987" cy="23987"/>
            </a:xfrm>
            <a:custGeom>
              <a:avLst/>
              <a:gdLst>
                <a:gd name="connsiteX0" fmla="*/ 13193 w 23986"/>
                <a:gd name="connsiteY0" fmla="*/ 21988 h 23986"/>
                <a:gd name="connsiteX1" fmla="*/ 20389 w 23986"/>
                <a:gd name="connsiteY1" fmla="*/ 13992 h 23986"/>
                <a:gd name="connsiteX2" fmla="*/ 13193 w 23986"/>
                <a:gd name="connsiteY2" fmla="*/ 5997 h 23986"/>
                <a:gd name="connsiteX3" fmla="*/ 5997 w 23986"/>
                <a:gd name="connsiteY3" fmla="*/ 13992 h 23986"/>
                <a:gd name="connsiteX4" fmla="*/ 13193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1988"/>
                  </a:moveTo>
                  <a:cubicBezTo>
                    <a:pt x="17191" y="21988"/>
                    <a:pt x="20389" y="18790"/>
                    <a:pt x="20389" y="13992"/>
                  </a:cubicBezTo>
                  <a:cubicBezTo>
                    <a:pt x="20389" y="9195"/>
                    <a:pt x="17191" y="5997"/>
                    <a:pt x="13193" y="5997"/>
                  </a:cubicBezTo>
                  <a:cubicBezTo>
                    <a:pt x="9195" y="5997"/>
                    <a:pt x="5997" y="9195"/>
                    <a:pt x="5997" y="13992"/>
                  </a:cubicBezTo>
                  <a:cubicBezTo>
                    <a:pt x="5997" y="18790"/>
                    <a:pt x="9195" y="21988"/>
                    <a:pt x="13193" y="2198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C2A7CC5F-54CA-438D-B802-58CD584249E4}"/>
                </a:ext>
              </a:extLst>
            </p:cNvPr>
            <p:cNvSpPr/>
            <p:nvPr/>
          </p:nvSpPr>
          <p:spPr>
            <a:xfrm>
              <a:off x="1500391" y="1506209"/>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6796" y="12393"/>
                    <a:pt x="9195" y="12393"/>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038B6434-43A7-4F0E-867C-53CB7BC1A93A}"/>
                </a:ext>
              </a:extLst>
            </p:cNvPr>
            <p:cNvSpPr/>
            <p:nvPr/>
          </p:nvSpPr>
          <p:spPr>
            <a:xfrm>
              <a:off x="1640313" y="1504609"/>
              <a:ext cx="15991" cy="15991"/>
            </a:xfrm>
            <a:custGeom>
              <a:avLst/>
              <a:gdLst>
                <a:gd name="connsiteX0" fmla="*/ 11593 w 15991"/>
                <a:gd name="connsiteY0" fmla="*/ 15591 h 15991"/>
                <a:gd name="connsiteX1" fmla="*/ 16391 w 15991"/>
                <a:gd name="connsiteY1" fmla="*/ 10794 h 15991"/>
                <a:gd name="connsiteX2" fmla="*/ 11593 w 15991"/>
                <a:gd name="connsiteY2" fmla="*/ 5997 h 15991"/>
                <a:gd name="connsiteX3" fmla="*/ 5997 w 15991"/>
                <a:gd name="connsiteY3" fmla="*/ 10794 h 15991"/>
                <a:gd name="connsiteX4" fmla="*/ 11593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3" y="15591"/>
                  </a:moveTo>
                  <a:cubicBezTo>
                    <a:pt x="13992" y="15591"/>
                    <a:pt x="16391" y="13193"/>
                    <a:pt x="16391" y="10794"/>
                  </a:cubicBezTo>
                  <a:cubicBezTo>
                    <a:pt x="16391" y="8395"/>
                    <a:pt x="13992" y="5997"/>
                    <a:pt x="11593" y="5997"/>
                  </a:cubicBezTo>
                  <a:cubicBezTo>
                    <a:pt x="8395" y="5997"/>
                    <a:pt x="5997" y="8395"/>
                    <a:pt x="5997" y="10794"/>
                  </a:cubicBezTo>
                  <a:cubicBezTo>
                    <a:pt x="5997" y="13193"/>
                    <a:pt x="8395" y="15591"/>
                    <a:pt x="11593" y="15591"/>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C0DFCE74-1C45-4161-B4B5-7DCA8606ECD4}"/>
                </a:ext>
              </a:extLst>
            </p:cNvPr>
            <p:cNvSpPr/>
            <p:nvPr/>
          </p:nvSpPr>
          <p:spPr>
            <a:xfrm>
              <a:off x="1783433" y="1504609"/>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7596"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74B90DB8-DB7D-42A6-82BC-0C6269126F4F}"/>
                </a:ext>
              </a:extLst>
            </p:cNvPr>
            <p:cNvSpPr/>
            <p:nvPr/>
          </p:nvSpPr>
          <p:spPr>
            <a:xfrm>
              <a:off x="1927945" y="1504609"/>
              <a:ext cx="15991" cy="15991"/>
            </a:xfrm>
            <a:custGeom>
              <a:avLst/>
              <a:gdLst>
                <a:gd name="connsiteX0" fmla="*/ 9403 w 15991"/>
                <a:gd name="connsiteY0" fmla="*/ 13992 h 15991"/>
                <a:gd name="connsiteX1" fmla="*/ 12601 w 15991"/>
                <a:gd name="connsiteY1" fmla="*/ 9994 h 15991"/>
                <a:gd name="connsiteX2" fmla="*/ 9403 w 15991"/>
                <a:gd name="connsiteY2" fmla="*/ 5997 h 15991"/>
                <a:gd name="connsiteX3" fmla="*/ 6205 w 15991"/>
                <a:gd name="connsiteY3" fmla="*/ 9994 h 15991"/>
                <a:gd name="connsiteX4" fmla="*/ 9403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403" y="13992"/>
                  </a:moveTo>
                  <a:cubicBezTo>
                    <a:pt x="11002" y="13992"/>
                    <a:pt x="12601" y="12393"/>
                    <a:pt x="12601" y="9994"/>
                  </a:cubicBezTo>
                  <a:cubicBezTo>
                    <a:pt x="12601" y="8395"/>
                    <a:pt x="11002" y="5997"/>
                    <a:pt x="9403" y="5997"/>
                  </a:cubicBezTo>
                  <a:cubicBezTo>
                    <a:pt x="7804" y="5997"/>
                    <a:pt x="6205" y="7596"/>
                    <a:pt x="6205" y="9994"/>
                  </a:cubicBezTo>
                  <a:cubicBezTo>
                    <a:pt x="5405" y="12393"/>
                    <a:pt x="7004" y="13992"/>
                    <a:pt x="9403" y="13992"/>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63267BF7-C51D-4580-8992-4A42B58A8DFD}"/>
                </a:ext>
              </a:extLst>
            </p:cNvPr>
            <p:cNvSpPr/>
            <p:nvPr/>
          </p:nvSpPr>
          <p:spPr>
            <a:xfrm>
              <a:off x="2070473" y="1504609"/>
              <a:ext cx="15991" cy="15991"/>
            </a:xfrm>
            <a:custGeom>
              <a:avLst/>
              <a:gdLst>
                <a:gd name="connsiteX0" fmla="*/ 9195 w 15991"/>
                <a:gd name="connsiteY0" fmla="*/ 13992 h 15991"/>
                <a:gd name="connsiteX1" fmla="*/ 13193 w 15991"/>
                <a:gd name="connsiteY1" fmla="*/ 9994 h 15991"/>
                <a:gd name="connsiteX2" fmla="*/ 9195 w 15991"/>
                <a:gd name="connsiteY2" fmla="*/ 5997 h 15991"/>
                <a:gd name="connsiteX3" fmla="*/ 5997 w 15991"/>
                <a:gd name="connsiteY3" fmla="*/ 9994 h 15991"/>
                <a:gd name="connsiteX4" fmla="*/ 9195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992"/>
                  </a:moveTo>
                  <a:cubicBezTo>
                    <a:pt x="11594" y="13992"/>
                    <a:pt x="13193" y="12393"/>
                    <a:pt x="13193" y="9994"/>
                  </a:cubicBezTo>
                  <a:cubicBezTo>
                    <a:pt x="13193" y="8395"/>
                    <a:pt x="11594" y="5997"/>
                    <a:pt x="9195" y="5997"/>
                  </a:cubicBezTo>
                  <a:cubicBezTo>
                    <a:pt x="7596" y="5997"/>
                    <a:pt x="5997" y="7596"/>
                    <a:pt x="5997" y="9994"/>
                  </a:cubicBezTo>
                  <a:cubicBezTo>
                    <a:pt x="5997" y="12393"/>
                    <a:pt x="7596" y="13992"/>
                    <a:pt x="9195" y="13992"/>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93D113-5EC6-4462-BBA5-83EBC9451D18}"/>
                </a:ext>
              </a:extLst>
            </p:cNvPr>
            <p:cNvSpPr/>
            <p:nvPr/>
          </p:nvSpPr>
          <p:spPr>
            <a:xfrm>
              <a:off x="2212794" y="1504609"/>
              <a:ext cx="15991" cy="15991"/>
            </a:xfrm>
            <a:custGeom>
              <a:avLst/>
              <a:gdLst>
                <a:gd name="connsiteX0" fmla="*/ 9994 w 15991"/>
                <a:gd name="connsiteY0" fmla="*/ 13992 h 15991"/>
                <a:gd name="connsiteX1" fmla="*/ 13193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1594" y="13992"/>
                    <a:pt x="13193" y="12393"/>
                    <a:pt x="13193" y="9994"/>
                  </a:cubicBezTo>
                  <a:cubicBezTo>
                    <a:pt x="13193" y="8395"/>
                    <a:pt x="11594"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4831851F-48AC-4F46-9D9B-FC429EE45360}"/>
                </a:ext>
              </a:extLst>
            </p:cNvPr>
            <p:cNvSpPr/>
            <p:nvPr/>
          </p:nvSpPr>
          <p:spPr>
            <a:xfrm>
              <a:off x="2355915" y="1504609"/>
              <a:ext cx="15991" cy="15991"/>
            </a:xfrm>
            <a:custGeom>
              <a:avLst/>
              <a:gdLst>
                <a:gd name="connsiteX0" fmla="*/ 9195 w 15991"/>
                <a:gd name="connsiteY0" fmla="*/ 13992 h 15991"/>
                <a:gd name="connsiteX1" fmla="*/ 12393 w 15991"/>
                <a:gd name="connsiteY1" fmla="*/ 9994 h 15991"/>
                <a:gd name="connsiteX2" fmla="*/ 9195 w 15991"/>
                <a:gd name="connsiteY2" fmla="*/ 5997 h 15991"/>
                <a:gd name="connsiteX3" fmla="*/ 5997 w 15991"/>
                <a:gd name="connsiteY3" fmla="*/ 9994 h 15991"/>
                <a:gd name="connsiteX4" fmla="*/ 9195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992"/>
                  </a:moveTo>
                  <a:cubicBezTo>
                    <a:pt x="11593" y="13992"/>
                    <a:pt x="12393" y="12393"/>
                    <a:pt x="12393" y="9994"/>
                  </a:cubicBezTo>
                  <a:cubicBezTo>
                    <a:pt x="12393" y="8395"/>
                    <a:pt x="10794" y="5997"/>
                    <a:pt x="9195" y="5997"/>
                  </a:cubicBezTo>
                  <a:cubicBezTo>
                    <a:pt x="7596" y="5997"/>
                    <a:pt x="5997" y="7596"/>
                    <a:pt x="5997" y="9994"/>
                  </a:cubicBezTo>
                  <a:cubicBezTo>
                    <a:pt x="5997" y="12393"/>
                    <a:pt x="7596" y="13992"/>
                    <a:pt x="9195" y="13992"/>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6A42F712-6992-44D6-AAB8-8A534D9C12A6}"/>
                </a:ext>
              </a:extLst>
            </p:cNvPr>
            <p:cNvSpPr/>
            <p:nvPr/>
          </p:nvSpPr>
          <p:spPr>
            <a:xfrm>
              <a:off x="2498235" y="1504609"/>
              <a:ext cx="15991" cy="15991"/>
            </a:xfrm>
            <a:custGeom>
              <a:avLst/>
              <a:gdLst>
                <a:gd name="connsiteX0" fmla="*/ 9195 w 15991"/>
                <a:gd name="connsiteY0" fmla="*/ 13992 h 15991"/>
                <a:gd name="connsiteX1" fmla="*/ 13193 w 15991"/>
                <a:gd name="connsiteY1" fmla="*/ 9994 h 15991"/>
                <a:gd name="connsiteX2" fmla="*/ 9195 w 15991"/>
                <a:gd name="connsiteY2" fmla="*/ 5997 h 15991"/>
                <a:gd name="connsiteX3" fmla="*/ 5997 w 15991"/>
                <a:gd name="connsiteY3" fmla="*/ 9994 h 15991"/>
                <a:gd name="connsiteX4" fmla="*/ 9195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992"/>
                  </a:moveTo>
                  <a:cubicBezTo>
                    <a:pt x="10794" y="13992"/>
                    <a:pt x="13193" y="12393"/>
                    <a:pt x="13193" y="9994"/>
                  </a:cubicBezTo>
                  <a:cubicBezTo>
                    <a:pt x="13193" y="8395"/>
                    <a:pt x="11594" y="5997"/>
                    <a:pt x="9195" y="5997"/>
                  </a:cubicBezTo>
                  <a:cubicBezTo>
                    <a:pt x="7596" y="5997"/>
                    <a:pt x="5997" y="7596"/>
                    <a:pt x="5997" y="9994"/>
                  </a:cubicBezTo>
                  <a:cubicBezTo>
                    <a:pt x="5997" y="12393"/>
                    <a:pt x="7596" y="13992"/>
                    <a:pt x="9195" y="13992"/>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92E8652C-7B41-43B6-A6D5-5FF73AE60C4D}"/>
                </a:ext>
              </a:extLst>
            </p:cNvPr>
            <p:cNvSpPr/>
            <p:nvPr/>
          </p:nvSpPr>
          <p:spPr>
            <a:xfrm>
              <a:off x="2639757" y="1504609"/>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992" y="15591"/>
                    <a:pt x="15591" y="13193"/>
                    <a:pt x="15591" y="10794"/>
                  </a:cubicBezTo>
                  <a:cubicBezTo>
                    <a:pt x="15591" y="8395"/>
                    <a:pt x="13193" y="5997"/>
                    <a:pt x="10794" y="5997"/>
                  </a:cubicBezTo>
                  <a:cubicBezTo>
                    <a:pt x="8395" y="5997"/>
                    <a:pt x="5997" y="8395"/>
                    <a:pt x="5997" y="10794"/>
                  </a:cubicBezTo>
                  <a:cubicBezTo>
                    <a:pt x="5997" y="13193"/>
                    <a:pt x="7596" y="15591"/>
                    <a:pt x="10794" y="15591"/>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9F41560D-D116-48E2-B0D1-D4EAA0969768}"/>
                </a:ext>
              </a:extLst>
            </p:cNvPr>
            <p:cNvSpPr/>
            <p:nvPr/>
          </p:nvSpPr>
          <p:spPr>
            <a:xfrm>
              <a:off x="2778080" y="1500612"/>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5204B55A-26D2-4AAA-9B7E-8BD266E58424}"/>
                </a:ext>
              </a:extLst>
            </p:cNvPr>
            <p:cNvSpPr/>
            <p:nvPr/>
          </p:nvSpPr>
          <p:spPr>
            <a:xfrm>
              <a:off x="2919524" y="1499012"/>
              <a:ext cx="31982" cy="31982"/>
            </a:xfrm>
            <a:custGeom>
              <a:avLst/>
              <a:gdLst>
                <a:gd name="connsiteX0" fmla="*/ 16467 w 31982"/>
                <a:gd name="connsiteY0" fmla="*/ 26785 h 31982"/>
                <a:gd name="connsiteX1" fmla="*/ 26862 w 31982"/>
                <a:gd name="connsiteY1" fmla="*/ 16391 h 31982"/>
                <a:gd name="connsiteX2" fmla="*/ 16467 w 31982"/>
                <a:gd name="connsiteY2" fmla="*/ 5997 h 31982"/>
                <a:gd name="connsiteX3" fmla="*/ 6073 w 31982"/>
                <a:gd name="connsiteY3" fmla="*/ 16391 h 31982"/>
                <a:gd name="connsiteX4" fmla="*/ 16467 w 31982"/>
                <a:gd name="connsiteY4" fmla="*/ 26785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6467" y="26785"/>
                  </a:moveTo>
                  <a:cubicBezTo>
                    <a:pt x="22864" y="26785"/>
                    <a:pt x="26862" y="21988"/>
                    <a:pt x="26862" y="16391"/>
                  </a:cubicBezTo>
                  <a:cubicBezTo>
                    <a:pt x="26862" y="10794"/>
                    <a:pt x="22064" y="5997"/>
                    <a:pt x="16467" y="5997"/>
                  </a:cubicBezTo>
                  <a:cubicBezTo>
                    <a:pt x="10870" y="5997"/>
                    <a:pt x="6073" y="10794"/>
                    <a:pt x="6073" y="16391"/>
                  </a:cubicBezTo>
                  <a:cubicBezTo>
                    <a:pt x="5274" y="21988"/>
                    <a:pt x="10870" y="26785"/>
                    <a:pt x="16467" y="26785"/>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5E8C438F-77CC-4317-9885-F62CC06383EC}"/>
                </a:ext>
              </a:extLst>
            </p:cNvPr>
            <p:cNvSpPr/>
            <p:nvPr/>
          </p:nvSpPr>
          <p:spPr>
            <a:xfrm>
              <a:off x="3059523" y="1496614"/>
              <a:ext cx="31982" cy="31982"/>
            </a:xfrm>
            <a:custGeom>
              <a:avLst/>
              <a:gdLst>
                <a:gd name="connsiteX0" fmla="*/ 18789 w 31982"/>
                <a:gd name="connsiteY0" fmla="*/ 31583 h 31982"/>
                <a:gd name="connsiteX1" fmla="*/ 31582 w 31982"/>
                <a:gd name="connsiteY1" fmla="*/ 18790 h 31982"/>
                <a:gd name="connsiteX2" fmla="*/ 18789 w 31982"/>
                <a:gd name="connsiteY2" fmla="*/ 5997 h 31982"/>
                <a:gd name="connsiteX3" fmla="*/ 5997 w 31982"/>
                <a:gd name="connsiteY3" fmla="*/ 18790 h 31982"/>
                <a:gd name="connsiteX4" fmla="*/ 18789 w 31982"/>
                <a:gd name="connsiteY4" fmla="*/ 315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789" y="31583"/>
                  </a:moveTo>
                  <a:cubicBezTo>
                    <a:pt x="25986" y="31583"/>
                    <a:pt x="31582" y="25986"/>
                    <a:pt x="31582" y="18790"/>
                  </a:cubicBezTo>
                  <a:cubicBezTo>
                    <a:pt x="31582" y="11594"/>
                    <a:pt x="25986" y="5997"/>
                    <a:pt x="18789" y="5997"/>
                  </a:cubicBezTo>
                  <a:cubicBezTo>
                    <a:pt x="11593" y="5997"/>
                    <a:pt x="5997" y="11594"/>
                    <a:pt x="5997" y="18790"/>
                  </a:cubicBezTo>
                  <a:cubicBezTo>
                    <a:pt x="5997" y="25986"/>
                    <a:pt x="12393" y="31583"/>
                    <a:pt x="18789" y="31583"/>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99CE0A90-6DDA-46A2-A304-B717DADAF965}"/>
                </a:ext>
              </a:extLst>
            </p:cNvPr>
            <p:cNvSpPr/>
            <p:nvPr/>
          </p:nvSpPr>
          <p:spPr>
            <a:xfrm>
              <a:off x="3181027" y="1473427"/>
              <a:ext cx="79955" cy="79955"/>
            </a:xfrm>
            <a:custGeom>
              <a:avLst/>
              <a:gdLst>
                <a:gd name="connsiteX0" fmla="*/ 40406 w 79955"/>
                <a:gd name="connsiteY0" fmla="*/ 76357 h 79955"/>
                <a:gd name="connsiteX1" fmla="*/ 75587 w 79955"/>
                <a:gd name="connsiteY1" fmla="*/ 41177 h 79955"/>
                <a:gd name="connsiteX2" fmla="*/ 40406 w 79955"/>
                <a:gd name="connsiteY2" fmla="*/ 5997 h 79955"/>
                <a:gd name="connsiteX3" fmla="*/ 6025 w 79955"/>
                <a:gd name="connsiteY3" fmla="*/ 41177 h 79955"/>
                <a:gd name="connsiteX4" fmla="*/ 40406 w 79955"/>
                <a:gd name="connsiteY4" fmla="*/ 76357 h 79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5" h="79955">
                  <a:moveTo>
                    <a:pt x="40406" y="76357"/>
                  </a:moveTo>
                  <a:cubicBezTo>
                    <a:pt x="59595" y="76357"/>
                    <a:pt x="75587" y="60366"/>
                    <a:pt x="75587" y="41177"/>
                  </a:cubicBezTo>
                  <a:cubicBezTo>
                    <a:pt x="75587" y="21988"/>
                    <a:pt x="59595" y="5997"/>
                    <a:pt x="40406" y="5997"/>
                  </a:cubicBezTo>
                  <a:cubicBezTo>
                    <a:pt x="21217" y="5997"/>
                    <a:pt x="6025" y="21988"/>
                    <a:pt x="6025" y="41177"/>
                  </a:cubicBezTo>
                  <a:cubicBezTo>
                    <a:pt x="5226" y="61166"/>
                    <a:pt x="21217" y="76357"/>
                    <a:pt x="40406" y="76357"/>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F2D988C4-F39D-465E-BED9-FBBBF4375B1C}"/>
                </a:ext>
              </a:extLst>
            </p:cNvPr>
            <p:cNvSpPr/>
            <p:nvPr/>
          </p:nvSpPr>
          <p:spPr>
            <a:xfrm>
              <a:off x="3350561" y="1502211"/>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0"/>
                    <a:pt x="20389" y="13193"/>
                  </a:cubicBezTo>
                  <a:cubicBezTo>
                    <a:pt x="20389" y="9195"/>
                    <a:pt x="17191"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3252A81E-B6B8-420C-8ACC-B198526AE8E1}"/>
                </a:ext>
              </a:extLst>
            </p:cNvPr>
            <p:cNvSpPr/>
            <p:nvPr/>
          </p:nvSpPr>
          <p:spPr>
            <a:xfrm>
              <a:off x="3492882" y="1500612"/>
              <a:ext cx="23987" cy="23987"/>
            </a:xfrm>
            <a:custGeom>
              <a:avLst/>
              <a:gdLst>
                <a:gd name="connsiteX0" fmla="*/ 13192 w 23986"/>
                <a:gd name="connsiteY0" fmla="*/ 21988 h 23986"/>
                <a:gd name="connsiteX1" fmla="*/ 20389 w 23986"/>
                <a:gd name="connsiteY1" fmla="*/ 13992 h 23986"/>
                <a:gd name="connsiteX2" fmla="*/ 13192 w 23986"/>
                <a:gd name="connsiteY2" fmla="*/ 5997 h 23986"/>
                <a:gd name="connsiteX3" fmla="*/ 5997 w 23986"/>
                <a:gd name="connsiteY3" fmla="*/ 13992 h 23986"/>
                <a:gd name="connsiteX4" fmla="*/ 131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2" y="21988"/>
                  </a:moveTo>
                  <a:cubicBezTo>
                    <a:pt x="17190" y="21988"/>
                    <a:pt x="20389" y="18790"/>
                    <a:pt x="20389" y="13992"/>
                  </a:cubicBezTo>
                  <a:cubicBezTo>
                    <a:pt x="20389" y="9195"/>
                    <a:pt x="17190" y="5997"/>
                    <a:pt x="13192" y="5997"/>
                  </a:cubicBezTo>
                  <a:cubicBezTo>
                    <a:pt x="9195" y="5997"/>
                    <a:pt x="5997" y="9195"/>
                    <a:pt x="5997" y="13992"/>
                  </a:cubicBezTo>
                  <a:cubicBezTo>
                    <a:pt x="5997" y="18790"/>
                    <a:pt x="9195" y="21988"/>
                    <a:pt x="13192" y="2198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EA12B0B8-E61C-4AA7-8CF8-14978033D169}"/>
                </a:ext>
              </a:extLst>
            </p:cNvPr>
            <p:cNvSpPr/>
            <p:nvPr/>
          </p:nvSpPr>
          <p:spPr>
            <a:xfrm>
              <a:off x="3634403" y="1500612"/>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2464AE85-A76C-4DCD-97E7-9E8CA52C4F1E}"/>
                </a:ext>
              </a:extLst>
            </p:cNvPr>
            <p:cNvSpPr/>
            <p:nvPr/>
          </p:nvSpPr>
          <p:spPr>
            <a:xfrm>
              <a:off x="3767929" y="1491017"/>
              <a:ext cx="39978" cy="39978"/>
            </a:xfrm>
            <a:custGeom>
              <a:avLst/>
              <a:gdLst>
                <a:gd name="connsiteX0" fmla="*/ 23587 w 39977"/>
                <a:gd name="connsiteY0" fmla="*/ 41177 h 39977"/>
                <a:gd name="connsiteX1" fmla="*/ 41177 w 39977"/>
                <a:gd name="connsiteY1" fmla="*/ 23587 h 39977"/>
                <a:gd name="connsiteX2" fmla="*/ 23587 w 39977"/>
                <a:gd name="connsiteY2" fmla="*/ 5997 h 39977"/>
                <a:gd name="connsiteX3" fmla="*/ 5997 w 39977"/>
                <a:gd name="connsiteY3" fmla="*/ 23587 h 39977"/>
                <a:gd name="connsiteX4" fmla="*/ 23587 w 39977"/>
                <a:gd name="connsiteY4" fmla="*/ 41177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3587" y="41177"/>
                  </a:moveTo>
                  <a:cubicBezTo>
                    <a:pt x="33182" y="41177"/>
                    <a:pt x="41177" y="33182"/>
                    <a:pt x="41177" y="23587"/>
                  </a:cubicBezTo>
                  <a:cubicBezTo>
                    <a:pt x="41177" y="13992"/>
                    <a:pt x="33182" y="5997"/>
                    <a:pt x="23587" y="5997"/>
                  </a:cubicBezTo>
                  <a:cubicBezTo>
                    <a:pt x="13992" y="5997"/>
                    <a:pt x="5997" y="13992"/>
                    <a:pt x="5997" y="23587"/>
                  </a:cubicBezTo>
                  <a:cubicBezTo>
                    <a:pt x="6797" y="33182"/>
                    <a:pt x="13992" y="41177"/>
                    <a:pt x="23587" y="41177"/>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49F7E4E-C88D-4390-B343-06DAB200A1E0}"/>
                </a:ext>
              </a:extLst>
            </p:cNvPr>
            <p:cNvSpPr/>
            <p:nvPr/>
          </p:nvSpPr>
          <p:spPr>
            <a:xfrm>
              <a:off x="3922243" y="1503010"/>
              <a:ext cx="23987" cy="23987"/>
            </a:xfrm>
            <a:custGeom>
              <a:avLst/>
              <a:gdLst>
                <a:gd name="connsiteX0" fmla="*/ 12393 w 23986"/>
                <a:gd name="connsiteY0" fmla="*/ 18790 h 23986"/>
                <a:gd name="connsiteX1" fmla="*/ 18790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5591" y="18790"/>
                    <a:pt x="18790" y="15591"/>
                    <a:pt x="18790" y="12393"/>
                  </a:cubicBezTo>
                  <a:cubicBezTo>
                    <a:pt x="18790" y="9195"/>
                    <a:pt x="15591" y="5997"/>
                    <a:pt x="12393" y="5997"/>
                  </a:cubicBezTo>
                  <a:cubicBezTo>
                    <a:pt x="8396" y="5997"/>
                    <a:pt x="5997" y="8395"/>
                    <a:pt x="5997" y="12393"/>
                  </a:cubicBezTo>
                  <a:cubicBezTo>
                    <a:pt x="5997" y="16391"/>
                    <a:pt x="8396" y="18790"/>
                    <a:pt x="12393" y="18790"/>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D6015C49-0D81-4645-AC63-942F1B37235B}"/>
                </a:ext>
              </a:extLst>
            </p:cNvPr>
            <p:cNvSpPr/>
            <p:nvPr/>
          </p:nvSpPr>
          <p:spPr>
            <a:xfrm>
              <a:off x="4063764" y="1502211"/>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0"/>
                    <a:pt x="20389" y="13193"/>
                  </a:cubicBezTo>
                  <a:cubicBezTo>
                    <a:pt x="20389" y="9195"/>
                    <a:pt x="17191"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B098046A-C370-40CA-A3FC-E3CAF066A0DC}"/>
                </a:ext>
              </a:extLst>
            </p:cNvPr>
            <p:cNvSpPr/>
            <p:nvPr/>
          </p:nvSpPr>
          <p:spPr>
            <a:xfrm>
              <a:off x="4207684" y="1503010"/>
              <a:ext cx="23987" cy="23987"/>
            </a:xfrm>
            <a:custGeom>
              <a:avLst/>
              <a:gdLst>
                <a:gd name="connsiteX0" fmla="*/ 12393 w 23986"/>
                <a:gd name="connsiteY0" fmla="*/ 18790 h 23986"/>
                <a:gd name="connsiteX1" fmla="*/ 18790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5591" y="18790"/>
                    <a:pt x="18790" y="15591"/>
                    <a:pt x="18790" y="12393"/>
                  </a:cubicBezTo>
                  <a:cubicBezTo>
                    <a:pt x="18790" y="9195"/>
                    <a:pt x="16391" y="5997"/>
                    <a:pt x="12393" y="5997"/>
                  </a:cubicBezTo>
                  <a:cubicBezTo>
                    <a:pt x="9195" y="5997"/>
                    <a:pt x="5997" y="8395"/>
                    <a:pt x="5997" y="12393"/>
                  </a:cubicBezTo>
                  <a:cubicBezTo>
                    <a:pt x="5997" y="16391"/>
                    <a:pt x="8395" y="18790"/>
                    <a:pt x="12393" y="18790"/>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78A8134F-21FB-4013-9588-C746A8D13262}"/>
                </a:ext>
              </a:extLst>
            </p:cNvPr>
            <p:cNvSpPr/>
            <p:nvPr/>
          </p:nvSpPr>
          <p:spPr>
            <a:xfrm>
              <a:off x="4350804" y="1504609"/>
              <a:ext cx="15991" cy="15991"/>
            </a:xfrm>
            <a:custGeom>
              <a:avLst/>
              <a:gdLst>
                <a:gd name="connsiteX0" fmla="*/ 11594 w 15991"/>
                <a:gd name="connsiteY0" fmla="*/ 15591 h 15991"/>
                <a:gd name="connsiteX1" fmla="*/ 16391 w 15991"/>
                <a:gd name="connsiteY1" fmla="*/ 10794 h 15991"/>
                <a:gd name="connsiteX2" fmla="*/ 11594 w 15991"/>
                <a:gd name="connsiteY2" fmla="*/ 5997 h 15991"/>
                <a:gd name="connsiteX3" fmla="*/ 5997 w 15991"/>
                <a:gd name="connsiteY3" fmla="*/ 10794 h 15991"/>
                <a:gd name="connsiteX4" fmla="*/ 115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5591"/>
                  </a:moveTo>
                  <a:cubicBezTo>
                    <a:pt x="14792" y="15591"/>
                    <a:pt x="16391" y="13193"/>
                    <a:pt x="16391" y="10794"/>
                  </a:cubicBezTo>
                  <a:cubicBezTo>
                    <a:pt x="16391" y="8395"/>
                    <a:pt x="14792" y="5997"/>
                    <a:pt x="11594" y="5997"/>
                  </a:cubicBezTo>
                  <a:cubicBezTo>
                    <a:pt x="8395" y="5997"/>
                    <a:pt x="5997" y="8395"/>
                    <a:pt x="5997" y="10794"/>
                  </a:cubicBezTo>
                  <a:cubicBezTo>
                    <a:pt x="5997" y="13193"/>
                    <a:pt x="9195" y="15591"/>
                    <a:pt x="11594" y="15591"/>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6C45B6B6-E808-488B-905F-9944E9293605}"/>
                </a:ext>
              </a:extLst>
            </p:cNvPr>
            <p:cNvSpPr/>
            <p:nvPr/>
          </p:nvSpPr>
          <p:spPr>
            <a:xfrm>
              <a:off x="4494724" y="1504609"/>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2" y="15591"/>
                    <a:pt x="15591" y="13193"/>
                    <a:pt x="15591" y="10794"/>
                  </a:cubicBezTo>
                  <a:cubicBezTo>
                    <a:pt x="15591" y="8395"/>
                    <a:pt x="13192" y="5997"/>
                    <a:pt x="10794" y="5997"/>
                  </a:cubicBezTo>
                  <a:cubicBezTo>
                    <a:pt x="8395" y="5997"/>
                    <a:pt x="5997" y="8395"/>
                    <a:pt x="5997" y="10794"/>
                  </a:cubicBezTo>
                  <a:cubicBezTo>
                    <a:pt x="5997" y="13193"/>
                    <a:pt x="7596" y="15591"/>
                    <a:pt x="10794" y="1559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4A89CA7C-4BA8-4FA6-94D0-0CB8005E3BE6}"/>
                </a:ext>
              </a:extLst>
            </p:cNvPr>
            <p:cNvSpPr/>
            <p:nvPr/>
          </p:nvSpPr>
          <p:spPr>
            <a:xfrm>
              <a:off x="4634646" y="1502211"/>
              <a:ext cx="23987" cy="23987"/>
            </a:xfrm>
            <a:custGeom>
              <a:avLst/>
              <a:gdLst>
                <a:gd name="connsiteX0" fmla="*/ 13192 w 23986"/>
                <a:gd name="connsiteY0" fmla="*/ 20389 h 23986"/>
                <a:gd name="connsiteX1" fmla="*/ 20389 w 23986"/>
                <a:gd name="connsiteY1" fmla="*/ 13193 h 23986"/>
                <a:gd name="connsiteX2" fmla="*/ 13192 w 23986"/>
                <a:gd name="connsiteY2" fmla="*/ 5997 h 23986"/>
                <a:gd name="connsiteX3" fmla="*/ 5997 w 23986"/>
                <a:gd name="connsiteY3" fmla="*/ 13193 h 23986"/>
                <a:gd name="connsiteX4" fmla="*/ 13192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2" y="20389"/>
                  </a:moveTo>
                  <a:cubicBezTo>
                    <a:pt x="17190" y="20389"/>
                    <a:pt x="20389" y="17190"/>
                    <a:pt x="20389" y="13193"/>
                  </a:cubicBezTo>
                  <a:cubicBezTo>
                    <a:pt x="20389" y="9195"/>
                    <a:pt x="17190" y="5997"/>
                    <a:pt x="13192" y="5997"/>
                  </a:cubicBezTo>
                  <a:cubicBezTo>
                    <a:pt x="9195" y="5997"/>
                    <a:pt x="5997" y="9195"/>
                    <a:pt x="5997" y="13193"/>
                  </a:cubicBezTo>
                  <a:cubicBezTo>
                    <a:pt x="5997" y="17190"/>
                    <a:pt x="9195" y="20389"/>
                    <a:pt x="13192" y="20389"/>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37BA1658-D85F-4E62-871A-677B28FD2A09}"/>
                </a:ext>
              </a:extLst>
            </p:cNvPr>
            <p:cNvSpPr/>
            <p:nvPr/>
          </p:nvSpPr>
          <p:spPr>
            <a:xfrm>
              <a:off x="4772969" y="1497413"/>
              <a:ext cx="31982" cy="31982"/>
            </a:xfrm>
            <a:custGeom>
              <a:avLst/>
              <a:gdLst>
                <a:gd name="connsiteX0" fmla="*/ 17990 w 31982"/>
                <a:gd name="connsiteY0" fmla="*/ 29983 h 31982"/>
                <a:gd name="connsiteX1" fmla="*/ 29983 w 31982"/>
                <a:gd name="connsiteY1" fmla="*/ 17990 h 31982"/>
                <a:gd name="connsiteX2" fmla="*/ 17990 w 31982"/>
                <a:gd name="connsiteY2" fmla="*/ 5997 h 31982"/>
                <a:gd name="connsiteX3" fmla="*/ 5997 w 31982"/>
                <a:gd name="connsiteY3" fmla="*/ 17990 h 31982"/>
                <a:gd name="connsiteX4" fmla="*/ 17990 w 31982"/>
                <a:gd name="connsiteY4" fmla="*/ 29983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990" y="29983"/>
                  </a:moveTo>
                  <a:cubicBezTo>
                    <a:pt x="24386" y="29983"/>
                    <a:pt x="29983" y="24386"/>
                    <a:pt x="29983" y="17990"/>
                  </a:cubicBezTo>
                  <a:cubicBezTo>
                    <a:pt x="29983" y="11593"/>
                    <a:pt x="25186" y="5997"/>
                    <a:pt x="17990" y="5997"/>
                  </a:cubicBezTo>
                  <a:cubicBezTo>
                    <a:pt x="11594" y="5997"/>
                    <a:pt x="5997" y="11593"/>
                    <a:pt x="5997" y="17990"/>
                  </a:cubicBezTo>
                  <a:cubicBezTo>
                    <a:pt x="5997" y="24386"/>
                    <a:pt x="10794" y="29983"/>
                    <a:pt x="17990" y="29983"/>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90ADB025-FCCD-4FF2-9FE3-EFC7B9822EB4}"/>
                </a:ext>
              </a:extLst>
            </p:cNvPr>
            <p:cNvSpPr/>
            <p:nvPr/>
          </p:nvSpPr>
          <p:spPr>
            <a:xfrm>
              <a:off x="4911237" y="1493416"/>
              <a:ext cx="39978" cy="39978"/>
            </a:xfrm>
            <a:custGeom>
              <a:avLst/>
              <a:gdLst>
                <a:gd name="connsiteX0" fmla="*/ 22043 w 39977"/>
                <a:gd name="connsiteY0" fmla="*/ 37979 h 39977"/>
                <a:gd name="connsiteX1" fmla="*/ 38034 w 39977"/>
                <a:gd name="connsiteY1" fmla="*/ 21988 h 39977"/>
                <a:gd name="connsiteX2" fmla="*/ 22043 w 39977"/>
                <a:gd name="connsiteY2" fmla="*/ 5997 h 39977"/>
                <a:gd name="connsiteX3" fmla="*/ 6052 w 39977"/>
                <a:gd name="connsiteY3" fmla="*/ 21988 h 39977"/>
                <a:gd name="connsiteX4" fmla="*/ 22043 w 39977"/>
                <a:gd name="connsiteY4" fmla="*/ 37979 h 3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7" h="39977">
                  <a:moveTo>
                    <a:pt x="22043" y="37979"/>
                  </a:moveTo>
                  <a:cubicBezTo>
                    <a:pt x="30838" y="37979"/>
                    <a:pt x="38034" y="30783"/>
                    <a:pt x="38034" y="21988"/>
                  </a:cubicBezTo>
                  <a:cubicBezTo>
                    <a:pt x="38034" y="13193"/>
                    <a:pt x="30838" y="5997"/>
                    <a:pt x="22043" y="5997"/>
                  </a:cubicBezTo>
                  <a:cubicBezTo>
                    <a:pt x="13248" y="5997"/>
                    <a:pt x="6052" y="13193"/>
                    <a:pt x="6052" y="21988"/>
                  </a:cubicBezTo>
                  <a:cubicBezTo>
                    <a:pt x="5253" y="30783"/>
                    <a:pt x="13248" y="37979"/>
                    <a:pt x="22043" y="37979"/>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332C2247-3C1F-495B-9C39-7F82C48F2BFB}"/>
                </a:ext>
              </a:extLst>
            </p:cNvPr>
            <p:cNvSpPr/>
            <p:nvPr/>
          </p:nvSpPr>
          <p:spPr>
            <a:xfrm>
              <a:off x="1071030" y="1648529"/>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2393"/>
                    <a:pt x="14792" y="9994"/>
                  </a:cubicBezTo>
                  <a:cubicBezTo>
                    <a:pt x="14792" y="7596"/>
                    <a:pt x="13193" y="5997"/>
                    <a:pt x="9994" y="5997"/>
                  </a:cubicBezTo>
                  <a:cubicBezTo>
                    <a:pt x="7596" y="5997"/>
                    <a:pt x="5997" y="7596"/>
                    <a:pt x="5997" y="9994"/>
                  </a:cubicBezTo>
                  <a:cubicBezTo>
                    <a:pt x="5997" y="11594"/>
                    <a:pt x="7596" y="13992"/>
                    <a:pt x="9994" y="13992"/>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8CA701A9-9DA5-4A37-9A38-59678E672333}"/>
                </a:ext>
              </a:extLst>
            </p:cNvPr>
            <p:cNvSpPr/>
            <p:nvPr/>
          </p:nvSpPr>
          <p:spPr>
            <a:xfrm>
              <a:off x="1210152" y="1643732"/>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7990" y="21988"/>
                    <a:pt x="21988" y="18790"/>
                    <a:pt x="21988" y="13992"/>
                  </a:cubicBezTo>
                  <a:cubicBezTo>
                    <a:pt x="21988" y="9195"/>
                    <a:pt x="17990" y="5997"/>
                    <a:pt x="13992" y="5997"/>
                  </a:cubicBezTo>
                  <a:cubicBezTo>
                    <a:pt x="9195" y="5997"/>
                    <a:pt x="5997" y="9195"/>
                    <a:pt x="5997" y="13992"/>
                  </a:cubicBezTo>
                  <a:cubicBezTo>
                    <a:pt x="5997" y="18790"/>
                    <a:pt x="9195" y="21988"/>
                    <a:pt x="13992" y="21988"/>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C46E0786-78BF-47C2-8916-A4E43C4381E3}"/>
                </a:ext>
              </a:extLst>
            </p:cNvPr>
            <p:cNvSpPr/>
            <p:nvPr/>
          </p:nvSpPr>
          <p:spPr>
            <a:xfrm>
              <a:off x="1357270" y="1648529"/>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017AD169-DD80-4F39-B655-0714FA73860A}"/>
                </a:ext>
              </a:extLst>
            </p:cNvPr>
            <p:cNvSpPr/>
            <p:nvPr/>
          </p:nvSpPr>
          <p:spPr>
            <a:xfrm>
              <a:off x="1500978" y="1650129"/>
              <a:ext cx="15991" cy="15991"/>
            </a:xfrm>
            <a:custGeom>
              <a:avLst/>
              <a:gdLst>
                <a:gd name="connsiteX0" fmla="*/ 8608 w 15991"/>
                <a:gd name="connsiteY0" fmla="*/ 10794 h 15991"/>
                <a:gd name="connsiteX1" fmla="*/ 11806 w 15991"/>
                <a:gd name="connsiteY1" fmla="*/ 8395 h 15991"/>
                <a:gd name="connsiteX2" fmla="*/ 8608 w 15991"/>
                <a:gd name="connsiteY2" fmla="*/ 5997 h 15991"/>
                <a:gd name="connsiteX3" fmla="*/ 6209 w 15991"/>
                <a:gd name="connsiteY3" fmla="*/ 8395 h 15991"/>
                <a:gd name="connsiteX4" fmla="*/ 8608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608" y="10794"/>
                  </a:moveTo>
                  <a:cubicBezTo>
                    <a:pt x="10207" y="10794"/>
                    <a:pt x="11806" y="9994"/>
                    <a:pt x="11806" y="8395"/>
                  </a:cubicBezTo>
                  <a:cubicBezTo>
                    <a:pt x="11806" y="6796"/>
                    <a:pt x="10207" y="5997"/>
                    <a:pt x="8608" y="5997"/>
                  </a:cubicBezTo>
                  <a:cubicBezTo>
                    <a:pt x="7009" y="5997"/>
                    <a:pt x="6209" y="6796"/>
                    <a:pt x="6209" y="8395"/>
                  </a:cubicBezTo>
                  <a:cubicBezTo>
                    <a:pt x="5410" y="9195"/>
                    <a:pt x="7009" y="10794"/>
                    <a:pt x="8608" y="10794"/>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52BF5C08-DB2B-4BC0-9A1A-B8477D40B535}"/>
                </a:ext>
              </a:extLst>
            </p:cNvPr>
            <p:cNvSpPr/>
            <p:nvPr/>
          </p:nvSpPr>
          <p:spPr>
            <a:xfrm>
              <a:off x="1642712" y="1650129"/>
              <a:ext cx="15991" cy="15991"/>
            </a:xfrm>
            <a:custGeom>
              <a:avLst/>
              <a:gdLst>
                <a:gd name="connsiteX0" fmla="*/ 9195 w 15991"/>
                <a:gd name="connsiteY0" fmla="*/ 10794 h 15991"/>
                <a:gd name="connsiteX1" fmla="*/ 11594 w 15991"/>
                <a:gd name="connsiteY1" fmla="*/ 8395 h 15991"/>
                <a:gd name="connsiteX2" fmla="*/ 9195 w 15991"/>
                <a:gd name="connsiteY2" fmla="*/ 5997 h 15991"/>
                <a:gd name="connsiteX3" fmla="*/ 5997 w 15991"/>
                <a:gd name="connsiteY3" fmla="*/ 8395 h 15991"/>
                <a:gd name="connsiteX4" fmla="*/ 91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0794"/>
                  </a:moveTo>
                  <a:cubicBezTo>
                    <a:pt x="10794" y="10794"/>
                    <a:pt x="11594" y="9994"/>
                    <a:pt x="11594" y="8395"/>
                  </a:cubicBezTo>
                  <a:cubicBezTo>
                    <a:pt x="11594" y="6796"/>
                    <a:pt x="9994" y="5997"/>
                    <a:pt x="9195" y="5997"/>
                  </a:cubicBezTo>
                  <a:cubicBezTo>
                    <a:pt x="7596" y="5997"/>
                    <a:pt x="5997" y="6796"/>
                    <a:pt x="5997" y="8395"/>
                  </a:cubicBezTo>
                  <a:cubicBezTo>
                    <a:pt x="5997" y="9195"/>
                    <a:pt x="7596" y="10794"/>
                    <a:pt x="9195" y="10794"/>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5BABFBB7-52A5-45C2-B4C4-4ABFFA5CA99C}"/>
                </a:ext>
              </a:extLst>
            </p:cNvPr>
            <p:cNvSpPr/>
            <p:nvPr/>
          </p:nvSpPr>
          <p:spPr>
            <a:xfrm>
              <a:off x="1785832" y="1649329"/>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6796" y="9994"/>
                    <a:pt x="7596" y="10794"/>
                    <a:pt x="8395" y="10794"/>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9CE593E9-A9B0-4AD0-86AB-06C000ED9B8A}"/>
                </a:ext>
              </a:extLst>
            </p:cNvPr>
            <p:cNvSpPr/>
            <p:nvPr/>
          </p:nvSpPr>
          <p:spPr>
            <a:xfrm>
              <a:off x="1927945" y="1647730"/>
              <a:ext cx="15991" cy="15991"/>
            </a:xfrm>
            <a:custGeom>
              <a:avLst/>
              <a:gdLst>
                <a:gd name="connsiteX0" fmla="*/ 9403 w 15991"/>
                <a:gd name="connsiteY0" fmla="*/ 13193 h 15991"/>
                <a:gd name="connsiteX1" fmla="*/ 12601 w 15991"/>
                <a:gd name="connsiteY1" fmla="*/ 9994 h 15991"/>
                <a:gd name="connsiteX2" fmla="*/ 9403 w 15991"/>
                <a:gd name="connsiteY2" fmla="*/ 5997 h 15991"/>
                <a:gd name="connsiteX3" fmla="*/ 6205 w 15991"/>
                <a:gd name="connsiteY3" fmla="*/ 9994 h 15991"/>
                <a:gd name="connsiteX4" fmla="*/ 9403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403" y="13193"/>
                  </a:moveTo>
                  <a:cubicBezTo>
                    <a:pt x="11002" y="13193"/>
                    <a:pt x="12601" y="11594"/>
                    <a:pt x="12601" y="9994"/>
                  </a:cubicBezTo>
                  <a:cubicBezTo>
                    <a:pt x="12601" y="8395"/>
                    <a:pt x="11002" y="5997"/>
                    <a:pt x="9403" y="5997"/>
                  </a:cubicBezTo>
                  <a:cubicBezTo>
                    <a:pt x="7804" y="5997"/>
                    <a:pt x="6205" y="7596"/>
                    <a:pt x="6205" y="9994"/>
                  </a:cubicBezTo>
                  <a:cubicBezTo>
                    <a:pt x="5405" y="12393"/>
                    <a:pt x="7004" y="13193"/>
                    <a:pt x="9403" y="13193"/>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A3CD595E-28B0-4870-A74B-4313C98CDFEC}"/>
                </a:ext>
              </a:extLst>
            </p:cNvPr>
            <p:cNvSpPr/>
            <p:nvPr/>
          </p:nvSpPr>
          <p:spPr>
            <a:xfrm>
              <a:off x="2070473" y="1648529"/>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4B0BD8B7-51DD-4372-A63F-972A5FDF40CB}"/>
                </a:ext>
              </a:extLst>
            </p:cNvPr>
            <p:cNvSpPr/>
            <p:nvPr/>
          </p:nvSpPr>
          <p:spPr>
            <a:xfrm>
              <a:off x="2212794" y="1647730"/>
              <a:ext cx="15991" cy="15991"/>
            </a:xfrm>
            <a:custGeom>
              <a:avLst/>
              <a:gdLst>
                <a:gd name="connsiteX0" fmla="*/ 9994 w 15991"/>
                <a:gd name="connsiteY0" fmla="*/ 13193 h 15991"/>
                <a:gd name="connsiteX1" fmla="*/ 13193 w 15991"/>
                <a:gd name="connsiteY1" fmla="*/ 9994 h 15991"/>
                <a:gd name="connsiteX2" fmla="*/ 9994 w 15991"/>
                <a:gd name="connsiteY2" fmla="*/ 5997 h 15991"/>
                <a:gd name="connsiteX3" fmla="*/ 5997 w 15991"/>
                <a:gd name="connsiteY3" fmla="*/ 9994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994"/>
                  </a:cubicBezTo>
                  <a:cubicBezTo>
                    <a:pt x="13193" y="8395"/>
                    <a:pt x="11594" y="5997"/>
                    <a:pt x="9994" y="5997"/>
                  </a:cubicBezTo>
                  <a:cubicBezTo>
                    <a:pt x="7596" y="5997"/>
                    <a:pt x="5997" y="7596"/>
                    <a:pt x="5997" y="9994"/>
                  </a:cubicBezTo>
                  <a:cubicBezTo>
                    <a:pt x="5997" y="12393"/>
                    <a:pt x="7596" y="13193"/>
                    <a:pt x="9994" y="13193"/>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9D997CEC-B172-41B4-A04A-045AED2BFCD8}"/>
                </a:ext>
              </a:extLst>
            </p:cNvPr>
            <p:cNvSpPr/>
            <p:nvPr/>
          </p:nvSpPr>
          <p:spPr>
            <a:xfrm>
              <a:off x="2355915" y="1647730"/>
              <a:ext cx="15991" cy="15991"/>
            </a:xfrm>
            <a:custGeom>
              <a:avLst/>
              <a:gdLst>
                <a:gd name="connsiteX0" fmla="*/ 9195 w 15991"/>
                <a:gd name="connsiteY0" fmla="*/ 13193 h 15991"/>
                <a:gd name="connsiteX1" fmla="*/ 12393 w 15991"/>
                <a:gd name="connsiteY1" fmla="*/ 9994 h 15991"/>
                <a:gd name="connsiteX2" fmla="*/ 9195 w 15991"/>
                <a:gd name="connsiteY2" fmla="*/ 5997 h 15991"/>
                <a:gd name="connsiteX3" fmla="*/ 5997 w 15991"/>
                <a:gd name="connsiteY3" fmla="*/ 9994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3" y="13193"/>
                    <a:pt x="12393" y="11594"/>
                    <a:pt x="12393" y="9994"/>
                  </a:cubicBezTo>
                  <a:cubicBezTo>
                    <a:pt x="12393" y="8395"/>
                    <a:pt x="10794" y="5997"/>
                    <a:pt x="9195" y="5997"/>
                  </a:cubicBezTo>
                  <a:cubicBezTo>
                    <a:pt x="7596" y="5997"/>
                    <a:pt x="5997" y="7596"/>
                    <a:pt x="5997" y="9994"/>
                  </a:cubicBezTo>
                  <a:cubicBezTo>
                    <a:pt x="5997" y="12393"/>
                    <a:pt x="7596" y="13193"/>
                    <a:pt x="9195" y="13193"/>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9E490BDC-00FC-4BB0-B60C-1D5D1967EBE4}"/>
                </a:ext>
              </a:extLst>
            </p:cNvPr>
            <p:cNvSpPr/>
            <p:nvPr/>
          </p:nvSpPr>
          <p:spPr>
            <a:xfrm>
              <a:off x="2498235" y="1647730"/>
              <a:ext cx="15991" cy="15991"/>
            </a:xfrm>
            <a:custGeom>
              <a:avLst/>
              <a:gdLst>
                <a:gd name="connsiteX0" fmla="*/ 9195 w 15991"/>
                <a:gd name="connsiteY0" fmla="*/ 13193 h 15991"/>
                <a:gd name="connsiteX1" fmla="*/ 13193 w 15991"/>
                <a:gd name="connsiteY1" fmla="*/ 9994 h 15991"/>
                <a:gd name="connsiteX2" fmla="*/ 9195 w 15991"/>
                <a:gd name="connsiteY2" fmla="*/ 5997 h 15991"/>
                <a:gd name="connsiteX3" fmla="*/ 5997 w 15991"/>
                <a:gd name="connsiteY3" fmla="*/ 9994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0794" y="13193"/>
                    <a:pt x="13193" y="11594"/>
                    <a:pt x="13193" y="9994"/>
                  </a:cubicBezTo>
                  <a:cubicBezTo>
                    <a:pt x="13193" y="8395"/>
                    <a:pt x="11594" y="5997"/>
                    <a:pt x="9195" y="5997"/>
                  </a:cubicBezTo>
                  <a:cubicBezTo>
                    <a:pt x="7596" y="5997"/>
                    <a:pt x="5997" y="7596"/>
                    <a:pt x="5997" y="9994"/>
                  </a:cubicBezTo>
                  <a:cubicBezTo>
                    <a:pt x="5997" y="12393"/>
                    <a:pt x="7596" y="13193"/>
                    <a:pt x="9195" y="13193"/>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BDDECA95-BD65-470C-B5DC-97CF13F9E199}"/>
                </a:ext>
              </a:extLst>
            </p:cNvPr>
            <p:cNvSpPr/>
            <p:nvPr/>
          </p:nvSpPr>
          <p:spPr>
            <a:xfrm>
              <a:off x="2641356" y="1647730"/>
              <a:ext cx="15991" cy="15991"/>
            </a:xfrm>
            <a:custGeom>
              <a:avLst/>
              <a:gdLst>
                <a:gd name="connsiteX0" fmla="*/ 9195 w 15991"/>
                <a:gd name="connsiteY0" fmla="*/ 13193 h 15991"/>
                <a:gd name="connsiteX1" fmla="*/ 13193 w 15991"/>
                <a:gd name="connsiteY1" fmla="*/ 9994 h 15991"/>
                <a:gd name="connsiteX2" fmla="*/ 9195 w 15991"/>
                <a:gd name="connsiteY2" fmla="*/ 5997 h 15991"/>
                <a:gd name="connsiteX3" fmla="*/ 5997 w 15991"/>
                <a:gd name="connsiteY3" fmla="*/ 9994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4" y="13193"/>
                    <a:pt x="13193" y="11594"/>
                    <a:pt x="13193" y="9994"/>
                  </a:cubicBezTo>
                  <a:cubicBezTo>
                    <a:pt x="13193" y="8395"/>
                    <a:pt x="11594" y="5997"/>
                    <a:pt x="9195" y="5997"/>
                  </a:cubicBezTo>
                  <a:cubicBezTo>
                    <a:pt x="6796" y="5997"/>
                    <a:pt x="5997" y="7596"/>
                    <a:pt x="5997" y="9994"/>
                  </a:cubicBezTo>
                  <a:cubicBezTo>
                    <a:pt x="5997" y="12393"/>
                    <a:pt x="6796" y="13193"/>
                    <a:pt x="9195" y="13193"/>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63F59CC7-632E-4E5D-94F1-8402A18D54AB}"/>
                </a:ext>
              </a:extLst>
            </p:cNvPr>
            <p:cNvSpPr/>
            <p:nvPr/>
          </p:nvSpPr>
          <p:spPr>
            <a:xfrm>
              <a:off x="2778879" y="1643732"/>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7990" y="21988"/>
                    <a:pt x="21988" y="18790"/>
                    <a:pt x="21988" y="13992"/>
                  </a:cubicBezTo>
                  <a:cubicBezTo>
                    <a:pt x="21988" y="9195"/>
                    <a:pt x="17990" y="5997"/>
                    <a:pt x="13992" y="5997"/>
                  </a:cubicBezTo>
                  <a:cubicBezTo>
                    <a:pt x="9994" y="5997"/>
                    <a:pt x="5997" y="9195"/>
                    <a:pt x="5997" y="13992"/>
                  </a:cubicBezTo>
                  <a:cubicBezTo>
                    <a:pt x="5997" y="18790"/>
                    <a:pt x="9994" y="21988"/>
                    <a:pt x="13992" y="21988"/>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565F8EEB-3B03-4098-A535-834C5B7AC1FF}"/>
                </a:ext>
              </a:extLst>
            </p:cNvPr>
            <p:cNvSpPr/>
            <p:nvPr/>
          </p:nvSpPr>
          <p:spPr>
            <a:xfrm>
              <a:off x="2918801" y="1640534"/>
              <a:ext cx="31982" cy="31982"/>
            </a:xfrm>
            <a:custGeom>
              <a:avLst/>
              <a:gdLst>
                <a:gd name="connsiteX0" fmla="*/ 17190 w 31982"/>
                <a:gd name="connsiteY0" fmla="*/ 28384 h 31982"/>
                <a:gd name="connsiteX1" fmla="*/ 29184 w 31982"/>
                <a:gd name="connsiteY1" fmla="*/ 17190 h 31982"/>
                <a:gd name="connsiteX2" fmla="*/ 17190 w 31982"/>
                <a:gd name="connsiteY2" fmla="*/ 5997 h 31982"/>
                <a:gd name="connsiteX3" fmla="*/ 5997 w 31982"/>
                <a:gd name="connsiteY3" fmla="*/ 17190 h 31982"/>
                <a:gd name="connsiteX4" fmla="*/ 17190 w 31982"/>
                <a:gd name="connsiteY4" fmla="*/ 28384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7190" y="28384"/>
                  </a:moveTo>
                  <a:cubicBezTo>
                    <a:pt x="23587" y="28384"/>
                    <a:pt x="29184" y="23587"/>
                    <a:pt x="29184" y="17190"/>
                  </a:cubicBezTo>
                  <a:cubicBezTo>
                    <a:pt x="29184" y="10794"/>
                    <a:pt x="24386" y="5997"/>
                    <a:pt x="17190" y="5997"/>
                  </a:cubicBezTo>
                  <a:cubicBezTo>
                    <a:pt x="10794" y="5997"/>
                    <a:pt x="5997" y="10794"/>
                    <a:pt x="5997" y="17190"/>
                  </a:cubicBezTo>
                  <a:cubicBezTo>
                    <a:pt x="5997" y="23587"/>
                    <a:pt x="10794" y="28384"/>
                    <a:pt x="17190" y="28384"/>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ADEC0EAD-2DC2-42F5-A555-E9E6AE25A942}"/>
                </a:ext>
              </a:extLst>
            </p:cNvPr>
            <p:cNvSpPr/>
            <p:nvPr/>
          </p:nvSpPr>
          <p:spPr>
            <a:xfrm>
              <a:off x="3064320" y="1643732"/>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8790" y="21988"/>
                    <a:pt x="21988" y="18790"/>
                    <a:pt x="21988" y="13992"/>
                  </a:cubicBezTo>
                  <a:cubicBezTo>
                    <a:pt x="21988" y="9195"/>
                    <a:pt x="18790" y="5997"/>
                    <a:pt x="13992" y="5997"/>
                  </a:cubicBezTo>
                  <a:cubicBezTo>
                    <a:pt x="9994" y="5997"/>
                    <a:pt x="5997" y="9195"/>
                    <a:pt x="5997" y="13992"/>
                  </a:cubicBezTo>
                  <a:cubicBezTo>
                    <a:pt x="5997" y="18790"/>
                    <a:pt x="9994" y="21988"/>
                    <a:pt x="13992" y="21988"/>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E1D52489-7C27-4D78-8321-90B94032CCC3}"/>
                </a:ext>
              </a:extLst>
            </p:cNvPr>
            <p:cNvSpPr/>
            <p:nvPr/>
          </p:nvSpPr>
          <p:spPr>
            <a:xfrm>
              <a:off x="3210484" y="1646131"/>
              <a:ext cx="15991" cy="15991"/>
            </a:xfrm>
            <a:custGeom>
              <a:avLst/>
              <a:gdLst>
                <a:gd name="connsiteX0" fmla="*/ 10949 w 15991"/>
                <a:gd name="connsiteY0" fmla="*/ 16391 h 15991"/>
                <a:gd name="connsiteX1" fmla="*/ 15746 w 15991"/>
                <a:gd name="connsiteY1" fmla="*/ 11593 h 15991"/>
                <a:gd name="connsiteX2" fmla="*/ 10949 w 15991"/>
                <a:gd name="connsiteY2" fmla="*/ 5997 h 15991"/>
                <a:gd name="connsiteX3" fmla="*/ 6152 w 15991"/>
                <a:gd name="connsiteY3" fmla="*/ 11593 h 15991"/>
                <a:gd name="connsiteX4" fmla="*/ 10949 w 15991"/>
                <a:gd name="connsiteY4" fmla="*/ 163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949" y="16391"/>
                  </a:moveTo>
                  <a:cubicBezTo>
                    <a:pt x="14147" y="16391"/>
                    <a:pt x="15746" y="13992"/>
                    <a:pt x="15746" y="11593"/>
                  </a:cubicBezTo>
                  <a:cubicBezTo>
                    <a:pt x="15746" y="8395"/>
                    <a:pt x="13348" y="5997"/>
                    <a:pt x="10949" y="5997"/>
                  </a:cubicBezTo>
                  <a:cubicBezTo>
                    <a:pt x="7751" y="5997"/>
                    <a:pt x="6152" y="8395"/>
                    <a:pt x="6152" y="11593"/>
                  </a:cubicBezTo>
                  <a:cubicBezTo>
                    <a:pt x="5352" y="14792"/>
                    <a:pt x="7751" y="16391"/>
                    <a:pt x="10949" y="16391"/>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BAC22F6E-D6D4-498D-AEF0-D3113E0C04AD}"/>
                </a:ext>
              </a:extLst>
            </p:cNvPr>
            <p:cNvSpPr/>
            <p:nvPr/>
          </p:nvSpPr>
          <p:spPr>
            <a:xfrm>
              <a:off x="3350561" y="1644532"/>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0"/>
                    <a:pt x="20389" y="13193"/>
                  </a:cubicBezTo>
                  <a:cubicBezTo>
                    <a:pt x="20389" y="9195"/>
                    <a:pt x="17191"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057E3238-D15C-4F66-9E5A-4AF7861323E7}"/>
                </a:ext>
              </a:extLst>
            </p:cNvPr>
            <p:cNvSpPr/>
            <p:nvPr/>
          </p:nvSpPr>
          <p:spPr>
            <a:xfrm>
              <a:off x="3491283" y="1642932"/>
              <a:ext cx="23987" cy="23987"/>
            </a:xfrm>
            <a:custGeom>
              <a:avLst/>
              <a:gdLst>
                <a:gd name="connsiteX0" fmla="*/ 14792 w 23986"/>
                <a:gd name="connsiteY0" fmla="*/ 23587 h 23986"/>
                <a:gd name="connsiteX1" fmla="*/ 23587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7" y="19589"/>
                    <a:pt x="23587" y="14792"/>
                  </a:cubicBezTo>
                  <a:cubicBezTo>
                    <a:pt x="23587" y="9994"/>
                    <a:pt x="19589" y="5997"/>
                    <a:pt x="14792" y="5997"/>
                  </a:cubicBezTo>
                  <a:cubicBezTo>
                    <a:pt x="9994" y="5997"/>
                    <a:pt x="5997" y="9994"/>
                    <a:pt x="5997" y="14792"/>
                  </a:cubicBezTo>
                  <a:cubicBezTo>
                    <a:pt x="5997" y="19589"/>
                    <a:pt x="9994" y="23587"/>
                    <a:pt x="14792" y="23587"/>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99037E54-620B-465A-9952-B51959117B5A}"/>
                </a:ext>
              </a:extLst>
            </p:cNvPr>
            <p:cNvSpPr/>
            <p:nvPr/>
          </p:nvSpPr>
          <p:spPr>
            <a:xfrm>
              <a:off x="3636802" y="1645331"/>
              <a:ext cx="23987" cy="23987"/>
            </a:xfrm>
            <a:custGeom>
              <a:avLst/>
              <a:gdLst>
                <a:gd name="connsiteX0" fmla="*/ 12393 w 23986"/>
                <a:gd name="connsiteY0" fmla="*/ 18790 h 23986"/>
                <a:gd name="connsiteX1" fmla="*/ 18789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6391" y="18790"/>
                    <a:pt x="18789" y="15591"/>
                    <a:pt x="18789" y="12393"/>
                  </a:cubicBezTo>
                  <a:cubicBezTo>
                    <a:pt x="18789" y="9195"/>
                    <a:pt x="16391" y="5997"/>
                    <a:pt x="12393" y="5997"/>
                  </a:cubicBezTo>
                  <a:cubicBezTo>
                    <a:pt x="8395" y="5997"/>
                    <a:pt x="5997" y="9195"/>
                    <a:pt x="5997" y="12393"/>
                  </a:cubicBezTo>
                  <a:cubicBezTo>
                    <a:pt x="5997" y="15591"/>
                    <a:pt x="8395" y="18790"/>
                    <a:pt x="12393" y="18790"/>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CE8FDA28-721F-4B61-AE61-625983252946}"/>
                </a:ext>
              </a:extLst>
            </p:cNvPr>
            <p:cNvSpPr/>
            <p:nvPr/>
          </p:nvSpPr>
          <p:spPr>
            <a:xfrm>
              <a:off x="3778323" y="1644532"/>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0"/>
                    <a:pt x="20389" y="13193"/>
                  </a:cubicBezTo>
                  <a:cubicBezTo>
                    <a:pt x="20389" y="9195"/>
                    <a:pt x="17191"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53DAE74C-11F4-43FA-B8AA-EEAF3BEC85EF}"/>
                </a:ext>
              </a:extLst>
            </p:cNvPr>
            <p:cNvSpPr/>
            <p:nvPr/>
          </p:nvSpPr>
          <p:spPr>
            <a:xfrm>
              <a:off x="3921443" y="1644532"/>
              <a:ext cx="23987" cy="23987"/>
            </a:xfrm>
            <a:custGeom>
              <a:avLst/>
              <a:gdLst>
                <a:gd name="connsiteX0" fmla="*/ 13193 w 23986"/>
                <a:gd name="connsiteY0" fmla="*/ 20389 h 23986"/>
                <a:gd name="connsiteX1" fmla="*/ 20389 w 23986"/>
                <a:gd name="connsiteY1" fmla="*/ 13193 h 23986"/>
                <a:gd name="connsiteX2" fmla="*/ 13193 w 23986"/>
                <a:gd name="connsiteY2" fmla="*/ 5997 h 23986"/>
                <a:gd name="connsiteX3" fmla="*/ 5997 w 23986"/>
                <a:gd name="connsiteY3" fmla="*/ 13193 h 23986"/>
                <a:gd name="connsiteX4" fmla="*/ 13193 w 23986"/>
                <a:gd name="connsiteY4" fmla="*/ 20389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0389"/>
                  </a:moveTo>
                  <a:cubicBezTo>
                    <a:pt x="17191" y="20389"/>
                    <a:pt x="20389" y="17190"/>
                    <a:pt x="20389" y="13193"/>
                  </a:cubicBezTo>
                  <a:cubicBezTo>
                    <a:pt x="20389" y="9195"/>
                    <a:pt x="17191" y="5997"/>
                    <a:pt x="13193" y="5997"/>
                  </a:cubicBezTo>
                  <a:cubicBezTo>
                    <a:pt x="9195" y="5997"/>
                    <a:pt x="5997" y="9195"/>
                    <a:pt x="5997" y="13193"/>
                  </a:cubicBezTo>
                  <a:cubicBezTo>
                    <a:pt x="5997" y="17190"/>
                    <a:pt x="9195" y="20389"/>
                    <a:pt x="13193" y="20389"/>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3D26B4BF-5357-42B2-9771-C9EA77F8B13B}"/>
                </a:ext>
              </a:extLst>
            </p:cNvPr>
            <p:cNvSpPr/>
            <p:nvPr/>
          </p:nvSpPr>
          <p:spPr>
            <a:xfrm>
              <a:off x="4065363" y="1646131"/>
              <a:ext cx="15991" cy="15991"/>
            </a:xfrm>
            <a:custGeom>
              <a:avLst/>
              <a:gdLst>
                <a:gd name="connsiteX0" fmla="*/ 17191 w 15991"/>
                <a:gd name="connsiteY0" fmla="*/ 11593 h 15991"/>
                <a:gd name="connsiteX1" fmla="*/ 11594 w 15991"/>
                <a:gd name="connsiteY1" fmla="*/ 17190 h 15991"/>
                <a:gd name="connsiteX2" fmla="*/ 5997 w 15991"/>
                <a:gd name="connsiteY2" fmla="*/ 11593 h 15991"/>
                <a:gd name="connsiteX3" fmla="*/ 11594 w 15991"/>
                <a:gd name="connsiteY3" fmla="*/ 5997 h 15991"/>
                <a:gd name="connsiteX4" fmla="*/ 17191 w 15991"/>
                <a:gd name="connsiteY4" fmla="*/ 115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7191" y="11593"/>
                  </a:moveTo>
                  <a:cubicBezTo>
                    <a:pt x="17191" y="14685"/>
                    <a:pt x="14685" y="17190"/>
                    <a:pt x="11594" y="17190"/>
                  </a:cubicBezTo>
                  <a:cubicBezTo>
                    <a:pt x="8503" y="17190"/>
                    <a:pt x="5997" y="14685"/>
                    <a:pt x="5997" y="11593"/>
                  </a:cubicBezTo>
                  <a:cubicBezTo>
                    <a:pt x="5997" y="8502"/>
                    <a:pt x="8503" y="5997"/>
                    <a:pt x="11594" y="5997"/>
                  </a:cubicBezTo>
                  <a:cubicBezTo>
                    <a:pt x="14685" y="5997"/>
                    <a:pt x="17191" y="8502"/>
                    <a:pt x="17191" y="11593"/>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06A2C1D3-64B0-4828-9F2F-772DAE1C54C4}"/>
                </a:ext>
              </a:extLst>
            </p:cNvPr>
            <p:cNvSpPr/>
            <p:nvPr/>
          </p:nvSpPr>
          <p:spPr>
            <a:xfrm>
              <a:off x="4208484" y="1646131"/>
              <a:ext cx="15991" cy="15991"/>
            </a:xfrm>
            <a:custGeom>
              <a:avLst/>
              <a:gdLst>
                <a:gd name="connsiteX0" fmla="*/ 11593 w 15991"/>
                <a:gd name="connsiteY0" fmla="*/ 16391 h 15991"/>
                <a:gd name="connsiteX1" fmla="*/ 16391 w 15991"/>
                <a:gd name="connsiteY1" fmla="*/ 11593 h 15991"/>
                <a:gd name="connsiteX2" fmla="*/ 11593 w 15991"/>
                <a:gd name="connsiteY2" fmla="*/ 5997 h 15991"/>
                <a:gd name="connsiteX3" fmla="*/ 5997 w 15991"/>
                <a:gd name="connsiteY3" fmla="*/ 11593 h 15991"/>
                <a:gd name="connsiteX4" fmla="*/ 11593 w 15991"/>
                <a:gd name="connsiteY4" fmla="*/ 163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3" y="16391"/>
                  </a:moveTo>
                  <a:cubicBezTo>
                    <a:pt x="13992" y="16391"/>
                    <a:pt x="16391" y="13992"/>
                    <a:pt x="16391" y="11593"/>
                  </a:cubicBezTo>
                  <a:cubicBezTo>
                    <a:pt x="16391" y="8395"/>
                    <a:pt x="13992" y="5997"/>
                    <a:pt x="11593" y="5997"/>
                  </a:cubicBezTo>
                  <a:cubicBezTo>
                    <a:pt x="8395" y="5997"/>
                    <a:pt x="5997" y="8395"/>
                    <a:pt x="5997" y="11593"/>
                  </a:cubicBezTo>
                  <a:cubicBezTo>
                    <a:pt x="5997" y="14792"/>
                    <a:pt x="8395" y="16391"/>
                    <a:pt x="11593" y="16391"/>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55BA94F9-9679-4914-96D4-CAA7C815560F}"/>
                </a:ext>
              </a:extLst>
            </p:cNvPr>
            <p:cNvSpPr/>
            <p:nvPr/>
          </p:nvSpPr>
          <p:spPr>
            <a:xfrm>
              <a:off x="4351604" y="1648529"/>
              <a:ext cx="15991" cy="15991"/>
            </a:xfrm>
            <a:custGeom>
              <a:avLst/>
              <a:gdLst>
                <a:gd name="connsiteX0" fmla="*/ 10794 w 15991"/>
                <a:gd name="connsiteY0" fmla="*/ 13992 h 15991"/>
                <a:gd name="connsiteX1" fmla="*/ 14792 w 15991"/>
                <a:gd name="connsiteY1" fmla="*/ 9994 h 15991"/>
                <a:gd name="connsiteX2" fmla="*/ 10794 w 15991"/>
                <a:gd name="connsiteY2" fmla="*/ 5997 h 15991"/>
                <a:gd name="connsiteX3" fmla="*/ 5997 w 15991"/>
                <a:gd name="connsiteY3" fmla="*/ 9994 h 15991"/>
                <a:gd name="connsiteX4" fmla="*/ 107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3992"/>
                  </a:moveTo>
                  <a:cubicBezTo>
                    <a:pt x="13193" y="13992"/>
                    <a:pt x="14792" y="12393"/>
                    <a:pt x="14792" y="9994"/>
                  </a:cubicBezTo>
                  <a:cubicBezTo>
                    <a:pt x="14792" y="7596"/>
                    <a:pt x="13193" y="5997"/>
                    <a:pt x="10794" y="5997"/>
                  </a:cubicBezTo>
                  <a:cubicBezTo>
                    <a:pt x="8395" y="5997"/>
                    <a:pt x="5997" y="7596"/>
                    <a:pt x="5997" y="9994"/>
                  </a:cubicBezTo>
                  <a:cubicBezTo>
                    <a:pt x="6797" y="11594"/>
                    <a:pt x="8395" y="13992"/>
                    <a:pt x="10794" y="13992"/>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5A7E9392-3B57-48CD-842E-03090668B10A}"/>
                </a:ext>
              </a:extLst>
            </p:cNvPr>
            <p:cNvSpPr/>
            <p:nvPr/>
          </p:nvSpPr>
          <p:spPr>
            <a:xfrm>
              <a:off x="4495524" y="1647730"/>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AAF30210-4403-44CC-B2E0-6A9D0246C77E}"/>
                </a:ext>
              </a:extLst>
            </p:cNvPr>
            <p:cNvSpPr/>
            <p:nvPr/>
          </p:nvSpPr>
          <p:spPr>
            <a:xfrm>
              <a:off x="4637844" y="1647730"/>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22F8751E-D782-47DA-B429-DF9547F0C832}"/>
                </a:ext>
              </a:extLst>
            </p:cNvPr>
            <p:cNvSpPr/>
            <p:nvPr/>
          </p:nvSpPr>
          <p:spPr>
            <a:xfrm>
              <a:off x="4778443" y="1645331"/>
              <a:ext cx="23987" cy="23987"/>
            </a:xfrm>
            <a:custGeom>
              <a:avLst/>
              <a:gdLst>
                <a:gd name="connsiteX0" fmla="*/ 12516 w 23986"/>
                <a:gd name="connsiteY0" fmla="*/ 18790 h 23986"/>
                <a:gd name="connsiteX1" fmla="*/ 18913 w 23986"/>
                <a:gd name="connsiteY1" fmla="*/ 12393 h 23986"/>
                <a:gd name="connsiteX2" fmla="*/ 12516 w 23986"/>
                <a:gd name="connsiteY2" fmla="*/ 5997 h 23986"/>
                <a:gd name="connsiteX3" fmla="*/ 6120 w 23986"/>
                <a:gd name="connsiteY3" fmla="*/ 12393 h 23986"/>
                <a:gd name="connsiteX4" fmla="*/ 12516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516" y="18790"/>
                  </a:moveTo>
                  <a:cubicBezTo>
                    <a:pt x="15715" y="18790"/>
                    <a:pt x="18913" y="15591"/>
                    <a:pt x="18913" y="12393"/>
                  </a:cubicBezTo>
                  <a:cubicBezTo>
                    <a:pt x="18913" y="9195"/>
                    <a:pt x="16514" y="5997"/>
                    <a:pt x="12516" y="5997"/>
                  </a:cubicBezTo>
                  <a:cubicBezTo>
                    <a:pt x="8519" y="5997"/>
                    <a:pt x="6120" y="9195"/>
                    <a:pt x="6120" y="12393"/>
                  </a:cubicBezTo>
                  <a:cubicBezTo>
                    <a:pt x="5320" y="15591"/>
                    <a:pt x="8519" y="18790"/>
                    <a:pt x="12516" y="18790"/>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474DC374-3F20-478B-A777-A19974E3262F}"/>
                </a:ext>
              </a:extLst>
            </p:cNvPr>
            <p:cNvSpPr/>
            <p:nvPr/>
          </p:nvSpPr>
          <p:spPr>
            <a:xfrm>
              <a:off x="4918401" y="1642932"/>
              <a:ext cx="23987" cy="23987"/>
            </a:xfrm>
            <a:custGeom>
              <a:avLst/>
              <a:gdLst>
                <a:gd name="connsiteX0" fmla="*/ 14879 w 23986"/>
                <a:gd name="connsiteY0" fmla="*/ 23587 h 23986"/>
                <a:gd name="connsiteX1" fmla="*/ 23675 w 23986"/>
                <a:gd name="connsiteY1" fmla="*/ 14792 h 23986"/>
                <a:gd name="connsiteX2" fmla="*/ 14879 w 23986"/>
                <a:gd name="connsiteY2" fmla="*/ 5997 h 23986"/>
                <a:gd name="connsiteX3" fmla="*/ 6085 w 23986"/>
                <a:gd name="connsiteY3" fmla="*/ 14792 h 23986"/>
                <a:gd name="connsiteX4" fmla="*/ 14879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879" y="23587"/>
                  </a:moveTo>
                  <a:cubicBezTo>
                    <a:pt x="19677" y="23587"/>
                    <a:pt x="23675" y="19589"/>
                    <a:pt x="23675" y="14792"/>
                  </a:cubicBezTo>
                  <a:cubicBezTo>
                    <a:pt x="23675" y="9994"/>
                    <a:pt x="19677" y="5997"/>
                    <a:pt x="14879" y="5997"/>
                  </a:cubicBezTo>
                  <a:cubicBezTo>
                    <a:pt x="10082" y="5997"/>
                    <a:pt x="6085" y="9994"/>
                    <a:pt x="6085" y="14792"/>
                  </a:cubicBezTo>
                  <a:cubicBezTo>
                    <a:pt x="5285" y="19589"/>
                    <a:pt x="10082" y="23587"/>
                    <a:pt x="14879" y="23587"/>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B5EB48A9-C3AD-4F71-9BAE-BCB6151B2036}"/>
                </a:ext>
              </a:extLst>
            </p:cNvPr>
            <p:cNvSpPr/>
            <p:nvPr/>
          </p:nvSpPr>
          <p:spPr>
            <a:xfrm>
              <a:off x="1070230" y="1790051"/>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0CEFF492-CF99-4589-9893-76A9ABF25A34}"/>
                </a:ext>
              </a:extLst>
            </p:cNvPr>
            <p:cNvSpPr/>
            <p:nvPr/>
          </p:nvSpPr>
          <p:spPr>
            <a:xfrm>
              <a:off x="1205287" y="1782055"/>
              <a:ext cx="31982" cy="31982"/>
            </a:xfrm>
            <a:custGeom>
              <a:avLst/>
              <a:gdLst>
                <a:gd name="connsiteX0" fmla="*/ 18857 w 31982"/>
                <a:gd name="connsiteY0" fmla="*/ 31582 h 31982"/>
                <a:gd name="connsiteX1" fmla="*/ 31650 w 31982"/>
                <a:gd name="connsiteY1" fmla="*/ 18789 h 31982"/>
                <a:gd name="connsiteX2" fmla="*/ 18857 w 31982"/>
                <a:gd name="connsiteY2" fmla="*/ 5997 h 31982"/>
                <a:gd name="connsiteX3" fmla="*/ 6064 w 31982"/>
                <a:gd name="connsiteY3" fmla="*/ 18789 h 31982"/>
                <a:gd name="connsiteX4" fmla="*/ 18857 w 31982"/>
                <a:gd name="connsiteY4" fmla="*/ 31582 h 3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2" h="31982">
                  <a:moveTo>
                    <a:pt x="18857" y="31582"/>
                  </a:moveTo>
                  <a:cubicBezTo>
                    <a:pt x="26053" y="31582"/>
                    <a:pt x="31650" y="25986"/>
                    <a:pt x="31650" y="18789"/>
                  </a:cubicBezTo>
                  <a:cubicBezTo>
                    <a:pt x="31650" y="11593"/>
                    <a:pt x="26053" y="5997"/>
                    <a:pt x="18857" y="5997"/>
                  </a:cubicBezTo>
                  <a:cubicBezTo>
                    <a:pt x="11661" y="5997"/>
                    <a:pt x="6064" y="11593"/>
                    <a:pt x="6064" y="18789"/>
                  </a:cubicBezTo>
                  <a:cubicBezTo>
                    <a:pt x="5265" y="25186"/>
                    <a:pt x="11661" y="31582"/>
                    <a:pt x="18857" y="31582"/>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0DC696A6-5072-435E-A1CE-F3AAB2AB46CA}"/>
                </a:ext>
              </a:extLst>
            </p:cNvPr>
            <p:cNvSpPr/>
            <p:nvPr/>
          </p:nvSpPr>
          <p:spPr>
            <a:xfrm>
              <a:off x="1357270" y="1790850"/>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1594"/>
                    <a:pt x="7596" y="12393"/>
                    <a:pt x="9195" y="12393"/>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4468595C-F4BF-477D-B6E9-D851C44DA50B}"/>
                </a:ext>
              </a:extLst>
            </p:cNvPr>
            <p:cNvSpPr/>
            <p:nvPr/>
          </p:nvSpPr>
          <p:spPr>
            <a:xfrm>
              <a:off x="1501190" y="1792449"/>
              <a:ext cx="15991" cy="15991"/>
            </a:xfrm>
            <a:custGeom>
              <a:avLst/>
              <a:gdLst>
                <a:gd name="connsiteX0" fmla="*/ 8395 w 15991"/>
                <a:gd name="connsiteY0" fmla="*/ 10794 h 15991"/>
                <a:gd name="connsiteX1" fmla="*/ 115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1594" y="9994"/>
                    <a:pt x="11594" y="8395"/>
                  </a:cubicBezTo>
                  <a:cubicBezTo>
                    <a:pt x="115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0046CBAD-193E-4AD7-BA94-694E80BA7140}"/>
                </a:ext>
              </a:extLst>
            </p:cNvPr>
            <p:cNvSpPr/>
            <p:nvPr/>
          </p:nvSpPr>
          <p:spPr>
            <a:xfrm>
              <a:off x="1643511" y="179165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195"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0108B130-2566-4353-A2CA-FB6F42513625}"/>
                </a:ext>
              </a:extLst>
            </p:cNvPr>
            <p:cNvSpPr/>
            <p:nvPr/>
          </p:nvSpPr>
          <p:spPr>
            <a:xfrm>
              <a:off x="1785832" y="179165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6796" y="9994"/>
                    <a:pt x="7596" y="10794"/>
                    <a:pt x="8395" y="10794"/>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A6C794E8-7C49-474E-A57D-5574CC9C2898}"/>
                </a:ext>
              </a:extLst>
            </p:cNvPr>
            <p:cNvSpPr/>
            <p:nvPr/>
          </p:nvSpPr>
          <p:spPr>
            <a:xfrm>
              <a:off x="1929752" y="179244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DC364F83-9A9D-4C4F-9CA1-EFB684E58296}"/>
                </a:ext>
              </a:extLst>
            </p:cNvPr>
            <p:cNvSpPr/>
            <p:nvPr/>
          </p:nvSpPr>
          <p:spPr>
            <a:xfrm>
              <a:off x="2072073" y="179244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7468A47A-19BF-4176-9E14-E91F643B4F7F}"/>
                </a:ext>
              </a:extLst>
            </p:cNvPr>
            <p:cNvSpPr/>
            <p:nvPr/>
          </p:nvSpPr>
          <p:spPr>
            <a:xfrm>
              <a:off x="2212794" y="1790850"/>
              <a:ext cx="15991" cy="15991"/>
            </a:xfrm>
            <a:custGeom>
              <a:avLst/>
              <a:gdLst>
                <a:gd name="connsiteX0" fmla="*/ 9994 w 15991"/>
                <a:gd name="connsiteY0" fmla="*/ 13193 h 15991"/>
                <a:gd name="connsiteX1" fmla="*/ 13193 w 15991"/>
                <a:gd name="connsiteY1" fmla="*/ 9195 h 15991"/>
                <a:gd name="connsiteX2" fmla="*/ 9994 w 15991"/>
                <a:gd name="connsiteY2" fmla="*/ 5997 h 15991"/>
                <a:gd name="connsiteX3" fmla="*/ 5997 w 15991"/>
                <a:gd name="connsiteY3" fmla="*/ 9195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195"/>
                  </a:cubicBezTo>
                  <a:cubicBezTo>
                    <a:pt x="13193" y="7596"/>
                    <a:pt x="11594" y="5997"/>
                    <a:pt x="9994" y="5997"/>
                  </a:cubicBezTo>
                  <a:cubicBezTo>
                    <a:pt x="7596" y="5997"/>
                    <a:pt x="5997" y="7596"/>
                    <a:pt x="5997" y="9195"/>
                  </a:cubicBezTo>
                  <a:cubicBezTo>
                    <a:pt x="5997" y="11594"/>
                    <a:pt x="7596" y="13193"/>
                    <a:pt x="9994" y="13193"/>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2EBE695D-5640-40DD-A457-4690EE82E971}"/>
                </a:ext>
              </a:extLst>
            </p:cNvPr>
            <p:cNvSpPr/>
            <p:nvPr/>
          </p:nvSpPr>
          <p:spPr>
            <a:xfrm>
              <a:off x="2355915" y="1790850"/>
              <a:ext cx="15991" cy="15991"/>
            </a:xfrm>
            <a:custGeom>
              <a:avLst/>
              <a:gdLst>
                <a:gd name="connsiteX0" fmla="*/ 9195 w 15991"/>
                <a:gd name="connsiteY0" fmla="*/ 131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3" y="13193"/>
                    <a:pt x="12393" y="11594"/>
                    <a:pt x="12393" y="9195"/>
                  </a:cubicBezTo>
                  <a:cubicBezTo>
                    <a:pt x="12393" y="7596"/>
                    <a:pt x="10794" y="5997"/>
                    <a:pt x="9195" y="5997"/>
                  </a:cubicBezTo>
                  <a:cubicBezTo>
                    <a:pt x="7596" y="5997"/>
                    <a:pt x="5997" y="7596"/>
                    <a:pt x="5997" y="9195"/>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802DC01F-274F-4C4E-ABDD-FF38A90DC6C5}"/>
                </a:ext>
              </a:extLst>
            </p:cNvPr>
            <p:cNvSpPr/>
            <p:nvPr/>
          </p:nvSpPr>
          <p:spPr>
            <a:xfrm>
              <a:off x="2498235" y="1790850"/>
              <a:ext cx="15991" cy="15991"/>
            </a:xfrm>
            <a:custGeom>
              <a:avLst/>
              <a:gdLst>
                <a:gd name="connsiteX0" fmla="*/ 9195 w 15991"/>
                <a:gd name="connsiteY0" fmla="*/ 13193 h 15991"/>
                <a:gd name="connsiteX1" fmla="*/ 13193 w 15991"/>
                <a:gd name="connsiteY1" fmla="*/ 9195 h 15991"/>
                <a:gd name="connsiteX2" fmla="*/ 9195 w 15991"/>
                <a:gd name="connsiteY2" fmla="*/ 5997 h 15991"/>
                <a:gd name="connsiteX3" fmla="*/ 5997 w 15991"/>
                <a:gd name="connsiteY3" fmla="*/ 9195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0794" y="13193"/>
                    <a:pt x="13193" y="11594"/>
                    <a:pt x="13193" y="9195"/>
                  </a:cubicBezTo>
                  <a:cubicBezTo>
                    <a:pt x="13193" y="7596"/>
                    <a:pt x="11594" y="5997"/>
                    <a:pt x="9195" y="5997"/>
                  </a:cubicBezTo>
                  <a:cubicBezTo>
                    <a:pt x="7596" y="5997"/>
                    <a:pt x="5997" y="7596"/>
                    <a:pt x="5997" y="9195"/>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3A48F4DE-52DC-4E60-8660-0B3A1421A79A}"/>
                </a:ext>
              </a:extLst>
            </p:cNvPr>
            <p:cNvSpPr/>
            <p:nvPr/>
          </p:nvSpPr>
          <p:spPr>
            <a:xfrm>
              <a:off x="2640556" y="1790051"/>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8395"/>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BBEEF9B5-EE07-41F4-B75D-8B1DFDB2A372}"/>
                </a:ext>
              </a:extLst>
            </p:cNvPr>
            <p:cNvSpPr/>
            <p:nvPr/>
          </p:nvSpPr>
          <p:spPr>
            <a:xfrm>
              <a:off x="2782077" y="1789251"/>
              <a:ext cx="15991" cy="15991"/>
            </a:xfrm>
            <a:custGeom>
              <a:avLst/>
              <a:gdLst>
                <a:gd name="connsiteX0" fmla="*/ 10794 w 15991"/>
                <a:gd name="connsiteY0" fmla="*/ 163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63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6391"/>
                  </a:moveTo>
                  <a:cubicBezTo>
                    <a:pt x="13193" y="16391"/>
                    <a:pt x="15591" y="13992"/>
                    <a:pt x="15591" y="10794"/>
                  </a:cubicBezTo>
                  <a:cubicBezTo>
                    <a:pt x="15591" y="8395"/>
                    <a:pt x="13193" y="5997"/>
                    <a:pt x="10794" y="5997"/>
                  </a:cubicBezTo>
                  <a:cubicBezTo>
                    <a:pt x="7596" y="5997"/>
                    <a:pt x="5997" y="8395"/>
                    <a:pt x="5997" y="10794"/>
                  </a:cubicBezTo>
                  <a:cubicBezTo>
                    <a:pt x="5997" y="13992"/>
                    <a:pt x="8395" y="16391"/>
                    <a:pt x="10794" y="16391"/>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BF2DD3B5-5CCB-4BD8-988B-D3D70D7F0B82}"/>
                </a:ext>
              </a:extLst>
            </p:cNvPr>
            <p:cNvSpPr/>
            <p:nvPr/>
          </p:nvSpPr>
          <p:spPr>
            <a:xfrm>
              <a:off x="2924274" y="1788451"/>
              <a:ext cx="23987" cy="23987"/>
            </a:xfrm>
            <a:custGeom>
              <a:avLst/>
              <a:gdLst>
                <a:gd name="connsiteX0" fmla="*/ 11718 w 23986"/>
                <a:gd name="connsiteY0" fmla="*/ 17990 h 23986"/>
                <a:gd name="connsiteX1" fmla="*/ 18114 w 23986"/>
                <a:gd name="connsiteY1" fmla="*/ 11594 h 23986"/>
                <a:gd name="connsiteX2" fmla="*/ 11718 w 23986"/>
                <a:gd name="connsiteY2" fmla="*/ 5997 h 23986"/>
                <a:gd name="connsiteX3" fmla="*/ 6121 w 23986"/>
                <a:gd name="connsiteY3" fmla="*/ 11594 h 23986"/>
                <a:gd name="connsiteX4" fmla="*/ 11718 w 23986"/>
                <a:gd name="connsiteY4" fmla="*/ 179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1718" y="17990"/>
                  </a:moveTo>
                  <a:cubicBezTo>
                    <a:pt x="14916" y="17990"/>
                    <a:pt x="18114" y="15591"/>
                    <a:pt x="18114" y="11594"/>
                  </a:cubicBezTo>
                  <a:cubicBezTo>
                    <a:pt x="18114" y="8395"/>
                    <a:pt x="15716" y="5997"/>
                    <a:pt x="11718" y="5997"/>
                  </a:cubicBezTo>
                  <a:cubicBezTo>
                    <a:pt x="8520" y="5997"/>
                    <a:pt x="6121" y="8395"/>
                    <a:pt x="6121" y="11594"/>
                  </a:cubicBezTo>
                  <a:cubicBezTo>
                    <a:pt x="5322" y="15591"/>
                    <a:pt x="8520" y="17990"/>
                    <a:pt x="11718" y="17990"/>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DEBBDEAF-C9E8-4543-84DC-EDD45031AB97}"/>
                </a:ext>
              </a:extLst>
            </p:cNvPr>
            <p:cNvSpPr/>
            <p:nvPr/>
          </p:nvSpPr>
          <p:spPr>
            <a:xfrm>
              <a:off x="3068318" y="1790850"/>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1594"/>
                    <a:pt x="14792" y="9994"/>
                  </a:cubicBezTo>
                  <a:cubicBezTo>
                    <a:pt x="14792" y="8395"/>
                    <a:pt x="131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5DAC05DF-AA99-44E2-AAB4-5F3FF43D6522}"/>
                </a:ext>
              </a:extLst>
            </p:cNvPr>
            <p:cNvSpPr/>
            <p:nvPr/>
          </p:nvSpPr>
          <p:spPr>
            <a:xfrm>
              <a:off x="3211439" y="1790850"/>
              <a:ext cx="15991" cy="15991"/>
            </a:xfrm>
            <a:custGeom>
              <a:avLst/>
              <a:gdLst>
                <a:gd name="connsiteX0" fmla="*/ 9994 w 15991"/>
                <a:gd name="connsiteY0" fmla="*/ 13193 h 15991"/>
                <a:gd name="connsiteX1" fmla="*/ 13992 w 15991"/>
                <a:gd name="connsiteY1" fmla="*/ 9195 h 15991"/>
                <a:gd name="connsiteX2" fmla="*/ 9994 w 15991"/>
                <a:gd name="connsiteY2" fmla="*/ 5997 h 15991"/>
                <a:gd name="connsiteX3" fmla="*/ 5997 w 15991"/>
                <a:gd name="connsiteY3" fmla="*/ 9195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992" y="11594"/>
                    <a:pt x="13992" y="9195"/>
                  </a:cubicBezTo>
                  <a:cubicBezTo>
                    <a:pt x="13992" y="7596"/>
                    <a:pt x="12393" y="5997"/>
                    <a:pt x="9994" y="5997"/>
                  </a:cubicBezTo>
                  <a:cubicBezTo>
                    <a:pt x="7596" y="5997"/>
                    <a:pt x="5997" y="7596"/>
                    <a:pt x="5997" y="9195"/>
                  </a:cubicBezTo>
                  <a:cubicBezTo>
                    <a:pt x="5997" y="11594"/>
                    <a:pt x="7596" y="13193"/>
                    <a:pt x="9994" y="13193"/>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D59E7E7F-9615-4CC0-9201-5FB0B2397A7D}"/>
                </a:ext>
              </a:extLst>
            </p:cNvPr>
            <p:cNvSpPr/>
            <p:nvPr/>
          </p:nvSpPr>
          <p:spPr>
            <a:xfrm>
              <a:off x="3352960" y="1790051"/>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2" y="15591"/>
                    <a:pt x="15591" y="13193"/>
                    <a:pt x="15591" y="10794"/>
                  </a:cubicBezTo>
                  <a:cubicBezTo>
                    <a:pt x="15591" y="8395"/>
                    <a:pt x="13192"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0AAF32E4-E7AC-42E4-AC4E-7A22E123CD40}"/>
                </a:ext>
              </a:extLst>
            </p:cNvPr>
            <p:cNvSpPr/>
            <p:nvPr/>
          </p:nvSpPr>
          <p:spPr>
            <a:xfrm>
              <a:off x="3492082" y="1786852"/>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8790" y="21988"/>
                    <a:pt x="21988" y="17990"/>
                    <a:pt x="21988" y="13992"/>
                  </a:cubicBezTo>
                  <a:cubicBezTo>
                    <a:pt x="21988" y="9195"/>
                    <a:pt x="17990" y="5997"/>
                    <a:pt x="13992" y="5997"/>
                  </a:cubicBezTo>
                  <a:cubicBezTo>
                    <a:pt x="9195" y="5997"/>
                    <a:pt x="5997" y="9994"/>
                    <a:pt x="5997" y="13992"/>
                  </a:cubicBezTo>
                  <a:cubicBezTo>
                    <a:pt x="5997" y="17990"/>
                    <a:pt x="9994" y="21988"/>
                    <a:pt x="13992" y="21988"/>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A990D1EF-FFA3-47A1-A95A-F4600334440E}"/>
                </a:ext>
              </a:extLst>
            </p:cNvPr>
            <p:cNvSpPr/>
            <p:nvPr/>
          </p:nvSpPr>
          <p:spPr>
            <a:xfrm>
              <a:off x="3635203" y="1786053"/>
              <a:ext cx="23987" cy="23987"/>
            </a:xfrm>
            <a:custGeom>
              <a:avLst/>
              <a:gdLst>
                <a:gd name="connsiteX0" fmla="*/ 13992 w 23986"/>
                <a:gd name="connsiteY0" fmla="*/ 21988 h 23986"/>
                <a:gd name="connsiteX1" fmla="*/ 21988 w 23986"/>
                <a:gd name="connsiteY1" fmla="*/ 13992 h 23986"/>
                <a:gd name="connsiteX2" fmla="*/ 13992 w 23986"/>
                <a:gd name="connsiteY2" fmla="*/ 5997 h 23986"/>
                <a:gd name="connsiteX3" fmla="*/ 5997 w 23986"/>
                <a:gd name="connsiteY3" fmla="*/ 13992 h 23986"/>
                <a:gd name="connsiteX4" fmla="*/ 13992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992" y="21988"/>
                  </a:moveTo>
                  <a:cubicBezTo>
                    <a:pt x="17990" y="21988"/>
                    <a:pt x="21988" y="17990"/>
                    <a:pt x="21988" y="13992"/>
                  </a:cubicBezTo>
                  <a:cubicBezTo>
                    <a:pt x="21988" y="9994"/>
                    <a:pt x="18789" y="5997"/>
                    <a:pt x="13992" y="5997"/>
                  </a:cubicBezTo>
                  <a:cubicBezTo>
                    <a:pt x="9994" y="5997"/>
                    <a:pt x="5997" y="9994"/>
                    <a:pt x="5997" y="13992"/>
                  </a:cubicBezTo>
                  <a:cubicBezTo>
                    <a:pt x="5997" y="18789"/>
                    <a:pt x="9994" y="21988"/>
                    <a:pt x="13992" y="21988"/>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0345D0A7-868D-45BD-8E1B-2F4B0D466119}"/>
                </a:ext>
              </a:extLst>
            </p:cNvPr>
            <p:cNvSpPr/>
            <p:nvPr/>
          </p:nvSpPr>
          <p:spPr>
            <a:xfrm>
              <a:off x="3776724" y="1785253"/>
              <a:ext cx="23987" cy="23987"/>
            </a:xfrm>
            <a:custGeom>
              <a:avLst/>
              <a:gdLst>
                <a:gd name="connsiteX0" fmla="*/ 14792 w 23986"/>
                <a:gd name="connsiteY0" fmla="*/ 23587 h 23986"/>
                <a:gd name="connsiteX1" fmla="*/ 23586 w 23986"/>
                <a:gd name="connsiteY1" fmla="*/ 14792 h 23986"/>
                <a:gd name="connsiteX2" fmla="*/ 14792 w 23986"/>
                <a:gd name="connsiteY2" fmla="*/ 5997 h 23986"/>
                <a:gd name="connsiteX3" fmla="*/ 5997 w 23986"/>
                <a:gd name="connsiteY3" fmla="*/ 14792 h 23986"/>
                <a:gd name="connsiteX4" fmla="*/ 14792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792" y="23587"/>
                  </a:moveTo>
                  <a:cubicBezTo>
                    <a:pt x="19589" y="23587"/>
                    <a:pt x="23586" y="19589"/>
                    <a:pt x="23586" y="14792"/>
                  </a:cubicBezTo>
                  <a:cubicBezTo>
                    <a:pt x="23586" y="9994"/>
                    <a:pt x="19589" y="5997"/>
                    <a:pt x="14792" y="5997"/>
                  </a:cubicBezTo>
                  <a:cubicBezTo>
                    <a:pt x="9994" y="5997"/>
                    <a:pt x="5997" y="9994"/>
                    <a:pt x="5997" y="14792"/>
                  </a:cubicBezTo>
                  <a:cubicBezTo>
                    <a:pt x="6796" y="20389"/>
                    <a:pt x="9994" y="23587"/>
                    <a:pt x="14792" y="23587"/>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4AB6D446-0C2A-48B6-8893-CDFC0BE9A3CC}"/>
                </a:ext>
              </a:extLst>
            </p:cNvPr>
            <p:cNvSpPr/>
            <p:nvPr/>
          </p:nvSpPr>
          <p:spPr>
            <a:xfrm>
              <a:off x="3923842" y="1790051"/>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7596" y="5997"/>
                    <a:pt x="5997" y="8395"/>
                    <a:pt x="5997" y="10794"/>
                  </a:cubicBezTo>
                  <a:cubicBezTo>
                    <a:pt x="5997" y="13193"/>
                    <a:pt x="7596" y="15591"/>
                    <a:pt x="10794" y="15591"/>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4CE713DD-7FE8-4F1B-B5C4-13B3DCB3E8F2}"/>
                </a:ext>
              </a:extLst>
            </p:cNvPr>
            <p:cNvSpPr/>
            <p:nvPr/>
          </p:nvSpPr>
          <p:spPr>
            <a:xfrm>
              <a:off x="4066962" y="1790850"/>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1594"/>
                    <a:pt x="13992" y="9994"/>
                  </a:cubicBezTo>
                  <a:cubicBezTo>
                    <a:pt x="13992" y="8395"/>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7666B9EA-10B5-434D-8676-AA88DFC89CB1}"/>
                </a:ext>
              </a:extLst>
            </p:cNvPr>
            <p:cNvSpPr/>
            <p:nvPr/>
          </p:nvSpPr>
          <p:spPr>
            <a:xfrm>
              <a:off x="4210082" y="1790051"/>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8395"/>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5F2C8526-5942-4DD8-83A5-D5E960A5AD30}"/>
                </a:ext>
              </a:extLst>
            </p:cNvPr>
            <p:cNvSpPr/>
            <p:nvPr/>
          </p:nvSpPr>
          <p:spPr>
            <a:xfrm>
              <a:off x="4352404" y="1790850"/>
              <a:ext cx="15991" cy="15991"/>
            </a:xfrm>
            <a:custGeom>
              <a:avLst/>
              <a:gdLst>
                <a:gd name="connsiteX0" fmla="*/ 9994 w 15991"/>
                <a:gd name="connsiteY0" fmla="*/ 13193 h 15991"/>
                <a:gd name="connsiteX1" fmla="*/ 13192 w 15991"/>
                <a:gd name="connsiteY1" fmla="*/ 9195 h 15991"/>
                <a:gd name="connsiteX2" fmla="*/ 9994 w 15991"/>
                <a:gd name="connsiteY2" fmla="*/ 5997 h 15991"/>
                <a:gd name="connsiteX3" fmla="*/ 5997 w 15991"/>
                <a:gd name="connsiteY3" fmla="*/ 9195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3" y="13193"/>
                    <a:pt x="13192" y="11594"/>
                    <a:pt x="13192" y="9195"/>
                  </a:cubicBezTo>
                  <a:cubicBezTo>
                    <a:pt x="13192" y="7596"/>
                    <a:pt x="11593" y="5997"/>
                    <a:pt x="9994" y="5997"/>
                  </a:cubicBezTo>
                  <a:cubicBezTo>
                    <a:pt x="7595" y="5997"/>
                    <a:pt x="5997" y="7596"/>
                    <a:pt x="5997" y="9195"/>
                  </a:cubicBezTo>
                  <a:cubicBezTo>
                    <a:pt x="6796" y="11594"/>
                    <a:pt x="8395" y="13193"/>
                    <a:pt x="9994" y="13193"/>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FE477B45-3364-494F-8666-2E3B2D4C9067}"/>
                </a:ext>
              </a:extLst>
            </p:cNvPr>
            <p:cNvSpPr/>
            <p:nvPr/>
          </p:nvSpPr>
          <p:spPr>
            <a:xfrm>
              <a:off x="4496115" y="1790850"/>
              <a:ext cx="15991" cy="15991"/>
            </a:xfrm>
            <a:custGeom>
              <a:avLst/>
              <a:gdLst>
                <a:gd name="connsiteX0" fmla="*/ 9403 w 15991"/>
                <a:gd name="connsiteY0" fmla="*/ 13193 h 15991"/>
                <a:gd name="connsiteX1" fmla="*/ 13400 w 15991"/>
                <a:gd name="connsiteY1" fmla="*/ 9195 h 15991"/>
                <a:gd name="connsiteX2" fmla="*/ 9403 w 15991"/>
                <a:gd name="connsiteY2" fmla="*/ 5997 h 15991"/>
                <a:gd name="connsiteX3" fmla="*/ 6205 w 15991"/>
                <a:gd name="connsiteY3" fmla="*/ 9195 h 15991"/>
                <a:gd name="connsiteX4" fmla="*/ 9403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403" y="13193"/>
                  </a:moveTo>
                  <a:cubicBezTo>
                    <a:pt x="11002" y="13193"/>
                    <a:pt x="13400" y="11594"/>
                    <a:pt x="13400" y="9195"/>
                  </a:cubicBezTo>
                  <a:cubicBezTo>
                    <a:pt x="13400" y="7596"/>
                    <a:pt x="11801" y="5997"/>
                    <a:pt x="9403" y="5997"/>
                  </a:cubicBezTo>
                  <a:cubicBezTo>
                    <a:pt x="7004" y="5997"/>
                    <a:pt x="6205" y="7596"/>
                    <a:pt x="6205" y="9195"/>
                  </a:cubicBezTo>
                  <a:cubicBezTo>
                    <a:pt x="5405" y="11594"/>
                    <a:pt x="7004" y="13193"/>
                    <a:pt x="9403" y="13193"/>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BA3EA0E7-B239-433C-ADEF-D28E6B9FE9DA}"/>
                </a:ext>
              </a:extLst>
            </p:cNvPr>
            <p:cNvSpPr/>
            <p:nvPr/>
          </p:nvSpPr>
          <p:spPr>
            <a:xfrm>
              <a:off x="4638644" y="1790850"/>
              <a:ext cx="15991" cy="15991"/>
            </a:xfrm>
            <a:custGeom>
              <a:avLst/>
              <a:gdLst>
                <a:gd name="connsiteX0" fmla="*/ 9195 w 15991"/>
                <a:gd name="connsiteY0" fmla="*/ 13193 h 15991"/>
                <a:gd name="connsiteX1" fmla="*/ 13192 w 15991"/>
                <a:gd name="connsiteY1" fmla="*/ 9195 h 15991"/>
                <a:gd name="connsiteX2" fmla="*/ 9195 w 15991"/>
                <a:gd name="connsiteY2" fmla="*/ 5997 h 15991"/>
                <a:gd name="connsiteX3" fmla="*/ 5997 w 15991"/>
                <a:gd name="connsiteY3" fmla="*/ 9195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1594" y="13193"/>
                    <a:pt x="13192" y="11594"/>
                    <a:pt x="13192" y="9195"/>
                  </a:cubicBezTo>
                  <a:cubicBezTo>
                    <a:pt x="13192" y="7596"/>
                    <a:pt x="11594" y="5997"/>
                    <a:pt x="9195" y="5997"/>
                  </a:cubicBezTo>
                  <a:cubicBezTo>
                    <a:pt x="7596" y="5997"/>
                    <a:pt x="5997" y="7596"/>
                    <a:pt x="5997" y="9195"/>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5E62727D-C01E-4929-AC10-5724B7EAE847}"/>
                </a:ext>
              </a:extLst>
            </p:cNvPr>
            <p:cNvSpPr/>
            <p:nvPr/>
          </p:nvSpPr>
          <p:spPr>
            <a:xfrm>
              <a:off x="4780965" y="1790850"/>
              <a:ext cx="15991" cy="15991"/>
            </a:xfrm>
            <a:custGeom>
              <a:avLst/>
              <a:gdLst>
                <a:gd name="connsiteX0" fmla="*/ 9994 w 15991"/>
                <a:gd name="connsiteY0" fmla="*/ 13193 h 15991"/>
                <a:gd name="connsiteX1" fmla="*/ 13193 w 15991"/>
                <a:gd name="connsiteY1" fmla="*/ 9195 h 15991"/>
                <a:gd name="connsiteX2" fmla="*/ 9994 w 15991"/>
                <a:gd name="connsiteY2" fmla="*/ 5997 h 15991"/>
                <a:gd name="connsiteX3" fmla="*/ 5997 w 15991"/>
                <a:gd name="connsiteY3" fmla="*/ 9195 h 15991"/>
                <a:gd name="connsiteX4" fmla="*/ 9994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193"/>
                  </a:moveTo>
                  <a:cubicBezTo>
                    <a:pt x="11594" y="13193"/>
                    <a:pt x="13193" y="11594"/>
                    <a:pt x="13193" y="9195"/>
                  </a:cubicBezTo>
                  <a:cubicBezTo>
                    <a:pt x="13193" y="7596"/>
                    <a:pt x="11594" y="5997"/>
                    <a:pt x="9994" y="5997"/>
                  </a:cubicBezTo>
                  <a:cubicBezTo>
                    <a:pt x="7596" y="5997"/>
                    <a:pt x="5997" y="7596"/>
                    <a:pt x="5997" y="9195"/>
                  </a:cubicBezTo>
                  <a:cubicBezTo>
                    <a:pt x="5997" y="11594"/>
                    <a:pt x="7596" y="13193"/>
                    <a:pt x="9994" y="13193"/>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EA915D88-332B-49F9-8BED-608A0C557652}"/>
                </a:ext>
              </a:extLst>
            </p:cNvPr>
            <p:cNvSpPr/>
            <p:nvPr/>
          </p:nvSpPr>
          <p:spPr>
            <a:xfrm>
              <a:off x="4921562" y="1788451"/>
              <a:ext cx="15991" cy="23987"/>
            </a:xfrm>
            <a:custGeom>
              <a:avLst/>
              <a:gdLst>
                <a:gd name="connsiteX0" fmla="*/ 11718 w 15991"/>
                <a:gd name="connsiteY0" fmla="*/ 17990 h 23986"/>
                <a:gd name="connsiteX1" fmla="*/ 17315 w 15991"/>
                <a:gd name="connsiteY1" fmla="*/ 11594 h 23986"/>
                <a:gd name="connsiteX2" fmla="*/ 11718 w 15991"/>
                <a:gd name="connsiteY2" fmla="*/ 5997 h 23986"/>
                <a:gd name="connsiteX3" fmla="*/ 6121 w 15991"/>
                <a:gd name="connsiteY3" fmla="*/ 11594 h 23986"/>
                <a:gd name="connsiteX4" fmla="*/ 11718 w 15991"/>
                <a:gd name="connsiteY4" fmla="*/ 179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23986">
                  <a:moveTo>
                    <a:pt x="11718" y="17990"/>
                  </a:moveTo>
                  <a:cubicBezTo>
                    <a:pt x="14916" y="17990"/>
                    <a:pt x="17315" y="15591"/>
                    <a:pt x="17315" y="11594"/>
                  </a:cubicBezTo>
                  <a:cubicBezTo>
                    <a:pt x="17315" y="8395"/>
                    <a:pt x="14916" y="5997"/>
                    <a:pt x="11718" y="5997"/>
                  </a:cubicBezTo>
                  <a:cubicBezTo>
                    <a:pt x="8520" y="5997"/>
                    <a:pt x="6121" y="8395"/>
                    <a:pt x="6121" y="11594"/>
                  </a:cubicBezTo>
                  <a:cubicBezTo>
                    <a:pt x="5322" y="15591"/>
                    <a:pt x="8520" y="17990"/>
                    <a:pt x="11718" y="17990"/>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56762419-EA47-47C0-A411-14EE3213D9CF}"/>
                </a:ext>
              </a:extLst>
            </p:cNvPr>
            <p:cNvSpPr/>
            <p:nvPr/>
          </p:nvSpPr>
          <p:spPr>
            <a:xfrm>
              <a:off x="1070230" y="1932371"/>
              <a:ext cx="15991" cy="15991"/>
            </a:xfrm>
            <a:custGeom>
              <a:avLst/>
              <a:gdLst>
                <a:gd name="connsiteX0" fmla="*/ 10794 w 15991"/>
                <a:gd name="connsiteY0" fmla="*/ 15591 h 15991"/>
                <a:gd name="connsiteX1" fmla="*/ 163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992" y="15591"/>
                    <a:pt x="16391" y="13193"/>
                    <a:pt x="16391" y="10794"/>
                  </a:cubicBezTo>
                  <a:cubicBezTo>
                    <a:pt x="16391" y="7596"/>
                    <a:pt x="13992" y="5997"/>
                    <a:pt x="10794" y="5997"/>
                  </a:cubicBezTo>
                  <a:cubicBezTo>
                    <a:pt x="8395" y="5997"/>
                    <a:pt x="5997" y="8395"/>
                    <a:pt x="5997" y="10794"/>
                  </a:cubicBezTo>
                  <a:cubicBezTo>
                    <a:pt x="5997" y="13992"/>
                    <a:pt x="8395" y="15591"/>
                    <a:pt x="10794" y="15591"/>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377CFD4A-BE99-4F0D-98B0-9FC32A5261C7}"/>
                </a:ext>
              </a:extLst>
            </p:cNvPr>
            <p:cNvSpPr/>
            <p:nvPr/>
          </p:nvSpPr>
          <p:spPr>
            <a:xfrm>
              <a:off x="1215749" y="193477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195" y="10794"/>
                    <a:pt x="10794" y="9994"/>
                    <a:pt x="10794" y="8395"/>
                  </a:cubicBezTo>
                  <a:cubicBezTo>
                    <a:pt x="10794" y="6796"/>
                    <a:pt x="9994" y="5997"/>
                    <a:pt x="8395" y="5997"/>
                  </a:cubicBezTo>
                  <a:cubicBezTo>
                    <a:pt x="6796" y="5997"/>
                    <a:pt x="5997" y="6796"/>
                    <a:pt x="5997" y="8395"/>
                  </a:cubicBezTo>
                  <a:cubicBezTo>
                    <a:pt x="5997" y="9195"/>
                    <a:pt x="6796" y="10794"/>
                    <a:pt x="8395" y="10794"/>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5164383B-6797-4349-809C-6EECD8D98B4F}"/>
                </a:ext>
              </a:extLst>
            </p:cNvPr>
            <p:cNvSpPr/>
            <p:nvPr/>
          </p:nvSpPr>
          <p:spPr>
            <a:xfrm>
              <a:off x="1357270" y="1933171"/>
              <a:ext cx="15991" cy="15991"/>
            </a:xfrm>
            <a:custGeom>
              <a:avLst/>
              <a:gdLst>
                <a:gd name="connsiteX0" fmla="*/ 12393 w 15991"/>
                <a:gd name="connsiteY0" fmla="*/ 9994 h 15991"/>
                <a:gd name="connsiteX1" fmla="*/ 9195 w 15991"/>
                <a:gd name="connsiteY1" fmla="*/ 13992 h 15991"/>
                <a:gd name="connsiteX2" fmla="*/ 5997 w 15991"/>
                <a:gd name="connsiteY2" fmla="*/ 9994 h 15991"/>
                <a:gd name="connsiteX3" fmla="*/ 9195 w 15991"/>
                <a:gd name="connsiteY3" fmla="*/ 5997 h 15991"/>
                <a:gd name="connsiteX4" fmla="*/ 12393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2393" y="9994"/>
                  </a:moveTo>
                  <a:cubicBezTo>
                    <a:pt x="12393" y="12202"/>
                    <a:pt x="10961" y="13992"/>
                    <a:pt x="9195" y="13992"/>
                  </a:cubicBezTo>
                  <a:cubicBezTo>
                    <a:pt x="7429" y="13992"/>
                    <a:pt x="5997" y="12202"/>
                    <a:pt x="5997" y="9994"/>
                  </a:cubicBezTo>
                  <a:cubicBezTo>
                    <a:pt x="5997" y="7786"/>
                    <a:pt x="7429" y="5997"/>
                    <a:pt x="9195" y="5997"/>
                  </a:cubicBezTo>
                  <a:cubicBezTo>
                    <a:pt x="10961" y="5997"/>
                    <a:pt x="12393" y="7786"/>
                    <a:pt x="12393" y="9994"/>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D9AE6298-CD0A-4635-A271-40E1F40E1FB2}"/>
                </a:ext>
              </a:extLst>
            </p:cNvPr>
            <p:cNvSpPr/>
            <p:nvPr/>
          </p:nvSpPr>
          <p:spPr>
            <a:xfrm>
              <a:off x="1500978" y="1933971"/>
              <a:ext cx="15991" cy="15991"/>
            </a:xfrm>
            <a:custGeom>
              <a:avLst/>
              <a:gdLst>
                <a:gd name="connsiteX0" fmla="*/ 8608 w 15991"/>
                <a:gd name="connsiteY0" fmla="*/ 11593 h 15991"/>
                <a:gd name="connsiteX1" fmla="*/ 11806 w 15991"/>
                <a:gd name="connsiteY1" fmla="*/ 9195 h 15991"/>
                <a:gd name="connsiteX2" fmla="*/ 8608 w 15991"/>
                <a:gd name="connsiteY2" fmla="*/ 5997 h 15991"/>
                <a:gd name="connsiteX3" fmla="*/ 6209 w 15991"/>
                <a:gd name="connsiteY3" fmla="*/ 9195 h 15991"/>
                <a:gd name="connsiteX4" fmla="*/ 8608 w 15991"/>
                <a:gd name="connsiteY4" fmla="*/ 115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608" y="11593"/>
                  </a:moveTo>
                  <a:cubicBezTo>
                    <a:pt x="10207" y="11593"/>
                    <a:pt x="11806" y="9994"/>
                    <a:pt x="11806" y="9195"/>
                  </a:cubicBezTo>
                  <a:cubicBezTo>
                    <a:pt x="11806" y="7596"/>
                    <a:pt x="10207" y="5997"/>
                    <a:pt x="8608" y="5997"/>
                  </a:cubicBezTo>
                  <a:cubicBezTo>
                    <a:pt x="7009" y="5997"/>
                    <a:pt x="6209" y="7596"/>
                    <a:pt x="6209" y="9195"/>
                  </a:cubicBezTo>
                  <a:cubicBezTo>
                    <a:pt x="5410" y="10794"/>
                    <a:pt x="7009" y="11593"/>
                    <a:pt x="8608" y="11593"/>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85EFE72D-8ECA-474D-9E0F-D76DA4B0819A}"/>
                </a:ext>
              </a:extLst>
            </p:cNvPr>
            <p:cNvSpPr/>
            <p:nvPr/>
          </p:nvSpPr>
          <p:spPr>
            <a:xfrm>
              <a:off x="1643511" y="193477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195" y="10794"/>
                    <a:pt x="10794" y="9994"/>
                    <a:pt x="10794" y="8395"/>
                  </a:cubicBezTo>
                  <a:cubicBezTo>
                    <a:pt x="10794" y="6796"/>
                    <a:pt x="9994" y="5997"/>
                    <a:pt x="8395" y="5997"/>
                  </a:cubicBezTo>
                  <a:cubicBezTo>
                    <a:pt x="6796" y="5997"/>
                    <a:pt x="5997" y="6796"/>
                    <a:pt x="5997" y="8395"/>
                  </a:cubicBezTo>
                  <a:cubicBezTo>
                    <a:pt x="5997" y="9195"/>
                    <a:pt x="6796" y="10794"/>
                    <a:pt x="8395" y="10794"/>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77ECAB82-7858-4E27-BA55-4A97286E5730}"/>
                </a:ext>
              </a:extLst>
            </p:cNvPr>
            <p:cNvSpPr/>
            <p:nvPr/>
          </p:nvSpPr>
          <p:spPr>
            <a:xfrm>
              <a:off x="1785832" y="193477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6796" y="9195"/>
                    <a:pt x="7596" y="10794"/>
                    <a:pt x="8395" y="10794"/>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62F67D92-BD66-40F2-922A-8D90752BB94B}"/>
                </a:ext>
              </a:extLst>
            </p:cNvPr>
            <p:cNvSpPr/>
            <p:nvPr/>
          </p:nvSpPr>
          <p:spPr>
            <a:xfrm>
              <a:off x="1929752" y="193556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F30A8906-8613-4065-9FE6-31ABFE7654B9}"/>
                </a:ext>
              </a:extLst>
            </p:cNvPr>
            <p:cNvSpPr/>
            <p:nvPr/>
          </p:nvSpPr>
          <p:spPr>
            <a:xfrm>
              <a:off x="2072073" y="193556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97E40A0B-4C0F-4BED-A89C-5008296936C2}"/>
                </a:ext>
              </a:extLst>
            </p:cNvPr>
            <p:cNvSpPr/>
            <p:nvPr/>
          </p:nvSpPr>
          <p:spPr>
            <a:xfrm>
              <a:off x="2214393" y="1934770"/>
              <a:ext cx="15991" cy="15991"/>
            </a:xfrm>
            <a:custGeom>
              <a:avLst/>
              <a:gdLst>
                <a:gd name="connsiteX0" fmla="*/ 8395 w 15991"/>
                <a:gd name="connsiteY0" fmla="*/ 9994 h 15991"/>
                <a:gd name="connsiteX1" fmla="*/ 9994 w 15991"/>
                <a:gd name="connsiteY1" fmla="*/ 7596 h 15991"/>
                <a:gd name="connsiteX2" fmla="*/ 8395 w 15991"/>
                <a:gd name="connsiteY2" fmla="*/ 5997 h 15991"/>
                <a:gd name="connsiteX3" fmla="*/ 5997 w 15991"/>
                <a:gd name="connsiteY3" fmla="*/ 7596 h 15991"/>
                <a:gd name="connsiteX4" fmla="*/ 8395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9994"/>
                  </a:moveTo>
                  <a:cubicBezTo>
                    <a:pt x="9195" y="9994"/>
                    <a:pt x="9994" y="9195"/>
                    <a:pt x="9994" y="7596"/>
                  </a:cubicBezTo>
                  <a:cubicBezTo>
                    <a:pt x="9994" y="6796"/>
                    <a:pt x="9195" y="5997"/>
                    <a:pt x="8395" y="5997"/>
                  </a:cubicBezTo>
                  <a:cubicBezTo>
                    <a:pt x="7596" y="5997"/>
                    <a:pt x="5997" y="6796"/>
                    <a:pt x="5997" y="7596"/>
                  </a:cubicBezTo>
                  <a:cubicBezTo>
                    <a:pt x="5997" y="9195"/>
                    <a:pt x="6796" y="9994"/>
                    <a:pt x="8395" y="9994"/>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49D73179-3837-4945-AF6E-B635035E996B}"/>
                </a:ext>
              </a:extLst>
            </p:cNvPr>
            <p:cNvSpPr/>
            <p:nvPr/>
          </p:nvSpPr>
          <p:spPr>
            <a:xfrm>
              <a:off x="2355915" y="1932371"/>
              <a:ext cx="15991" cy="15991"/>
            </a:xfrm>
            <a:custGeom>
              <a:avLst/>
              <a:gdLst>
                <a:gd name="connsiteX0" fmla="*/ 9195 w 15991"/>
                <a:gd name="connsiteY0" fmla="*/ 13992 h 15991"/>
                <a:gd name="connsiteX1" fmla="*/ 12393 w 15991"/>
                <a:gd name="connsiteY1" fmla="*/ 9994 h 15991"/>
                <a:gd name="connsiteX2" fmla="*/ 9195 w 15991"/>
                <a:gd name="connsiteY2" fmla="*/ 5997 h 15991"/>
                <a:gd name="connsiteX3" fmla="*/ 5997 w 15991"/>
                <a:gd name="connsiteY3" fmla="*/ 9994 h 15991"/>
                <a:gd name="connsiteX4" fmla="*/ 9195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992"/>
                  </a:moveTo>
                  <a:cubicBezTo>
                    <a:pt x="11593" y="13992"/>
                    <a:pt x="12393" y="12393"/>
                    <a:pt x="12393" y="9994"/>
                  </a:cubicBezTo>
                  <a:cubicBezTo>
                    <a:pt x="12393" y="8395"/>
                    <a:pt x="10794" y="5997"/>
                    <a:pt x="9195" y="5997"/>
                  </a:cubicBezTo>
                  <a:cubicBezTo>
                    <a:pt x="7596" y="5997"/>
                    <a:pt x="5997" y="7596"/>
                    <a:pt x="5997" y="9994"/>
                  </a:cubicBezTo>
                  <a:cubicBezTo>
                    <a:pt x="5997" y="12393"/>
                    <a:pt x="7596" y="13992"/>
                    <a:pt x="9195" y="13992"/>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6759288F-8D53-4387-A5D6-020F24C14D64}"/>
                </a:ext>
              </a:extLst>
            </p:cNvPr>
            <p:cNvSpPr/>
            <p:nvPr/>
          </p:nvSpPr>
          <p:spPr>
            <a:xfrm>
              <a:off x="2497436" y="1933171"/>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6796" y="12393"/>
                    <a:pt x="8395" y="13992"/>
                    <a:pt x="9994" y="13992"/>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8C5602E2-C656-492A-8055-976F36C35843}"/>
                </a:ext>
              </a:extLst>
            </p:cNvPr>
            <p:cNvSpPr/>
            <p:nvPr/>
          </p:nvSpPr>
          <p:spPr>
            <a:xfrm>
              <a:off x="2639757" y="1932371"/>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193"/>
                    <a:pt x="15591" y="10794"/>
                  </a:cubicBezTo>
                  <a:cubicBezTo>
                    <a:pt x="15591" y="8395"/>
                    <a:pt x="13193" y="5997"/>
                    <a:pt x="10794" y="5997"/>
                  </a:cubicBezTo>
                  <a:cubicBezTo>
                    <a:pt x="8395" y="5997"/>
                    <a:pt x="5997" y="8395"/>
                    <a:pt x="5997" y="10794"/>
                  </a:cubicBezTo>
                  <a:cubicBezTo>
                    <a:pt x="5997" y="13193"/>
                    <a:pt x="8395" y="15591"/>
                    <a:pt x="10794" y="15591"/>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8566F57F-7BFA-4B62-B1ED-40A8AD6BD46B}"/>
                </a:ext>
              </a:extLst>
            </p:cNvPr>
            <p:cNvSpPr/>
            <p:nvPr/>
          </p:nvSpPr>
          <p:spPr>
            <a:xfrm>
              <a:off x="2778879" y="1929173"/>
              <a:ext cx="23987" cy="23987"/>
            </a:xfrm>
            <a:custGeom>
              <a:avLst/>
              <a:gdLst>
                <a:gd name="connsiteX0" fmla="*/ 21988 w 23986"/>
                <a:gd name="connsiteY0" fmla="*/ 13992 h 23986"/>
                <a:gd name="connsiteX1" fmla="*/ 13992 w 23986"/>
                <a:gd name="connsiteY1" fmla="*/ 21988 h 23986"/>
                <a:gd name="connsiteX2" fmla="*/ 5997 w 23986"/>
                <a:gd name="connsiteY2" fmla="*/ 13992 h 23986"/>
                <a:gd name="connsiteX3" fmla="*/ 13992 w 23986"/>
                <a:gd name="connsiteY3" fmla="*/ 5997 h 23986"/>
                <a:gd name="connsiteX4" fmla="*/ 21988 w 23986"/>
                <a:gd name="connsiteY4" fmla="*/ 13992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21988" y="13992"/>
                  </a:moveTo>
                  <a:cubicBezTo>
                    <a:pt x="21988" y="18408"/>
                    <a:pt x="18408" y="21988"/>
                    <a:pt x="13992" y="21988"/>
                  </a:cubicBezTo>
                  <a:cubicBezTo>
                    <a:pt x="9577" y="21988"/>
                    <a:pt x="5997" y="18408"/>
                    <a:pt x="5997" y="13992"/>
                  </a:cubicBezTo>
                  <a:cubicBezTo>
                    <a:pt x="5997" y="9577"/>
                    <a:pt x="9577" y="5997"/>
                    <a:pt x="13992" y="5997"/>
                  </a:cubicBezTo>
                  <a:cubicBezTo>
                    <a:pt x="18408" y="5997"/>
                    <a:pt x="21988" y="9577"/>
                    <a:pt x="21988" y="13992"/>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43CD90BF-B71F-4A57-86F3-1848B386AF38}"/>
                </a:ext>
              </a:extLst>
            </p:cNvPr>
            <p:cNvSpPr/>
            <p:nvPr/>
          </p:nvSpPr>
          <p:spPr>
            <a:xfrm>
              <a:off x="2921112" y="1928374"/>
              <a:ext cx="23987" cy="23987"/>
            </a:xfrm>
            <a:custGeom>
              <a:avLst/>
              <a:gdLst>
                <a:gd name="connsiteX0" fmla="*/ 14880 w 23986"/>
                <a:gd name="connsiteY0" fmla="*/ 23587 h 23986"/>
                <a:gd name="connsiteX1" fmla="*/ 23675 w 23986"/>
                <a:gd name="connsiteY1" fmla="*/ 14792 h 23986"/>
                <a:gd name="connsiteX2" fmla="*/ 14880 w 23986"/>
                <a:gd name="connsiteY2" fmla="*/ 5997 h 23986"/>
                <a:gd name="connsiteX3" fmla="*/ 6084 w 23986"/>
                <a:gd name="connsiteY3" fmla="*/ 14792 h 23986"/>
                <a:gd name="connsiteX4" fmla="*/ 14880 w 23986"/>
                <a:gd name="connsiteY4" fmla="*/ 23587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4880" y="23587"/>
                  </a:moveTo>
                  <a:cubicBezTo>
                    <a:pt x="19677" y="23587"/>
                    <a:pt x="23675" y="19589"/>
                    <a:pt x="23675" y="14792"/>
                  </a:cubicBezTo>
                  <a:cubicBezTo>
                    <a:pt x="23675" y="9994"/>
                    <a:pt x="19677" y="5997"/>
                    <a:pt x="14880" y="5997"/>
                  </a:cubicBezTo>
                  <a:cubicBezTo>
                    <a:pt x="10082" y="5997"/>
                    <a:pt x="6084" y="9994"/>
                    <a:pt x="6084" y="14792"/>
                  </a:cubicBezTo>
                  <a:cubicBezTo>
                    <a:pt x="5285" y="19589"/>
                    <a:pt x="10082" y="23587"/>
                    <a:pt x="14880" y="23587"/>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A1E13106-0B52-471B-B8CB-F60CD330ECCF}"/>
                </a:ext>
              </a:extLst>
            </p:cNvPr>
            <p:cNvSpPr/>
            <p:nvPr/>
          </p:nvSpPr>
          <p:spPr>
            <a:xfrm>
              <a:off x="3068318" y="1933171"/>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2393"/>
                    <a:pt x="14792" y="9994"/>
                  </a:cubicBezTo>
                  <a:cubicBezTo>
                    <a:pt x="14792" y="7596"/>
                    <a:pt x="131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8AD81D7B-A8EA-4263-BA51-859FA2A4EF87}"/>
                </a:ext>
              </a:extLst>
            </p:cNvPr>
            <p:cNvSpPr/>
            <p:nvPr/>
          </p:nvSpPr>
          <p:spPr>
            <a:xfrm>
              <a:off x="3209839" y="1931572"/>
              <a:ext cx="15991" cy="15991"/>
            </a:xfrm>
            <a:custGeom>
              <a:avLst/>
              <a:gdLst>
                <a:gd name="connsiteX0" fmla="*/ 11594 w 15991"/>
                <a:gd name="connsiteY0" fmla="*/ 17190 h 15991"/>
                <a:gd name="connsiteX1" fmla="*/ 17191 w 15991"/>
                <a:gd name="connsiteY1" fmla="*/ 11594 h 15991"/>
                <a:gd name="connsiteX2" fmla="*/ 11594 w 15991"/>
                <a:gd name="connsiteY2" fmla="*/ 5997 h 15991"/>
                <a:gd name="connsiteX3" fmla="*/ 5997 w 15991"/>
                <a:gd name="connsiteY3" fmla="*/ 11594 h 15991"/>
                <a:gd name="connsiteX4" fmla="*/ 11594 w 15991"/>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7190"/>
                  </a:moveTo>
                  <a:cubicBezTo>
                    <a:pt x="14792" y="17190"/>
                    <a:pt x="17191" y="14792"/>
                    <a:pt x="17191" y="11594"/>
                  </a:cubicBezTo>
                  <a:cubicBezTo>
                    <a:pt x="17191" y="8395"/>
                    <a:pt x="14792" y="5997"/>
                    <a:pt x="11594" y="5997"/>
                  </a:cubicBezTo>
                  <a:cubicBezTo>
                    <a:pt x="8395" y="5997"/>
                    <a:pt x="5997" y="8395"/>
                    <a:pt x="5997" y="11594"/>
                  </a:cubicBezTo>
                  <a:cubicBezTo>
                    <a:pt x="5997" y="14792"/>
                    <a:pt x="8395" y="17190"/>
                    <a:pt x="11594" y="17190"/>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F77F2E0C-41CA-404F-B281-CF96BCA27DC0}"/>
                </a:ext>
              </a:extLst>
            </p:cNvPr>
            <p:cNvSpPr/>
            <p:nvPr/>
          </p:nvSpPr>
          <p:spPr>
            <a:xfrm>
              <a:off x="3350561" y="1928374"/>
              <a:ext cx="23987" cy="23987"/>
            </a:xfrm>
            <a:custGeom>
              <a:avLst/>
              <a:gdLst>
                <a:gd name="connsiteX0" fmla="*/ 13193 w 23986"/>
                <a:gd name="connsiteY0" fmla="*/ 21988 h 23986"/>
                <a:gd name="connsiteX1" fmla="*/ 20389 w 23986"/>
                <a:gd name="connsiteY1" fmla="*/ 13992 h 23986"/>
                <a:gd name="connsiteX2" fmla="*/ 13193 w 23986"/>
                <a:gd name="connsiteY2" fmla="*/ 5997 h 23986"/>
                <a:gd name="connsiteX3" fmla="*/ 5997 w 23986"/>
                <a:gd name="connsiteY3" fmla="*/ 13992 h 23986"/>
                <a:gd name="connsiteX4" fmla="*/ 13193 w 23986"/>
                <a:gd name="connsiteY4" fmla="*/ 21988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3193" y="21988"/>
                  </a:moveTo>
                  <a:cubicBezTo>
                    <a:pt x="17191" y="21988"/>
                    <a:pt x="20389" y="18790"/>
                    <a:pt x="20389" y="13992"/>
                  </a:cubicBezTo>
                  <a:cubicBezTo>
                    <a:pt x="20389" y="9994"/>
                    <a:pt x="17191" y="5997"/>
                    <a:pt x="13193" y="5997"/>
                  </a:cubicBezTo>
                  <a:cubicBezTo>
                    <a:pt x="9195" y="5997"/>
                    <a:pt x="5997" y="9195"/>
                    <a:pt x="5997" y="13992"/>
                  </a:cubicBezTo>
                  <a:cubicBezTo>
                    <a:pt x="5997" y="18790"/>
                    <a:pt x="9195" y="21988"/>
                    <a:pt x="13193" y="21988"/>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CCA00FF1-3A95-4D30-81EA-70198F9057B6}"/>
                </a:ext>
              </a:extLst>
            </p:cNvPr>
            <p:cNvSpPr/>
            <p:nvPr/>
          </p:nvSpPr>
          <p:spPr>
            <a:xfrm>
              <a:off x="3494481" y="1931572"/>
              <a:ext cx="15991" cy="15991"/>
            </a:xfrm>
            <a:custGeom>
              <a:avLst/>
              <a:gdLst>
                <a:gd name="connsiteX0" fmla="*/ 11594 w 15991"/>
                <a:gd name="connsiteY0" fmla="*/ 17190 h 15991"/>
                <a:gd name="connsiteX1" fmla="*/ 17191 w 15991"/>
                <a:gd name="connsiteY1" fmla="*/ 11594 h 15991"/>
                <a:gd name="connsiteX2" fmla="*/ 11594 w 15991"/>
                <a:gd name="connsiteY2" fmla="*/ 5997 h 15991"/>
                <a:gd name="connsiteX3" fmla="*/ 5997 w 15991"/>
                <a:gd name="connsiteY3" fmla="*/ 11594 h 15991"/>
                <a:gd name="connsiteX4" fmla="*/ 11594 w 15991"/>
                <a:gd name="connsiteY4" fmla="*/ 17190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1594" y="17190"/>
                  </a:moveTo>
                  <a:cubicBezTo>
                    <a:pt x="14792" y="17190"/>
                    <a:pt x="17191" y="14792"/>
                    <a:pt x="17191" y="11594"/>
                  </a:cubicBezTo>
                  <a:cubicBezTo>
                    <a:pt x="17191" y="8395"/>
                    <a:pt x="14792" y="5997"/>
                    <a:pt x="11594" y="5997"/>
                  </a:cubicBezTo>
                  <a:cubicBezTo>
                    <a:pt x="8396" y="5997"/>
                    <a:pt x="5997" y="8395"/>
                    <a:pt x="5997" y="11594"/>
                  </a:cubicBezTo>
                  <a:cubicBezTo>
                    <a:pt x="6797" y="14792"/>
                    <a:pt x="9195" y="17190"/>
                    <a:pt x="11594" y="17190"/>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505E99D1-8085-4ED9-9777-5C5E6E543CA2}"/>
                </a:ext>
              </a:extLst>
            </p:cNvPr>
            <p:cNvSpPr/>
            <p:nvPr/>
          </p:nvSpPr>
          <p:spPr>
            <a:xfrm>
              <a:off x="3639200" y="1932371"/>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8395"/>
                    <a:pt x="12393" y="5997"/>
                    <a:pt x="9994" y="5997"/>
                  </a:cubicBezTo>
                  <a:cubicBezTo>
                    <a:pt x="8395"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52B7EF7C-7804-4226-BAA3-7B0E93D6F545}"/>
                </a:ext>
              </a:extLst>
            </p:cNvPr>
            <p:cNvSpPr/>
            <p:nvPr/>
          </p:nvSpPr>
          <p:spPr>
            <a:xfrm>
              <a:off x="3783120" y="193477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195"/>
                    <a:pt x="7596" y="10794"/>
                    <a:pt x="8395" y="10794"/>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2661C5F2-D29E-439C-BCD7-C00CC29BC40D}"/>
                </a:ext>
              </a:extLst>
            </p:cNvPr>
            <p:cNvSpPr/>
            <p:nvPr/>
          </p:nvSpPr>
          <p:spPr>
            <a:xfrm>
              <a:off x="3927040" y="1935569"/>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DDBA91B4-CFAF-4D61-AD1A-2CA0229A397B}"/>
                </a:ext>
              </a:extLst>
            </p:cNvPr>
            <p:cNvSpPr/>
            <p:nvPr/>
          </p:nvSpPr>
          <p:spPr>
            <a:xfrm>
              <a:off x="4068562" y="193477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195" y="5997"/>
                    <a:pt x="8395" y="5997"/>
                  </a:cubicBezTo>
                  <a:cubicBezTo>
                    <a:pt x="7595" y="5997"/>
                    <a:pt x="5997" y="6796"/>
                    <a:pt x="5997" y="8395"/>
                  </a:cubicBezTo>
                  <a:cubicBezTo>
                    <a:pt x="5997" y="9195"/>
                    <a:pt x="7595" y="10794"/>
                    <a:pt x="8395" y="10794"/>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FE1A2274-5A57-4458-BFED-B89E9EF5AB81}"/>
                </a:ext>
              </a:extLst>
            </p:cNvPr>
            <p:cNvSpPr/>
            <p:nvPr/>
          </p:nvSpPr>
          <p:spPr>
            <a:xfrm>
              <a:off x="4211682" y="1934770"/>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7" y="5997"/>
                    <a:pt x="5997" y="6796"/>
                    <a:pt x="5997" y="8395"/>
                  </a:cubicBezTo>
                  <a:cubicBezTo>
                    <a:pt x="5997" y="9195"/>
                    <a:pt x="6797" y="10794"/>
                    <a:pt x="8395" y="10794"/>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14FDEECE-405A-42E0-8CF7-1EECD6E3CC3A}"/>
                </a:ext>
              </a:extLst>
            </p:cNvPr>
            <p:cNvSpPr/>
            <p:nvPr/>
          </p:nvSpPr>
          <p:spPr>
            <a:xfrm>
              <a:off x="4352404" y="1932371"/>
              <a:ext cx="15991" cy="15991"/>
            </a:xfrm>
            <a:custGeom>
              <a:avLst/>
              <a:gdLst>
                <a:gd name="connsiteX0" fmla="*/ 9994 w 15991"/>
                <a:gd name="connsiteY0" fmla="*/ 13992 h 15991"/>
                <a:gd name="connsiteX1" fmla="*/ 131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1593" y="13992"/>
                    <a:pt x="13192" y="12393"/>
                    <a:pt x="13192" y="9994"/>
                  </a:cubicBezTo>
                  <a:cubicBezTo>
                    <a:pt x="13192" y="8395"/>
                    <a:pt x="11593" y="5997"/>
                    <a:pt x="9994" y="5997"/>
                  </a:cubicBezTo>
                  <a:cubicBezTo>
                    <a:pt x="7595" y="5997"/>
                    <a:pt x="5997" y="7596"/>
                    <a:pt x="5997" y="9994"/>
                  </a:cubicBezTo>
                  <a:cubicBezTo>
                    <a:pt x="6796" y="12393"/>
                    <a:pt x="8395" y="13992"/>
                    <a:pt x="9994" y="13992"/>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72653DB8-A3A7-4247-9938-8208C5109C6C}"/>
                </a:ext>
              </a:extLst>
            </p:cNvPr>
            <p:cNvSpPr/>
            <p:nvPr/>
          </p:nvSpPr>
          <p:spPr>
            <a:xfrm>
              <a:off x="4496115" y="1932371"/>
              <a:ext cx="15991" cy="15991"/>
            </a:xfrm>
            <a:custGeom>
              <a:avLst/>
              <a:gdLst>
                <a:gd name="connsiteX0" fmla="*/ 9403 w 15991"/>
                <a:gd name="connsiteY0" fmla="*/ 13992 h 15991"/>
                <a:gd name="connsiteX1" fmla="*/ 13400 w 15991"/>
                <a:gd name="connsiteY1" fmla="*/ 9994 h 15991"/>
                <a:gd name="connsiteX2" fmla="*/ 9403 w 15991"/>
                <a:gd name="connsiteY2" fmla="*/ 5997 h 15991"/>
                <a:gd name="connsiteX3" fmla="*/ 6205 w 15991"/>
                <a:gd name="connsiteY3" fmla="*/ 9994 h 15991"/>
                <a:gd name="connsiteX4" fmla="*/ 9403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403" y="13992"/>
                  </a:moveTo>
                  <a:cubicBezTo>
                    <a:pt x="11002" y="13992"/>
                    <a:pt x="13400" y="12393"/>
                    <a:pt x="13400" y="9994"/>
                  </a:cubicBezTo>
                  <a:cubicBezTo>
                    <a:pt x="13400" y="8395"/>
                    <a:pt x="11801" y="5997"/>
                    <a:pt x="9403" y="5997"/>
                  </a:cubicBezTo>
                  <a:cubicBezTo>
                    <a:pt x="7004" y="5997"/>
                    <a:pt x="6205" y="7596"/>
                    <a:pt x="6205" y="9994"/>
                  </a:cubicBezTo>
                  <a:cubicBezTo>
                    <a:pt x="5405" y="12393"/>
                    <a:pt x="7004" y="13992"/>
                    <a:pt x="9403" y="13992"/>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2BCA69A9-2409-4E14-B74D-6160844ECCF9}"/>
                </a:ext>
              </a:extLst>
            </p:cNvPr>
            <p:cNvSpPr/>
            <p:nvPr/>
          </p:nvSpPr>
          <p:spPr>
            <a:xfrm>
              <a:off x="4638644" y="1932371"/>
              <a:ext cx="15991" cy="15991"/>
            </a:xfrm>
            <a:custGeom>
              <a:avLst/>
              <a:gdLst>
                <a:gd name="connsiteX0" fmla="*/ 9195 w 15991"/>
                <a:gd name="connsiteY0" fmla="*/ 13992 h 15991"/>
                <a:gd name="connsiteX1" fmla="*/ 13192 w 15991"/>
                <a:gd name="connsiteY1" fmla="*/ 9994 h 15991"/>
                <a:gd name="connsiteX2" fmla="*/ 9195 w 15991"/>
                <a:gd name="connsiteY2" fmla="*/ 5997 h 15991"/>
                <a:gd name="connsiteX3" fmla="*/ 5997 w 15991"/>
                <a:gd name="connsiteY3" fmla="*/ 9994 h 15991"/>
                <a:gd name="connsiteX4" fmla="*/ 9195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992"/>
                  </a:moveTo>
                  <a:cubicBezTo>
                    <a:pt x="11594" y="13992"/>
                    <a:pt x="13192" y="12393"/>
                    <a:pt x="13192" y="9994"/>
                  </a:cubicBezTo>
                  <a:cubicBezTo>
                    <a:pt x="13192" y="8395"/>
                    <a:pt x="11594" y="5997"/>
                    <a:pt x="9195" y="5997"/>
                  </a:cubicBezTo>
                  <a:cubicBezTo>
                    <a:pt x="7596" y="5997"/>
                    <a:pt x="5997" y="7596"/>
                    <a:pt x="5997" y="9994"/>
                  </a:cubicBezTo>
                  <a:cubicBezTo>
                    <a:pt x="5997" y="12393"/>
                    <a:pt x="7596" y="13992"/>
                    <a:pt x="9195" y="13992"/>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324989F3-DB1C-4117-A076-EA1C4BEA403C}"/>
                </a:ext>
              </a:extLst>
            </p:cNvPr>
            <p:cNvSpPr/>
            <p:nvPr/>
          </p:nvSpPr>
          <p:spPr>
            <a:xfrm>
              <a:off x="4780965" y="1933171"/>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461E8B25-7FA3-40E5-86D6-3A3FFB536C53}"/>
                </a:ext>
              </a:extLst>
            </p:cNvPr>
            <p:cNvSpPr/>
            <p:nvPr/>
          </p:nvSpPr>
          <p:spPr>
            <a:xfrm>
              <a:off x="4922486" y="1932371"/>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2" y="15591"/>
                    <a:pt x="15591" y="13193"/>
                    <a:pt x="15591" y="10794"/>
                  </a:cubicBezTo>
                  <a:cubicBezTo>
                    <a:pt x="15591" y="8395"/>
                    <a:pt x="13992" y="5997"/>
                    <a:pt x="10794" y="5997"/>
                  </a:cubicBezTo>
                  <a:cubicBezTo>
                    <a:pt x="8395" y="5997"/>
                    <a:pt x="5997" y="8395"/>
                    <a:pt x="5997" y="10794"/>
                  </a:cubicBezTo>
                  <a:cubicBezTo>
                    <a:pt x="5997" y="13193"/>
                    <a:pt x="7596" y="15591"/>
                    <a:pt x="10794" y="15591"/>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786F7077-FA5F-489A-B94A-2436D1B03FF2}"/>
                </a:ext>
              </a:extLst>
            </p:cNvPr>
            <p:cNvSpPr/>
            <p:nvPr/>
          </p:nvSpPr>
          <p:spPr>
            <a:xfrm>
              <a:off x="1074228" y="2078690"/>
              <a:ext cx="7996" cy="7996"/>
            </a:xfrm>
            <a:custGeom>
              <a:avLst/>
              <a:gdLst>
                <a:gd name="connsiteX0" fmla="*/ 6796 w 7995"/>
                <a:gd name="connsiteY0" fmla="*/ 8395 h 7995"/>
                <a:gd name="connsiteX1" fmla="*/ 8395 w 7995"/>
                <a:gd name="connsiteY1" fmla="*/ 6796 h 7995"/>
                <a:gd name="connsiteX2" fmla="*/ 6796 w 7995"/>
                <a:gd name="connsiteY2" fmla="*/ 5997 h 7995"/>
                <a:gd name="connsiteX3" fmla="*/ 5997 w 7995"/>
                <a:gd name="connsiteY3" fmla="*/ 6796 h 7995"/>
                <a:gd name="connsiteX4" fmla="*/ 6796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8395"/>
                  </a:moveTo>
                  <a:cubicBezTo>
                    <a:pt x="7596" y="8395"/>
                    <a:pt x="8395" y="7596"/>
                    <a:pt x="8395" y="6796"/>
                  </a:cubicBezTo>
                  <a:cubicBezTo>
                    <a:pt x="8395" y="6796"/>
                    <a:pt x="7596" y="5997"/>
                    <a:pt x="6796" y="5997"/>
                  </a:cubicBezTo>
                  <a:cubicBezTo>
                    <a:pt x="5997" y="5997"/>
                    <a:pt x="5997" y="6796"/>
                    <a:pt x="5997" y="6796"/>
                  </a:cubicBezTo>
                  <a:cubicBezTo>
                    <a:pt x="5997" y="7596"/>
                    <a:pt x="5997" y="8395"/>
                    <a:pt x="6796" y="8395"/>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14E1F89B-B5C0-44C3-9DCF-2B7B469AF9AA}"/>
                </a:ext>
              </a:extLst>
            </p:cNvPr>
            <p:cNvSpPr/>
            <p:nvPr/>
          </p:nvSpPr>
          <p:spPr>
            <a:xfrm>
              <a:off x="1215749" y="2077091"/>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195" y="10794"/>
                    <a:pt x="10794" y="9994"/>
                    <a:pt x="10794" y="8395"/>
                  </a:cubicBezTo>
                  <a:cubicBezTo>
                    <a:pt x="10794" y="75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2CEC891F-964E-4908-8276-6FE03457409B}"/>
                </a:ext>
              </a:extLst>
            </p:cNvPr>
            <p:cNvSpPr/>
            <p:nvPr/>
          </p:nvSpPr>
          <p:spPr>
            <a:xfrm>
              <a:off x="1357270" y="2076291"/>
              <a:ext cx="15991" cy="15991"/>
            </a:xfrm>
            <a:custGeom>
              <a:avLst/>
              <a:gdLst>
                <a:gd name="connsiteX0" fmla="*/ 9195 w 15991"/>
                <a:gd name="connsiteY0" fmla="*/ 131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31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3193"/>
                  </a:moveTo>
                  <a:cubicBezTo>
                    <a:pt x="10794" y="13193"/>
                    <a:pt x="12393" y="11594"/>
                    <a:pt x="12393" y="9195"/>
                  </a:cubicBezTo>
                  <a:cubicBezTo>
                    <a:pt x="12393" y="7596"/>
                    <a:pt x="10794" y="5997"/>
                    <a:pt x="9195" y="5997"/>
                  </a:cubicBezTo>
                  <a:cubicBezTo>
                    <a:pt x="7596" y="5997"/>
                    <a:pt x="5997" y="7596"/>
                    <a:pt x="5997" y="9195"/>
                  </a:cubicBezTo>
                  <a:cubicBezTo>
                    <a:pt x="5997" y="11594"/>
                    <a:pt x="7596" y="13193"/>
                    <a:pt x="9195" y="13193"/>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4E382A48-12C3-4DB8-BA14-E3F4D10F32B6}"/>
                </a:ext>
              </a:extLst>
            </p:cNvPr>
            <p:cNvSpPr/>
            <p:nvPr/>
          </p:nvSpPr>
          <p:spPr>
            <a:xfrm>
              <a:off x="1500978" y="2077091"/>
              <a:ext cx="15991" cy="15991"/>
            </a:xfrm>
            <a:custGeom>
              <a:avLst/>
              <a:gdLst>
                <a:gd name="connsiteX0" fmla="*/ 8608 w 15991"/>
                <a:gd name="connsiteY0" fmla="*/ 11593 h 15991"/>
                <a:gd name="connsiteX1" fmla="*/ 11806 w 15991"/>
                <a:gd name="connsiteY1" fmla="*/ 8395 h 15991"/>
                <a:gd name="connsiteX2" fmla="*/ 8608 w 15991"/>
                <a:gd name="connsiteY2" fmla="*/ 5997 h 15991"/>
                <a:gd name="connsiteX3" fmla="*/ 6209 w 15991"/>
                <a:gd name="connsiteY3" fmla="*/ 8395 h 15991"/>
                <a:gd name="connsiteX4" fmla="*/ 8608 w 15991"/>
                <a:gd name="connsiteY4" fmla="*/ 115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608" y="11593"/>
                  </a:moveTo>
                  <a:cubicBezTo>
                    <a:pt x="10207" y="11593"/>
                    <a:pt x="11806" y="9994"/>
                    <a:pt x="11806" y="8395"/>
                  </a:cubicBezTo>
                  <a:cubicBezTo>
                    <a:pt x="11806" y="6796"/>
                    <a:pt x="10207" y="5997"/>
                    <a:pt x="8608" y="5997"/>
                  </a:cubicBezTo>
                  <a:cubicBezTo>
                    <a:pt x="7009" y="5997"/>
                    <a:pt x="6209" y="6796"/>
                    <a:pt x="6209" y="8395"/>
                  </a:cubicBezTo>
                  <a:cubicBezTo>
                    <a:pt x="5410" y="9994"/>
                    <a:pt x="7009" y="11593"/>
                    <a:pt x="8608" y="11593"/>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89DE87E3-4E12-474B-A6F2-FCCE033CD54A}"/>
                </a:ext>
              </a:extLst>
            </p:cNvPr>
            <p:cNvSpPr/>
            <p:nvPr/>
          </p:nvSpPr>
          <p:spPr>
            <a:xfrm>
              <a:off x="1643511" y="2077890"/>
              <a:ext cx="15991" cy="15991"/>
            </a:xfrm>
            <a:custGeom>
              <a:avLst/>
              <a:gdLst>
                <a:gd name="connsiteX0" fmla="*/ 8395 w 15991"/>
                <a:gd name="connsiteY0" fmla="*/ 9994 h 15991"/>
                <a:gd name="connsiteX1" fmla="*/ 9994 w 15991"/>
                <a:gd name="connsiteY1" fmla="*/ 7596 h 15991"/>
                <a:gd name="connsiteX2" fmla="*/ 8395 w 15991"/>
                <a:gd name="connsiteY2" fmla="*/ 5997 h 15991"/>
                <a:gd name="connsiteX3" fmla="*/ 5997 w 15991"/>
                <a:gd name="connsiteY3" fmla="*/ 7596 h 15991"/>
                <a:gd name="connsiteX4" fmla="*/ 8395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9994"/>
                  </a:moveTo>
                  <a:cubicBezTo>
                    <a:pt x="9195" y="9994"/>
                    <a:pt x="9994" y="9195"/>
                    <a:pt x="9994" y="7596"/>
                  </a:cubicBezTo>
                  <a:cubicBezTo>
                    <a:pt x="9994" y="6796"/>
                    <a:pt x="9195" y="5997"/>
                    <a:pt x="8395" y="5997"/>
                  </a:cubicBezTo>
                  <a:cubicBezTo>
                    <a:pt x="7596" y="5997"/>
                    <a:pt x="5997" y="6796"/>
                    <a:pt x="5997" y="7596"/>
                  </a:cubicBezTo>
                  <a:cubicBezTo>
                    <a:pt x="5997" y="9195"/>
                    <a:pt x="7596" y="9994"/>
                    <a:pt x="8395" y="9994"/>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9A5DF175-575B-41BD-8FF5-E6135007EA15}"/>
                </a:ext>
              </a:extLst>
            </p:cNvPr>
            <p:cNvSpPr/>
            <p:nvPr/>
          </p:nvSpPr>
          <p:spPr>
            <a:xfrm>
              <a:off x="1786631" y="2077890"/>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9195"/>
                    <a:pt x="6796" y="9195"/>
                    <a:pt x="7596" y="9195"/>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F694A226-5D8B-4D7D-AC9C-B1CA0F6F964F}"/>
                </a:ext>
              </a:extLst>
            </p:cNvPr>
            <p:cNvSpPr/>
            <p:nvPr/>
          </p:nvSpPr>
          <p:spPr>
            <a:xfrm>
              <a:off x="1929752" y="2077890"/>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9195"/>
                    <a:pt x="6796" y="9195"/>
                    <a:pt x="7596" y="9195"/>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9300307C-1EE5-43FC-9C4B-F794A2A9C8B4}"/>
                </a:ext>
              </a:extLst>
            </p:cNvPr>
            <p:cNvSpPr/>
            <p:nvPr/>
          </p:nvSpPr>
          <p:spPr>
            <a:xfrm>
              <a:off x="2072073" y="2077890"/>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9195"/>
                    <a:pt x="6796" y="9195"/>
                    <a:pt x="7596" y="9195"/>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B2FFB81C-B87F-4BC4-963C-AB0FC0225E5C}"/>
                </a:ext>
              </a:extLst>
            </p:cNvPr>
            <p:cNvSpPr/>
            <p:nvPr/>
          </p:nvSpPr>
          <p:spPr>
            <a:xfrm>
              <a:off x="2214393" y="2077890"/>
              <a:ext cx="15991" cy="15991"/>
            </a:xfrm>
            <a:custGeom>
              <a:avLst/>
              <a:gdLst>
                <a:gd name="connsiteX0" fmla="*/ 8395 w 15991"/>
                <a:gd name="connsiteY0" fmla="*/ 9994 h 15991"/>
                <a:gd name="connsiteX1" fmla="*/ 9994 w 15991"/>
                <a:gd name="connsiteY1" fmla="*/ 7596 h 15991"/>
                <a:gd name="connsiteX2" fmla="*/ 8395 w 15991"/>
                <a:gd name="connsiteY2" fmla="*/ 5997 h 15991"/>
                <a:gd name="connsiteX3" fmla="*/ 5997 w 15991"/>
                <a:gd name="connsiteY3" fmla="*/ 7596 h 15991"/>
                <a:gd name="connsiteX4" fmla="*/ 8395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9994"/>
                  </a:moveTo>
                  <a:cubicBezTo>
                    <a:pt x="9195" y="9994"/>
                    <a:pt x="9994" y="9195"/>
                    <a:pt x="9994" y="7596"/>
                  </a:cubicBezTo>
                  <a:cubicBezTo>
                    <a:pt x="9994" y="6796"/>
                    <a:pt x="9195" y="5997"/>
                    <a:pt x="8395" y="5997"/>
                  </a:cubicBezTo>
                  <a:cubicBezTo>
                    <a:pt x="7596" y="5997"/>
                    <a:pt x="5997" y="6796"/>
                    <a:pt x="5997" y="7596"/>
                  </a:cubicBezTo>
                  <a:cubicBezTo>
                    <a:pt x="5997" y="9195"/>
                    <a:pt x="6796" y="9994"/>
                    <a:pt x="8395" y="9994"/>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4B8AF6A5-CB4E-4F6B-85E8-7AB4171B9173}"/>
                </a:ext>
              </a:extLst>
            </p:cNvPr>
            <p:cNvSpPr/>
            <p:nvPr/>
          </p:nvSpPr>
          <p:spPr>
            <a:xfrm>
              <a:off x="2357514" y="2077890"/>
              <a:ext cx="15991" cy="15991"/>
            </a:xfrm>
            <a:custGeom>
              <a:avLst/>
              <a:gdLst>
                <a:gd name="connsiteX0" fmla="*/ 7596 w 15991"/>
                <a:gd name="connsiteY0" fmla="*/ 9994 h 15991"/>
                <a:gd name="connsiteX1" fmla="*/ 9994 w 15991"/>
                <a:gd name="connsiteY1" fmla="*/ 7596 h 15991"/>
                <a:gd name="connsiteX2" fmla="*/ 7596 w 15991"/>
                <a:gd name="connsiteY2" fmla="*/ 5997 h 15991"/>
                <a:gd name="connsiteX3" fmla="*/ 5997 w 15991"/>
                <a:gd name="connsiteY3" fmla="*/ 7596 h 15991"/>
                <a:gd name="connsiteX4" fmla="*/ 7596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596" y="9994"/>
                  </a:moveTo>
                  <a:cubicBezTo>
                    <a:pt x="8395" y="9994"/>
                    <a:pt x="9994" y="9195"/>
                    <a:pt x="9994" y="7596"/>
                  </a:cubicBezTo>
                  <a:cubicBezTo>
                    <a:pt x="9994" y="6796"/>
                    <a:pt x="9195" y="5997"/>
                    <a:pt x="7596" y="5997"/>
                  </a:cubicBezTo>
                  <a:cubicBezTo>
                    <a:pt x="6796" y="5997"/>
                    <a:pt x="5997" y="6796"/>
                    <a:pt x="5997" y="7596"/>
                  </a:cubicBezTo>
                  <a:cubicBezTo>
                    <a:pt x="5997" y="9195"/>
                    <a:pt x="6796" y="9994"/>
                    <a:pt x="7596" y="9994"/>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EB5438D1-7BCC-495F-A108-7DAE0DA0D8D2}"/>
                </a:ext>
              </a:extLst>
            </p:cNvPr>
            <p:cNvSpPr/>
            <p:nvPr/>
          </p:nvSpPr>
          <p:spPr>
            <a:xfrm>
              <a:off x="2497436" y="2076291"/>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2393"/>
                    <a:pt x="14792" y="9994"/>
                  </a:cubicBezTo>
                  <a:cubicBezTo>
                    <a:pt x="14792" y="7596"/>
                    <a:pt x="13193" y="5997"/>
                    <a:pt x="9994" y="5997"/>
                  </a:cubicBezTo>
                  <a:cubicBezTo>
                    <a:pt x="7596" y="5997"/>
                    <a:pt x="5997" y="8395"/>
                    <a:pt x="5997" y="9994"/>
                  </a:cubicBezTo>
                  <a:cubicBezTo>
                    <a:pt x="5997" y="11594"/>
                    <a:pt x="8395" y="13992"/>
                    <a:pt x="9994" y="13992"/>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549F0A61-5BCC-405C-8418-BB57F64D2A9B}"/>
                </a:ext>
              </a:extLst>
            </p:cNvPr>
            <p:cNvSpPr/>
            <p:nvPr/>
          </p:nvSpPr>
          <p:spPr>
            <a:xfrm>
              <a:off x="2639757" y="2074692"/>
              <a:ext cx="15991" cy="15991"/>
            </a:xfrm>
            <a:custGeom>
              <a:avLst/>
              <a:gdLst>
                <a:gd name="connsiteX0" fmla="*/ 10794 w 15991"/>
                <a:gd name="connsiteY0" fmla="*/ 15591 h 15991"/>
                <a:gd name="connsiteX1" fmla="*/ 15591 w 15991"/>
                <a:gd name="connsiteY1" fmla="*/ 10794 h 15991"/>
                <a:gd name="connsiteX2" fmla="*/ 10794 w 15991"/>
                <a:gd name="connsiteY2" fmla="*/ 5997 h 15991"/>
                <a:gd name="connsiteX3" fmla="*/ 5997 w 15991"/>
                <a:gd name="connsiteY3" fmla="*/ 10794 h 15991"/>
                <a:gd name="connsiteX4" fmla="*/ 10794 w 15991"/>
                <a:gd name="connsiteY4" fmla="*/ 15591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15591"/>
                  </a:moveTo>
                  <a:cubicBezTo>
                    <a:pt x="13193" y="15591"/>
                    <a:pt x="15591" y="13992"/>
                    <a:pt x="15591" y="10794"/>
                  </a:cubicBezTo>
                  <a:cubicBezTo>
                    <a:pt x="15591" y="8395"/>
                    <a:pt x="13193" y="5997"/>
                    <a:pt x="10794" y="5997"/>
                  </a:cubicBezTo>
                  <a:cubicBezTo>
                    <a:pt x="8395" y="5997"/>
                    <a:pt x="5997" y="8395"/>
                    <a:pt x="5997" y="10794"/>
                  </a:cubicBezTo>
                  <a:cubicBezTo>
                    <a:pt x="5997" y="13992"/>
                    <a:pt x="8395" y="15591"/>
                    <a:pt x="10794" y="15591"/>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6609C9C2-AB89-4ED6-A058-707935D0C75C}"/>
                </a:ext>
              </a:extLst>
            </p:cNvPr>
            <p:cNvSpPr/>
            <p:nvPr/>
          </p:nvSpPr>
          <p:spPr>
            <a:xfrm>
              <a:off x="2783677" y="2076291"/>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5997" y="10794"/>
                    <a:pt x="7596" y="12393"/>
                    <a:pt x="9195" y="12393"/>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95B495A0-6619-4A91-8560-B75F8BA7F1F7}"/>
                </a:ext>
              </a:extLst>
            </p:cNvPr>
            <p:cNvSpPr/>
            <p:nvPr/>
          </p:nvSpPr>
          <p:spPr>
            <a:xfrm>
              <a:off x="2925997" y="2076291"/>
              <a:ext cx="15991" cy="15991"/>
            </a:xfrm>
            <a:custGeom>
              <a:avLst/>
              <a:gdLst>
                <a:gd name="connsiteX0" fmla="*/ 9994 w 15991"/>
                <a:gd name="connsiteY0" fmla="*/ 13992 h 15991"/>
                <a:gd name="connsiteX1" fmla="*/ 147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4792" y="12393"/>
                    <a:pt x="14792" y="9994"/>
                  </a:cubicBezTo>
                  <a:cubicBezTo>
                    <a:pt x="14792" y="7596"/>
                    <a:pt x="13193" y="5997"/>
                    <a:pt x="9994" y="5997"/>
                  </a:cubicBezTo>
                  <a:cubicBezTo>
                    <a:pt x="7596" y="5997"/>
                    <a:pt x="5997" y="8395"/>
                    <a:pt x="5997" y="9994"/>
                  </a:cubicBezTo>
                  <a:cubicBezTo>
                    <a:pt x="5997" y="11594"/>
                    <a:pt x="7596" y="13992"/>
                    <a:pt x="9994" y="13992"/>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9E414845-3FD9-4B95-BC23-8E7659EE4FF8}"/>
                </a:ext>
              </a:extLst>
            </p:cNvPr>
            <p:cNvSpPr/>
            <p:nvPr/>
          </p:nvSpPr>
          <p:spPr>
            <a:xfrm>
              <a:off x="3070717" y="2077890"/>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9195"/>
                    <a:pt x="6796" y="9195"/>
                    <a:pt x="7596" y="9195"/>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3C5BD787-4965-4439-A9AA-433DDF0F01EA}"/>
                </a:ext>
              </a:extLst>
            </p:cNvPr>
            <p:cNvSpPr/>
            <p:nvPr/>
          </p:nvSpPr>
          <p:spPr>
            <a:xfrm>
              <a:off x="3214636" y="2079489"/>
              <a:ext cx="7996" cy="7996"/>
            </a:xfrm>
            <a:custGeom>
              <a:avLst/>
              <a:gdLst>
                <a:gd name="connsiteX0" fmla="*/ 6797 w 7995"/>
                <a:gd name="connsiteY0" fmla="*/ 7596 h 7995"/>
                <a:gd name="connsiteX1" fmla="*/ 7596 w 7995"/>
                <a:gd name="connsiteY1" fmla="*/ 6796 h 7995"/>
                <a:gd name="connsiteX2" fmla="*/ 6797 w 7995"/>
                <a:gd name="connsiteY2" fmla="*/ 5997 h 7995"/>
                <a:gd name="connsiteX3" fmla="*/ 5997 w 7995"/>
                <a:gd name="connsiteY3" fmla="*/ 6796 h 7995"/>
                <a:gd name="connsiteX4" fmla="*/ 6797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7" y="7596"/>
                  </a:moveTo>
                  <a:cubicBezTo>
                    <a:pt x="6797" y="7596"/>
                    <a:pt x="7596" y="6796"/>
                    <a:pt x="7596" y="6796"/>
                  </a:cubicBezTo>
                  <a:cubicBezTo>
                    <a:pt x="7596" y="6796"/>
                    <a:pt x="6797" y="5997"/>
                    <a:pt x="6797" y="5997"/>
                  </a:cubicBezTo>
                  <a:cubicBezTo>
                    <a:pt x="6797" y="5997"/>
                    <a:pt x="5997" y="5997"/>
                    <a:pt x="5997" y="6796"/>
                  </a:cubicBezTo>
                  <a:cubicBezTo>
                    <a:pt x="5997" y="6796"/>
                    <a:pt x="5997" y="7596"/>
                    <a:pt x="6797" y="7596"/>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A1E44DA2-3AE7-43D9-B455-013265373344}"/>
                </a:ext>
              </a:extLst>
            </p:cNvPr>
            <p:cNvSpPr/>
            <p:nvPr/>
          </p:nvSpPr>
          <p:spPr>
            <a:xfrm>
              <a:off x="3356958" y="2079489"/>
              <a:ext cx="7996" cy="7996"/>
            </a:xfrm>
            <a:custGeom>
              <a:avLst/>
              <a:gdLst>
                <a:gd name="connsiteX0" fmla="*/ 6796 w 7995"/>
                <a:gd name="connsiteY0" fmla="*/ 7596 h 7995"/>
                <a:gd name="connsiteX1" fmla="*/ 7595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6796" y="7596"/>
                    <a:pt x="7595" y="6796"/>
                    <a:pt x="7595" y="6796"/>
                  </a:cubicBezTo>
                  <a:cubicBezTo>
                    <a:pt x="7595" y="6796"/>
                    <a:pt x="7595" y="5997"/>
                    <a:pt x="6796" y="5997"/>
                  </a:cubicBezTo>
                  <a:cubicBezTo>
                    <a:pt x="5997" y="5997"/>
                    <a:pt x="5997" y="5997"/>
                    <a:pt x="5997" y="6796"/>
                  </a:cubicBezTo>
                  <a:cubicBezTo>
                    <a:pt x="5997" y="6796"/>
                    <a:pt x="6796" y="7596"/>
                    <a:pt x="6796" y="7596"/>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CDAF80B7-4003-4770-8FE9-61F999ED6244}"/>
                </a:ext>
              </a:extLst>
            </p:cNvPr>
            <p:cNvSpPr/>
            <p:nvPr/>
          </p:nvSpPr>
          <p:spPr>
            <a:xfrm>
              <a:off x="3499278" y="2079489"/>
              <a:ext cx="7996" cy="7996"/>
            </a:xfrm>
            <a:custGeom>
              <a:avLst/>
              <a:gdLst>
                <a:gd name="connsiteX0" fmla="*/ 6796 w 7995"/>
                <a:gd name="connsiteY0" fmla="*/ 7596 h 7995"/>
                <a:gd name="connsiteX1" fmla="*/ 7596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7596" y="6796"/>
                    <a:pt x="7596" y="6796"/>
                  </a:cubicBezTo>
                  <a:cubicBezTo>
                    <a:pt x="7596" y="6796"/>
                    <a:pt x="7596" y="5997"/>
                    <a:pt x="6796" y="5997"/>
                  </a:cubicBezTo>
                  <a:cubicBezTo>
                    <a:pt x="6796" y="5997"/>
                    <a:pt x="5997" y="5997"/>
                    <a:pt x="5997" y="6796"/>
                  </a:cubicBezTo>
                  <a:cubicBezTo>
                    <a:pt x="6796" y="6796"/>
                    <a:pt x="6796" y="7596"/>
                    <a:pt x="6796" y="7596"/>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2D091982-CFE2-4ABB-9F60-9599B0C1407E}"/>
                </a:ext>
              </a:extLst>
            </p:cNvPr>
            <p:cNvSpPr/>
            <p:nvPr/>
          </p:nvSpPr>
          <p:spPr>
            <a:xfrm>
              <a:off x="3642398" y="2079489"/>
              <a:ext cx="7996" cy="7996"/>
            </a:xfrm>
            <a:custGeom>
              <a:avLst/>
              <a:gdLst>
                <a:gd name="connsiteX0" fmla="*/ 6797 w 7995"/>
                <a:gd name="connsiteY0" fmla="*/ 7596 h 7995"/>
                <a:gd name="connsiteX1" fmla="*/ 7596 w 7995"/>
                <a:gd name="connsiteY1" fmla="*/ 6796 h 7995"/>
                <a:gd name="connsiteX2" fmla="*/ 6797 w 7995"/>
                <a:gd name="connsiteY2" fmla="*/ 5997 h 7995"/>
                <a:gd name="connsiteX3" fmla="*/ 5997 w 7995"/>
                <a:gd name="connsiteY3" fmla="*/ 6796 h 7995"/>
                <a:gd name="connsiteX4" fmla="*/ 6797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7" y="7596"/>
                  </a:moveTo>
                  <a:cubicBezTo>
                    <a:pt x="7596" y="7596"/>
                    <a:pt x="7596" y="6796"/>
                    <a:pt x="7596" y="6796"/>
                  </a:cubicBezTo>
                  <a:cubicBezTo>
                    <a:pt x="7596" y="6796"/>
                    <a:pt x="7596" y="5997"/>
                    <a:pt x="6797" y="5997"/>
                  </a:cubicBezTo>
                  <a:cubicBezTo>
                    <a:pt x="6797" y="5997"/>
                    <a:pt x="5997" y="5997"/>
                    <a:pt x="5997" y="6796"/>
                  </a:cubicBezTo>
                  <a:cubicBezTo>
                    <a:pt x="5997" y="6796"/>
                    <a:pt x="6797" y="7596"/>
                    <a:pt x="6797" y="7596"/>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4C50D80C-CBB4-42B5-A84D-4FC99F9354E9}"/>
                </a:ext>
              </a:extLst>
            </p:cNvPr>
            <p:cNvSpPr/>
            <p:nvPr/>
          </p:nvSpPr>
          <p:spPr>
            <a:xfrm>
              <a:off x="3784720" y="2079489"/>
              <a:ext cx="7996" cy="7996"/>
            </a:xfrm>
            <a:custGeom>
              <a:avLst/>
              <a:gdLst>
                <a:gd name="connsiteX0" fmla="*/ 6796 w 7995"/>
                <a:gd name="connsiteY0" fmla="*/ 7596 h 7995"/>
                <a:gd name="connsiteX1" fmla="*/ 7595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6796" y="7596"/>
                    <a:pt x="7595" y="6796"/>
                    <a:pt x="7595" y="6796"/>
                  </a:cubicBezTo>
                  <a:cubicBezTo>
                    <a:pt x="7595" y="6796"/>
                    <a:pt x="6796" y="5997"/>
                    <a:pt x="6796" y="5997"/>
                  </a:cubicBezTo>
                  <a:cubicBezTo>
                    <a:pt x="5997" y="5997"/>
                    <a:pt x="5997" y="5997"/>
                    <a:pt x="5997" y="6796"/>
                  </a:cubicBezTo>
                  <a:cubicBezTo>
                    <a:pt x="6796" y="6796"/>
                    <a:pt x="6796" y="7596"/>
                    <a:pt x="6796" y="7596"/>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C06663C5-9F8F-480A-8FD8-EFEA1DC35A02}"/>
                </a:ext>
              </a:extLst>
            </p:cNvPr>
            <p:cNvSpPr/>
            <p:nvPr/>
          </p:nvSpPr>
          <p:spPr>
            <a:xfrm>
              <a:off x="4496323" y="2076291"/>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5" y="5997"/>
                    <a:pt x="5997" y="7596"/>
                    <a:pt x="5997" y="9195"/>
                  </a:cubicBezTo>
                  <a:cubicBezTo>
                    <a:pt x="5997" y="10794"/>
                    <a:pt x="6796" y="12393"/>
                    <a:pt x="9195" y="12393"/>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AAF6E7BA-AF80-4FFA-AE48-35741FD21ED4}"/>
                </a:ext>
              </a:extLst>
            </p:cNvPr>
            <p:cNvSpPr/>
            <p:nvPr/>
          </p:nvSpPr>
          <p:spPr>
            <a:xfrm>
              <a:off x="4637844" y="2075492"/>
              <a:ext cx="15991" cy="15991"/>
            </a:xfrm>
            <a:custGeom>
              <a:avLst/>
              <a:gdLst>
                <a:gd name="connsiteX0" fmla="*/ 9994 w 15991"/>
                <a:gd name="connsiteY0" fmla="*/ 13992 h 15991"/>
                <a:gd name="connsiteX1" fmla="*/ 13992 w 15991"/>
                <a:gd name="connsiteY1" fmla="*/ 9994 h 15991"/>
                <a:gd name="connsiteX2" fmla="*/ 9994 w 15991"/>
                <a:gd name="connsiteY2" fmla="*/ 5997 h 15991"/>
                <a:gd name="connsiteX3" fmla="*/ 5997 w 15991"/>
                <a:gd name="connsiteY3" fmla="*/ 9994 h 15991"/>
                <a:gd name="connsiteX4" fmla="*/ 9994 w 15991"/>
                <a:gd name="connsiteY4" fmla="*/ 13992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994" y="13992"/>
                  </a:moveTo>
                  <a:cubicBezTo>
                    <a:pt x="12393" y="13992"/>
                    <a:pt x="13992" y="12393"/>
                    <a:pt x="13992" y="9994"/>
                  </a:cubicBezTo>
                  <a:cubicBezTo>
                    <a:pt x="13992" y="7596"/>
                    <a:pt x="12393" y="5997"/>
                    <a:pt x="9994" y="5997"/>
                  </a:cubicBezTo>
                  <a:cubicBezTo>
                    <a:pt x="7596" y="5997"/>
                    <a:pt x="5997" y="7596"/>
                    <a:pt x="5997" y="9994"/>
                  </a:cubicBezTo>
                  <a:cubicBezTo>
                    <a:pt x="5997" y="12393"/>
                    <a:pt x="7596" y="13992"/>
                    <a:pt x="9994" y="13992"/>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984EDA2D-0EE2-433F-9213-B3E3E54FA77F}"/>
                </a:ext>
              </a:extLst>
            </p:cNvPr>
            <p:cNvSpPr/>
            <p:nvPr/>
          </p:nvSpPr>
          <p:spPr>
            <a:xfrm>
              <a:off x="4781764" y="2077091"/>
              <a:ext cx="15991" cy="15991"/>
            </a:xfrm>
            <a:custGeom>
              <a:avLst/>
              <a:gdLst>
                <a:gd name="connsiteX0" fmla="*/ 9195 w 15991"/>
                <a:gd name="connsiteY0" fmla="*/ 11593 h 15991"/>
                <a:gd name="connsiteX1" fmla="*/ 11594 w 15991"/>
                <a:gd name="connsiteY1" fmla="*/ 8395 h 15991"/>
                <a:gd name="connsiteX2" fmla="*/ 9195 w 15991"/>
                <a:gd name="connsiteY2" fmla="*/ 5997 h 15991"/>
                <a:gd name="connsiteX3" fmla="*/ 5997 w 15991"/>
                <a:gd name="connsiteY3" fmla="*/ 8395 h 15991"/>
                <a:gd name="connsiteX4" fmla="*/ 9195 w 15991"/>
                <a:gd name="connsiteY4" fmla="*/ 115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1593"/>
                  </a:moveTo>
                  <a:cubicBezTo>
                    <a:pt x="10794" y="11593"/>
                    <a:pt x="11594" y="9994"/>
                    <a:pt x="11594" y="8395"/>
                  </a:cubicBezTo>
                  <a:cubicBezTo>
                    <a:pt x="11594" y="6796"/>
                    <a:pt x="10794" y="5997"/>
                    <a:pt x="9195" y="5997"/>
                  </a:cubicBezTo>
                  <a:cubicBezTo>
                    <a:pt x="7596" y="5997"/>
                    <a:pt x="5997" y="6796"/>
                    <a:pt x="5997" y="8395"/>
                  </a:cubicBezTo>
                  <a:cubicBezTo>
                    <a:pt x="5997" y="9994"/>
                    <a:pt x="7596" y="11593"/>
                    <a:pt x="9195" y="11593"/>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229A4876-940E-4C43-A306-EE4B68D339F0}"/>
                </a:ext>
              </a:extLst>
            </p:cNvPr>
            <p:cNvSpPr/>
            <p:nvPr/>
          </p:nvSpPr>
          <p:spPr>
            <a:xfrm>
              <a:off x="4925684" y="2077890"/>
              <a:ext cx="7996" cy="15991"/>
            </a:xfrm>
            <a:custGeom>
              <a:avLst/>
              <a:gdLst>
                <a:gd name="connsiteX0" fmla="*/ 7596 w 7995"/>
                <a:gd name="connsiteY0" fmla="*/ 9994 h 15991"/>
                <a:gd name="connsiteX1" fmla="*/ 9195 w 7995"/>
                <a:gd name="connsiteY1" fmla="*/ 7596 h 15991"/>
                <a:gd name="connsiteX2" fmla="*/ 7596 w 7995"/>
                <a:gd name="connsiteY2" fmla="*/ 5997 h 15991"/>
                <a:gd name="connsiteX3" fmla="*/ 5997 w 7995"/>
                <a:gd name="connsiteY3" fmla="*/ 7596 h 15991"/>
                <a:gd name="connsiteX4" fmla="*/ 7596 w 7995"/>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15991">
                  <a:moveTo>
                    <a:pt x="7596" y="9994"/>
                  </a:moveTo>
                  <a:cubicBezTo>
                    <a:pt x="8396" y="9994"/>
                    <a:pt x="9195" y="9195"/>
                    <a:pt x="9195" y="7596"/>
                  </a:cubicBezTo>
                  <a:cubicBezTo>
                    <a:pt x="9195" y="6796"/>
                    <a:pt x="8396" y="5997"/>
                    <a:pt x="7596" y="5997"/>
                  </a:cubicBezTo>
                  <a:cubicBezTo>
                    <a:pt x="6797" y="5997"/>
                    <a:pt x="5997" y="6796"/>
                    <a:pt x="5997" y="7596"/>
                  </a:cubicBezTo>
                  <a:cubicBezTo>
                    <a:pt x="5997" y="9195"/>
                    <a:pt x="5997" y="9994"/>
                    <a:pt x="7596" y="9994"/>
                  </a:cubicBezTo>
                  <a:close/>
                </a:path>
              </a:pathLst>
            </a:custGeom>
            <a:grp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9571C09F-C57E-45ED-A47A-A89E4E701248}"/>
                </a:ext>
              </a:extLst>
            </p:cNvPr>
            <p:cNvSpPr/>
            <p:nvPr/>
          </p:nvSpPr>
          <p:spPr>
            <a:xfrm>
              <a:off x="1215749" y="2220211"/>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195" y="10794"/>
                    <a:pt x="10794" y="9994"/>
                    <a:pt x="10794" y="8395"/>
                  </a:cubicBezTo>
                  <a:cubicBezTo>
                    <a:pt x="10794" y="6796"/>
                    <a:pt x="9994" y="5997"/>
                    <a:pt x="8395" y="5997"/>
                  </a:cubicBezTo>
                  <a:cubicBezTo>
                    <a:pt x="6796" y="5997"/>
                    <a:pt x="5997" y="6796"/>
                    <a:pt x="5997" y="8395"/>
                  </a:cubicBezTo>
                  <a:cubicBezTo>
                    <a:pt x="5997" y="9195"/>
                    <a:pt x="6796" y="10794"/>
                    <a:pt x="8395" y="10794"/>
                  </a:cubicBezTo>
                  <a:close/>
                </a:path>
              </a:pathLst>
            </a:custGeom>
            <a:grp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0DA72BD8-4A4F-4D29-B330-2C773B5F1A7A}"/>
                </a:ext>
              </a:extLst>
            </p:cNvPr>
            <p:cNvSpPr/>
            <p:nvPr/>
          </p:nvSpPr>
          <p:spPr>
            <a:xfrm>
              <a:off x="1358870" y="2220211"/>
              <a:ext cx="7996" cy="15991"/>
            </a:xfrm>
            <a:custGeom>
              <a:avLst/>
              <a:gdLst>
                <a:gd name="connsiteX0" fmla="*/ 7596 w 7995"/>
                <a:gd name="connsiteY0" fmla="*/ 9994 h 15991"/>
                <a:gd name="connsiteX1" fmla="*/ 9195 w 7995"/>
                <a:gd name="connsiteY1" fmla="*/ 8395 h 15991"/>
                <a:gd name="connsiteX2" fmla="*/ 7596 w 7995"/>
                <a:gd name="connsiteY2" fmla="*/ 5997 h 15991"/>
                <a:gd name="connsiteX3" fmla="*/ 5997 w 7995"/>
                <a:gd name="connsiteY3" fmla="*/ 8395 h 15991"/>
                <a:gd name="connsiteX4" fmla="*/ 7596 w 7995"/>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15991">
                  <a:moveTo>
                    <a:pt x="7596" y="9994"/>
                  </a:moveTo>
                  <a:cubicBezTo>
                    <a:pt x="8395" y="9994"/>
                    <a:pt x="9195" y="9195"/>
                    <a:pt x="9195" y="8395"/>
                  </a:cubicBezTo>
                  <a:cubicBezTo>
                    <a:pt x="9195" y="7596"/>
                    <a:pt x="8395" y="5997"/>
                    <a:pt x="7596" y="5997"/>
                  </a:cubicBezTo>
                  <a:cubicBezTo>
                    <a:pt x="6796" y="5997"/>
                    <a:pt x="5997" y="6796"/>
                    <a:pt x="5997" y="8395"/>
                  </a:cubicBezTo>
                  <a:cubicBezTo>
                    <a:pt x="5997" y="9195"/>
                    <a:pt x="6796" y="9994"/>
                    <a:pt x="7596" y="9994"/>
                  </a:cubicBezTo>
                  <a:close/>
                </a:path>
              </a:pathLst>
            </a:custGeom>
            <a:grp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40A350EC-B87D-4F61-84A7-5A66365B06F0}"/>
                </a:ext>
              </a:extLst>
            </p:cNvPr>
            <p:cNvSpPr/>
            <p:nvPr/>
          </p:nvSpPr>
          <p:spPr>
            <a:xfrm>
              <a:off x="1501990" y="222101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5997" y="9195"/>
                    <a:pt x="7596" y="9195"/>
                  </a:cubicBezTo>
                  <a:close/>
                </a:path>
              </a:pathLst>
            </a:custGeom>
            <a:grp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9634483C-EAA3-4884-8832-D323956167C5}"/>
                </a:ext>
              </a:extLst>
            </p:cNvPr>
            <p:cNvSpPr/>
            <p:nvPr/>
          </p:nvSpPr>
          <p:spPr>
            <a:xfrm>
              <a:off x="1644311" y="222101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5CE64D68-B829-4BBC-A1A5-5073A4886BE0}"/>
                </a:ext>
              </a:extLst>
            </p:cNvPr>
            <p:cNvSpPr/>
            <p:nvPr/>
          </p:nvSpPr>
          <p:spPr>
            <a:xfrm>
              <a:off x="1786631" y="222101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55A4E973-51A3-45F3-82D2-D0F2E45C1364}"/>
                </a:ext>
              </a:extLst>
            </p:cNvPr>
            <p:cNvSpPr/>
            <p:nvPr/>
          </p:nvSpPr>
          <p:spPr>
            <a:xfrm>
              <a:off x="1929752" y="222101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E6EF34E5-FC77-45FD-AAAD-9518AC57D904}"/>
                </a:ext>
              </a:extLst>
            </p:cNvPr>
            <p:cNvSpPr/>
            <p:nvPr/>
          </p:nvSpPr>
          <p:spPr>
            <a:xfrm>
              <a:off x="2072073" y="222101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2F8CD185-F271-4C20-96E8-B10DB9229F58}"/>
                </a:ext>
              </a:extLst>
            </p:cNvPr>
            <p:cNvSpPr/>
            <p:nvPr/>
          </p:nvSpPr>
          <p:spPr>
            <a:xfrm>
              <a:off x="2214393" y="2220211"/>
              <a:ext cx="15991" cy="15991"/>
            </a:xfrm>
            <a:custGeom>
              <a:avLst/>
              <a:gdLst>
                <a:gd name="connsiteX0" fmla="*/ 8395 w 15991"/>
                <a:gd name="connsiteY0" fmla="*/ 9994 h 15991"/>
                <a:gd name="connsiteX1" fmla="*/ 9994 w 15991"/>
                <a:gd name="connsiteY1" fmla="*/ 8395 h 15991"/>
                <a:gd name="connsiteX2" fmla="*/ 8395 w 15991"/>
                <a:gd name="connsiteY2" fmla="*/ 5997 h 15991"/>
                <a:gd name="connsiteX3" fmla="*/ 5997 w 15991"/>
                <a:gd name="connsiteY3" fmla="*/ 8395 h 15991"/>
                <a:gd name="connsiteX4" fmla="*/ 8395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9994"/>
                  </a:moveTo>
                  <a:cubicBezTo>
                    <a:pt x="9195" y="9994"/>
                    <a:pt x="9994" y="9195"/>
                    <a:pt x="9994" y="8395"/>
                  </a:cubicBezTo>
                  <a:cubicBezTo>
                    <a:pt x="9994" y="7596"/>
                    <a:pt x="9195" y="5997"/>
                    <a:pt x="8395" y="5997"/>
                  </a:cubicBezTo>
                  <a:cubicBezTo>
                    <a:pt x="7596" y="5997"/>
                    <a:pt x="5997" y="6796"/>
                    <a:pt x="5997" y="8395"/>
                  </a:cubicBezTo>
                  <a:cubicBezTo>
                    <a:pt x="5997" y="9195"/>
                    <a:pt x="6796" y="9994"/>
                    <a:pt x="8395" y="9994"/>
                  </a:cubicBezTo>
                  <a:close/>
                </a:path>
              </a:pathLst>
            </a:custGeom>
            <a:grp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3E61F134-6755-4DC9-A6BA-37FB4AB10377}"/>
                </a:ext>
              </a:extLst>
            </p:cNvPr>
            <p:cNvSpPr/>
            <p:nvPr/>
          </p:nvSpPr>
          <p:spPr>
            <a:xfrm>
              <a:off x="2356714" y="2220211"/>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994" y="10794"/>
                    <a:pt x="10794" y="9994"/>
                    <a:pt x="10794" y="8395"/>
                  </a:cubicBezTo>
                  <a:cubicBezTo>
                    <a:pt x="10794" y="6796"/>
                    <a:pt x="9994" y="5997"/>
                    <a:pt x="8395" y="5997"/>
                  </a:cubicBezTo>
                  <a:cubicBezTo>
                    <a:pt x="6796" y="5997"/>
                    <a:pt x="5997" y="6796"/>
                    <a:pt x="5997" y="8395"/>
                  </a:cubicBezTo>
                  <a:cubicBezTo>
                    <a:pt x="5997" y="9195"/>
                    <a:pt x="6796" y="10794"/>
                    <a:pt x="8395" y="10794"/>
                  </a:cubicBezTo>
                  <a:close/>
                </a:path>
              </a:pathLst>
            </a:custGeom>
            <a:grp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F0A1AA89-141A-499A-8141-705EEB30E979}"/>
                </a:ext>
              </a:extLst>
            </p:cNvPr>
            <p:cNvSpPr/>
            <p:nvPr/>
          </p:nvSpPr>
          <p:spPr>
            <a:xfrm>
              <a:off x="2498235" y="2219411"/>
              <a:ext cx="15991" cy="15991"/>
            </a:xfrm>
            <a:custGeom>
              <a:avLst/>
              <a:gdLst>
                <a:gd name="connsiteX0" fmla="*/ 9195 w 15991"/>
                <a:gd name="connsiteY0" fmla="*/ 12393 h 15991"/>
                <a:gd name="connsiteX1" fmla="*/ 12393 w 15991"/>
                <a:gd name="connsiteY1" fmla="*/ 9195 h 15991"/>
                <a:gd name="connsiteX2" fmla="*/ 9195 w 15991"/>
                <a:gd name="connsiteY2" fmla="*/ 5997 h 15991"/>
                <a:gd name="connsiteX3" fmla="*/ 5997 w 15991"/>
                <a:gd name="connsiteY3" fmla="*/ 9195 h 15991"/>
                <a:gd name="connsiteX4" fmla="*/ 9195 w 15991"/>
                <a:gd name="connsiteY4" fmla="*/ 12393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9195" y="12393"/>
                  </a:moveTo>
                  <a:cubicBezTo>
                    <a:pt x="10794" y="12393"/>
                    <a:pt x="12393" y="10794"/>
                    <a:pt x="12393" y="9195"/>
                  </a:cubicBezTo>
                  <a:cubicBezTo>
                    <a:pt x="12393" y="7596"/>
                    <a:pt x="10794" y="5997"/>
                    <a:pt x="9195" y="5997"/>
                  </a:cubicBezTo>
                  <a:cubicBezTo>
                    <a:pt x="7596" y="5997"/>
                    <a:pt x="5997" y="7596"/>
                    <a:pt x="5997" y="9195"/>
                  </a:cubicBezTo>
                  <a:cubicBezTo>
                    <a:pt x="6796" y="10794"/>
                    <a:pt x="7596" y="12393"/>
                    <a:pt x="9195" y="12393"/>
                  </a:cubicBezTo>
                  <a:close/>
                </a:path>
              </a:pathLst>
            </a:custGeom>
            <a:grp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702CCA32-F5D4-4968-9EF7-B945F9976771}"/>
                </a:ext>
              </a:extLst>
            </p:cNvPr>
            <p:cNvSpPr/>
            <p:nvPr/>
          </p:nvSpPr>
          <p:spPr>
            <a:xfrm>
              <a:off x="3065919" y="2216213"/>
              <a:ext cx="23987" cy="23987"/>
            </a:xfrm>
            <a:custGeom>
              <a:avLst/>
              <a:gdLst>
                <a:gd name="connsiteX0" fmla="*/ 12393 w 23986"/>
                <a:gd name="connsiteY0" fmla="*/ 18790 h 23986"/>
                <a:gd name="connsiteX1" fmla="*/ 18790 w 23986"/>
                <a:gd name="connsiteY1" fmla="*/ 12393 h 23986"/>
                <a:gd name="connsiteX2" fmla="*/ 12393 w 23986"/>
                <a:gd name="connsiteY2" fmla="*/ 5997 h 23986"/>
                <a:gd name="connsiteX3" fmla="*/ 5997 w 23986"/>
                <a:gd name="connsiteY3" fmla="*/ 12393 h 23986"/>
                <a:gd name="connsiteX4" fmla="*/ 12393 w 23986"/>
                <a:gd name="connsiteY4" fmla="*/ 18790 h 2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6" h="23986">
                  <a:moveTo>
                    <a:pt x="12393" y="18790"/>
                  </a:moveTo>
                  <a:cubicBezTo>
                    <a:pt x="15591" y="18790"/>
                    <a:pt x="18790" y="15591"/>
                    <a:pt x="18790" y="12393"/>
                  </a:cubicBezTo>
                  <a:cubicBezTo>
                    <a:pt x="18790" y="8395"/>
                    <a:pt x="15591" y="5997"/>
                    <a:pt x="12393" y="5997"/>
                  </a:cubicBezTo>
                  <a:cubicBezTo>
                    <a:pt x="9195" y="5997"/>
                    <a:pt x="5997" y="9195"/>
                    <a:pt x="5997" y="12393"/>
                  </a:cubicBezTo>
                  <a:cubicBezTo>
                    <a:pt x="5997" y="15591"/>
                    <a:pt x="9195" y="18790"/>
                    <a:pt x="12393" y="18790"/>
                  </a:cubicBezTo>
                  <a:close/>
                </a:path>
              </a:pathLst>
            </a:custGeom>
            <a:grp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AC006083-0B78-4672-BC88-D3AE58AF9847}"/>
                </a:ext>
              </a:extLst>
            </p:cNvPr>
            <p:cNvSpPr/>
            <p:nvPr/>
          </p:nvSpPr>
          <p:spPr>
            <a:xfrm>
              <a:off x="3213837" y="2221011"/>
              <a:ext cx="7996" cy="7996"/>
            </a:xfrm>
            <a:custGeom>
              <a:avLst/>
              <a:gdLst>
                <a:gd name="connsiteX0" fmla="*/ 7596 w 7995"/>
                <a:gd name="connsiteY0" fmla="*/ 83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8395"/>
                  </a:moveTo>
                  <a:cubicBezTo>
                    <a:pt x="8395" y="8395"/>
                    <a:pt x="9195" y="7596"/>
                    <a:pt x="9195" y="7596"/>
                  </a:cubicBezTo>
                  <a:cubicBezTo>
                    <a:pt x="9195" y="6796"/>
                    <a:pt x="8395" y="5997"/>
                    <a:pt x="7596" y="5997"/>
                  </a:cubicBezTo>
                  <a:cubicBezTo>
                    <a:pt x="6796" y="5997"/>
                    <a:pt x="5997" y="6796"/>
                    <a:pt x="5997" y="7596"/>
                  </a:cubicBezTo>
                  <a:cubicBezTo>
                    <a:pt x="5997" y="8395"/>
                    <a:pt x="6796" y="8395"/>
                    <a:pt x="7596" y="8395"/>
                  </a:cubicBezTo>
                  <a:close/>
                </a:path>
              </a:pathLst>
            </a:custGeom>
            <a:grp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BBF10B95-FC5B-49CD-BE91-8375632D2E79}"/>
                </a:ext>
              </a:extLst>
            </p:cNvPr>
            <p:cNvSpPr/>
            <p:nvPr/>
          </p:nvSpPr>
          <p:spPr>
            <a:xfrm>
              <a:off x="3356158" y="2221011"/>
              <a:ext cx="7996" cy="7996"/>
            </a:xfrm>
            <a:custGeom>
              <a:avLst/>
              <a:gdLst>
                <a:gd name="connsiteX0" fmla="*/ 7596 w 7995"/>
                <a:gd name="connsiteY0" fmla="*/ 8395 h 7995"/>
                <a:gd name="connsiteX1" fmla="*/ 8395 w 7995"/>
                <a:gd name="connsiteY1" fmla="*/ 7596 h 7995"/>
                <a:gd name="connsiteX2" fmla="*/ 7596 w 7995"/>
                <a:gd name="connsiteY2" fmla="*/ 5997 h 7995"/>
                <a:gd name="connsiteX3" fmla="*/ 5997 w 7995"/>
                <a:gd name="connsiteY3" fmla="*/ 7596 h 7995"/>
                <a:gd name="connsiteX4" fmla="*/ 7596 w 7995"/>
                <a:gd name="connsiteY4" fmla="*/ 83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8395"/>
                  </a:moveTo>
                  <a:cubicBezTo>
                    <a:pt x="8395" y="8395"/>
                    <a:pt x="8395" y="7596"/>
                    <a:pt x="8395" y="7596"/>
                  </a:cubicBezTo>
                  <a:cubicBezTo>
                    <a:pt x="8395" y="6796"/>
                    <a:pt x="7596" y="5997"/>
                    <a:pt x="7596" y="5997"/>
                  </a:cubicBezTo>
                  <a:cubicBezTo>
                    <a:pt x="6797" y="5997"/>
                    <a:pt x="5997" y="6796"/>
                    <a:pt x="5997" y="7596"/>
                  </a:cubicBezTo>
                  <a:cubicBezTo>
                    <a:pt x="6797" y="8395"/>
                    <a:pt x="7596" y="8395"/>
                    <a:pt x="7596" y="8395"/>
                  </a:cubicBezTo>
                  <a:close/>
                </a:path>
              </a:pathLst>
            </a:custGeom>
            <a:grp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8CC68162-693E-4D6C-B6E5-E685CFBBAFA7}"/>
                </a:ext>
              </a:extLst>
            </p:cNvPr>
            <p:cNvSpPr/>
            <p:nvPr/>
          </p:nvSpPr>
          <p:spPr>
            <a:xfrm>
              <a:off x="3500078" y="2221810"/>
              <a:ext cx="7996" cy="7996"/>
            </a:xfrm>
            <a:custGeom>
              <a:avLst/>
              <a:gdLst>
                <a:gd name="connsiteX0" fmla="*/ 5997 w 7995"/>
                <a:gd name="connsiteY0" fmla="*/ 7596 h 7995"/>
                <a:gd name="connsiteX1" fmla="*/ 6797 w 7995"/>
                <a:gd name="connsiteY1" fmla="*/ 6796 h 7995"/>
                <a:gd name="connsiteX2" fmla="*/ 5997 w 7995"/>
                <a:gd name="connsiteY2" fmla="*/ 5997 h 7995"/>
                <a:gd name="connsiteX3" fmla="*/ 5997 w 7995"/>
                <a:gd name="connsiteY3" fmla="*/ 7596 h 7995"/>
                <a:gd name="connsiteX4" fmla="*/ 5997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5997" y="7596"/>
                  </a:moveTo>
                  <a:cubicBezTo>
                    <a:pt x="6797" y="7596"/>
                    <a:pt x="6797" y="7596"/>
                    <a:pt x="6797" y="6796"/>
                  </a:cubicBezTo>
                  <a:cubicBezTo>
                    <a:pt x="6797" y="5997"/>
                    <a:pt x="6797" y="5997"/>
                    <a:pt x="5997" y="5997"/>
                  </a:cubicBezTo>
                  <a:cubicBezTo>
                    <a:pt x="5997" y="5997"/>
                    <a:pt x="5997" y="5997"/>
                    <a:pt x="5997" y="7596"/>
                  </a:cubicBezTo>
                  <a:cubicBezTo>
                    <a:pt x="5997" y="6796"/>
                    <a:pt x="5997" y="7596"/>
                    <a:pt x="5997" y="7596"/>
                  </a:cubicBezTo>
                  <a:close/>
                </a:path>
              </a:pathLst>
            </a:custGeom>
            <a:grp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023E11E2-F267-4112-83F6-C1EECCB1F774}"/>
                </a:ext>
              </a:extLst>
            </p:cNvPr>
            <p:cNvSpPr/>
            <p:nvPr/>
          </p:nvSpPr>
          <p:spPr>
            <a:xfrm>
              <a:off x="3642843" y="2221810"/>
              <a:ext cx="7996" cy="7996"/>
            </a:xfrm>
            <a:custGeom>
              <a:avLst/>
              <a:gdLst>
                <a:gd name="connsiteX0" fmla="*/ 6352 w 7995"/>
                <a:gd name="connsiteY0" fmla="*/ 7596 h 7995"/>
                <a:gd name="connsiteX1" fmla="*/ 7152 w 7995"/>
                <a:gd name="connsiteY1" fmla="*/ 6796 h 7995"/>
                <a:gd name="connsiteX2" fmla="*/ 6352 w 7995"/>
                <a:gd name="connsiteY2" fmla="*/ 5997 h 7995"/>
                <a:gd name="connsiteX3" fmla="*/ 6352 w 7995"/>
                <a:gd name="connsiteY3" fmla="*/ 7596 h 7995"/>
                <a:gd name="connsiteX4" fmla="*/ 6352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352" y="7596"/>
                  </a:moveTo>
                  <a:cubicBezTo>
                    <a:pt x="7152" y="7596"/>
                    <a:pt x="7152" y="7596"/>
                    <a:pt x="7152" y="6796"/>
                  </a:cubicBezTo>
                  <a:cubicBezTo>
                    <a:pt x="7152" y="5997"/>
                    <a:pt x="7152" y="5997"/>
                    <a:pt x="6352" y="5997"/>
                  </a:cubicBezTo>
                  <a:cubicBezTo>
                    <a:pt x="6352" y="5997"/>
                    <a:pt x="5552" y="5997"/>
                    <a:pt x="6352" y="7596"/>
                  </a:cubicBezTo>
                  <a:cubicBezTo>
                    <a:pt x="5552" y="6796"/>
                    <a:pt x="6352" y="7596"/>
                    <a:pt x="6352" y="7596"/>
                  </a:cubicBezTo>
                  <a:close/>
                </a:path>
              </a:pathLst>
            </a:custGeom>
            <a:grp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A80EEBB2-474C-4C92-8CFF-1691E71596F8}"/>
                </a:ext>
              </a:extLst>
            </p:cNvPr>
            <p:cNvSpPr/>
            <p:nvPr/>
          </p:nvSpPr>
          <p:spPr>
            <a:xfrm>
              <a:off x="4782564" y="2220211"/>
              <a:ext cx="15991" cy="15991"/>
            </a:xfrm>
            <a:custGeom>
              <a:avLst/>
              <a:gdLst>
                <a:gd name="connsiteX0" fmla="*/ 8395 w 15991"/>
                <a:gd name="connsiteY0" fmla="*/ 9994 h 15991"/>
                <a:gd name="connsiteX1" fmla="*/ 9994 w 15991"/>
                <a:gd name="connsiteY1" fmla="*/ 8395 h 15991"/>
                <a:gd name="connsiteX2" fmla="*/ 8395 w 15991"/>
                <a:gd name="connsiteY2" fmla="*/ 5997 h 15991"/>
                <a:gd name="connsiteX3" fmla="*/ 5997 w 15991"/>
                <a:gd name="connsiteY3" fmla="*/ 8395 h 15991"/>
                <a:gd name="connsiteX4" fmla="*/ 8395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9994"/>
                  </a:moveTo>
                  <a:cubicBezTo>
                    <a:pt x="9195" y="9994"/>
                    <a:pt x="9994" y="9195"/>
                    <a:pt x="9994" y="8395"/>
                  </a:cubicBezTo>
                  <a:cubicBezTo>
                    <a:pt x="9994" y="7596"/>
                    <a:pt x="9195" y="5997"/>
                    <a:pt x="8395" y="5997"/>
                  </a:cubicBezTo>
                  <a:cubicBezTo>
                    <a:pt x="7596" y="5997"/>
                    <a:pt x="5997" y="6796"/>
                    <a:pt x="5997" y="8395"/>
                  </a:cubicBezTo>
                  <a:cubicBezTo>
                    <a:pt x="5997" y="9195"/>
                    <a:pt x="6796" y="9994"/>
                    <a:pt x="8395" y="9994"/>
                  </a:cubicBezTo>
                  <a:close/>
                </a:path>
              </a:pathLst>
            </a:custGeom>
            <a:grp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43CB39FA-232B-4AA8-B19B-1245E709844E}"/>
                </a:ext>
              </a:extLst>
            </p:cNvPr>
            <p:cNvSpPr/>
            <p:nvPr/>
          </p:nvSpPr>
          <p:spPr>
            <a:xfrm>
              <a:off x="4925684" y="2220211"/>
              <a:ext cx="7996" cy="15991"/>
            </a:xfrm>
            <a:custGeom>
              <a:avLst/>
              <a:gdLst>
                <a:gd name="connsiteX0" fmla="*/ 7596 w 7995"/>
                <a:gd name="connsiteY0" fmla="*/ 9994 h 15991"/>
                <a:gd name="connsiteX1" fmla="*/ 9195 w 7995"/>
                <a:gd name="connsiteY1" fmla="*/ 8395 h 15991"/>
                <a:gd name="connsiteX2" fmla="*/ 7596 w 7995"/>
                <a:gd name="connsiteY2" fmla="*/ 5997 h 15991"/>
                <a:gd name="connsiteX3" fmla="*/ 5997 w 7995"/>
                <a:gd name="connsiteY3" fmla="*/ 8395 h 15991"/>
                <a:gd name="connsiteX4" fmla="*/ 7596 w 7995"/>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15991">
                  <a:moveTo>
                    <a:pt x="7596" y="9994"/>
                  </a:moveTo>
                  <a:cubicBezTo>
                    <a:pt x="8396" y="9994"/>
                    <a:pt x="9195" y="9195"/>
                    <a:pt x="9195" y="8395"/>
                  </a:cubicBezTo>
                  <a:cubicBezTo>
                    <a:pt x="9195" y="7596"/>
                    <a:pt x="8396" y="5997"/>
                    <a:pt x="7596" y="5997"/>
                  </a:cubicBezTo>
                  <a:cubicBezTo>
                    <a:pt x="6797" y="5997"/>
                    <a:pt x="5997" y="6796"/>
                    <a:pt x="5997" y="8395"/>
                  </a:cubicBezTo>
                  <a:cubicBezTo>
                    <a:pt x="5997" y="9195"/>
                    <a:pt x="5997" y="9994"/>
                    <a:pt x="7596" y="9994"/>
                  </a:cubicBezTo>
                  <a:close/>
                </a:path>
              </a:pathLst>
            </a:custGeom>
            <a:grp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5A1550A7-7660-4C49-A90C-920410A681D3}"/>
                </a:ext>
              </a:extLst>
            </p:cNvPr>
            <p:cNvSpPr/>
            <p:nvPr/>
          </p:nvSpPr>
          <p:spPr>
            <a:xfrm>
              <a:off x="1215749" y="2362532"/>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195"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A045A6D0-9F44-41D1-A94B-8018F5E8AD4D}"/>
                </a:ext>
              </a:extLst>
            </p:cNvPr>
            <p:cNvSpPr/>
            <p:nvPr/>
          </p:nvSpPr>
          <p:spPr>
            <a:xfrm>
              <a:off x="1358870" y="236333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BD733BBC-5606-489B-8E19-E0F27FD4FFC3}"/>
                </a:ext>
              </a:extLst>
            </p:cNvPr>
            <p:cNvSpPr/>
            <p:nvPr/>
          </p:nvSpPr>
          <p:spPr>
            <a:xfrm>
              <a:off x="1501990" y="236333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5997" y="9195"/>
                    <a:pt x="7596" y="9195"/>
                  </a:cubicBezTo>
                  <a:close/>
                </a:path>
              </a:pathLst>
            </a:custGeom>
            <a:grp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A002C9B0-A5E3-4338-85BB-AB46398D3439}"/>
                </a:ext>
              </a:extLst>
            </p:cNvPr>
            <p:cNvSpPr/>
            <p:nvPr/>
          </p:nvSpPr>
          <p:spPr>
            <a:xfrm>
              <a:off x="1644311" y="2364931"/>
              <a:ext cx="7996" cy="7996"/>
            </a:xfrm>
            <a:custGeom>
              <a:avLst/>
              <a:gdLst>
                <a:gd name="connsiteX0" fmla="*/ 7596 w 7995"/>
                <a:gd name="connsiteY0" fmla="*/ 7596 h 7995"/>
                <a:gd name="connsiteX1" fmla="*/ 8395 w 7995"/>
                <a:gd name="connsiteY1" fmla="*/ 6796 h 7995"/>
                <a:gd name="connsiteX2" fmla="*/ 7596 w 7995"/>
                <a:gd name="connsiteY2" fmla="*/ 5997 h 7995"/>
                <a:gd name="connsiteX3" fmla="*/ 5997 w 7995"/>
                <a:gd name="connsiteY3" fmla="*/ 6796 h 7995"/>
                <a:gd name="connsiteX4" fmla="*/ 75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7596"/>
                  </a:moveTo>
                  <a:cubicBezTo>
                    <a:pt x="8395" y="7596"/>
                    <a:pt x="8395" y="7596"/>
                    <a:pt x="8395" y="6796"/>
                  </a:cubicBezTo>
                  <a:cubicBezTo>
                    <a:pt x="8395" y="5997"/>
                    <a:pt x="7596" y="5997"/>
                    <a:pt x="7596" y="5997"/>
                  </a:cubicBezTo>
                  <a:cubicBezTo>
                    <a:pt x="6796" y="5997"/>
                    <a:pt x="5997" y="5997"/>
                    <a:pt x="5997" y="6796"/>
                  </a:cubicBezTo>
                  <a:cubicBezTo>
                    <a:pt x="5997" y="6796"/>
                    <a:pt x="6796" y="7596"/>
                    <a:pt x="7596" y="7596"/>
                  </a:cubicBezTo>
                  <a:close/>
                </a:path>
              </a:pathLst>
            </a:custGeom>
            <a:grp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69DDA2D6-D5EC-4673-B210-D6437AD90709}"/>
                </a:ext>
              </a:extLst>
            </p:cNvPr>
            <p:cNvSpPr/>
            <p:nvPr/>
          </p:nvSpPr>
          <p:spPr>
            <a:xfrm>
              <a:off x="1786631" y="236333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D8C7240C-277E-42BA-ABE7-D202CE296783}"/>
                </a:ext>
              </a:extLst>
            </p:cNvPr>
            <p:cNvSpPr/>
            <p:nvPr/>
          </p:nvSpPr>
          <p:spPr>
            <a:xfrm>
              <a:off x="1929752" y="2363331"/>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98B53E16-5520-4F9A-8582-9FF389197288}"/>
                </a:ext>
              </a:extLst>
            </p:cNvPr>
            <p:cNvSpPr/>
            <p:nvPr/>
          </p:nvSpPr>
          <p:spPr>
            <a:xfrm>
              <a:off x="2072073" y="2363331"/>
              <a:ext cx="15991" cy="15991"/>
            </a:xfrm>
            <a:custGeom>
              <a:avLst/>
              <a:gdLst>
                <a:gd name="connsiteX0" fmla="*/ 7596 w 15991"/>
                <a:gd name="connsiteY0" fmla="*/ 9994 h 15991"/>
                <a:gd name="connsiteX1" fmla="*/ 9994 w 15991"/>
                <a:gd name="connsiteY1" fmla="*/ 8395 h 15991"/>
                <a:gd name="connsiteX2" fmla="*/ 7596 w 15991"/>
                <a:gd name="connsiteY2" fmla="*/ 5997 h 15991"/>
                <a:gd name="connsiteX3" fmla="*/ 5997 w 15991"/>
                <a:gd name="connsiteY3" fmla="*/ 8395 h 15991"/>
                <a:gd name="connsiteX4" fmla="*/ 7596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596" y="9994"/>
                  </a:moveTo>
                  <a:cubicBezTo>
                    <a:pt x="8395" y="9994"/>
                    <a:pt x="9994" y="9195"/>
                    <a:pt x="9994" y="8395"/>
                  </a:cubicBezTo>
                  <a:cubicBezTo>
                    <a:pt x="9994" y="7596"/>
                    <a:pt x="9195" y="5997"/>
                    <a:pt x="7596" y="5997"/>
                  </a:cubicBezTo>
                  <a:cubicBezTo>
                    <a:pt x="6796" y="5997"/>
                    <a:pt x="5997" y="6796"/>
                    <a:pt x="5997" y="8395"/>
                  </a:cubicBezTo>
                  <a:cubicBezTo>
                    <a:pt x="5997" y="9195"/>
                    <a:pt x="6796" y="9994"/>
                    <a:pt x="7596" y="9994"/>
                  </a:cubicBezTo>
                  <a:close/>
                </a:path>
              </a:pathLst>
            </a:custGeom>
            <a:grp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96F30A34-682A-4534-9DFF-55E6FB029DAD}"/>
                </a:ext>
              </a:extLst>
            </p:cNvPr>
            <p:cNvSpPr/>
            <p:nvPr/>
          </p:nvSpPr>
          <p:spPr>
            <a:xfrm>
              <a:off x="2214393" y="2362532"/>
              <a:ext cx="15991" cy="15991"/>
            </a:xfrm>
            <a:custGeom>
              <a:avLst/>
              <a:gdLst>
                <a:gd name="connsiteX0" fmla="*/ 8395 w 15991"/>
                <a:gd name="connsiteY0" fmla="*/ 10794 h 15991"/>
                <a:gd name="connsiteX1" fmla="*/ 10794 w 15991"/>
                <a:gd name="connsiteY1" fmla="*/ 8395 h 15991"/>
                <a:gd name="connsiteX2" fmla="*/ 8395 w 15991"/>
                <a:gd name="connsiteY2" fmla="*/ 5997 h 15991"/>
                <a:gd name="connsiteX3" fmla="*/ 5997 w 15991"/>
                <a:gd name="connsiteY3" fmla="*/ 8395 h 15991"/>
                <a:gd name="connsiteX4" fmla="*/ 8395 w 15991"/>
                <a:gd name="connsiteY4" fmla="*/ 107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8395" y="10794"/>
                  </a:moveTo>
                  <a:cubicBezTo>
                    <a:pt x="9195" y="10794"/>
                    <a:pt x="10794" y="9994"/>
                    <a:pt x="10794" y="8395"/>
                  </a:cubicBezTo>
                  <a:cubicBezTo>
                    <a:pt x="10794" y="6796"/>
                    <a:pt x="9994" y="5997"/>
                    <a:pt x="8395" y="5997"/>
                  </a:cubicBezTo>
                  <a:cubicBezTo>
                    <a:pt x="6796" y="5997"/>
                    <a:pt x="5997" y="6796"/>
                    <a:pt x="5997" y="8395"/>
                  </a:cubicBezTo>
                  <a:cubicBezTo>
                    <a:pt x="5997" y="9994"/>
                    <a:pt x="6796" y="10794"/>
                    <a:pt x="8395" y="10794"/>
                  </a:cubicBezTo>
                  <a:close/>
                </a:path>
              </a:pathLst>
            </a:custGeom>
            <a:grpFill/>
            <a:ln w="9525"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76FBE216-5085-41C2-A876-876A4FDC4541}"/>
                </a:ext>
              </a:extLst>
            </p:cNvPr>
            <p:cNvSpPr/>
            <p:nvPr/>
          </p:nvSpPr>
          <p:spPr>
            <a:xfrm>
              <a:off x="2359113" y="2365130"/>
              <a:ext cx="7996" cy="7996"/>
            </a:xfrm>
            <a:custGeom>
              <a:avLst/>
              <a:gdLst>
                <a:gd name="connsiteX0" fmla="*/ 5997 w 7995"/>
                <a:gd name="connsiteY0" fmla="*/ 6596 h 7995"/>
                <a:gd name="connsiteX1" fmla="*/ 5997 w 7995"/>
                <a:gd name="connsiteY1" fmla="*/ 6596 h 7995"/>
                <a:gd name="connsiteX2" fmla="*/ 5997 w 7995"/>
                <a:gd name="connsiteY2" fmla="*/ 6596 h 7995"/>
                <a:gd name="connsiteX3" fmla="*/ 5997 w 7995"/>
                <a:gd name="connsiteY3" fmla="*/ 6596 h 7995"/>
                <a:gd name="connsiteX4" fmla="*/ 5997 w 7995"/>
                <a:gd name="connsiteY4" fmla="*/ 6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5997" y="6596"/>
                  </a:moveTo>
                  <a:cubicBezTo>
                    <a:pt x="5997" y="6596"/>
                    <a:pt x="6796" y="6596"/>
                    <a:pt x="5997" y="6596"/>
                  </a:cubicBezTo>
                  <a:cubicBezTo>
                    <a:pt x="6796" y="5797"/>
                    <a:pt x="5997" y="5797"/>
                    <a:pt x="5997" y="6596"/>
                  </a:cubicBezTo>
                  <a:cubicBezTo>
                    <a:pt x="5997" y="5797"/>
                    <a:pt x="5997" y="5797"/>
                    <a:pt x="5997" y="6596"/>
                  </a:cubicBezTo>
                  <a:cubicBezTo>
                    <a:pt x="5997" y="6596"/>
                    <a:pt x="5997" y="6596"/>
                    <a:pt x="5997" y="6596"/>
                  </a:cubicBezTo>
                  <a:close/>
                </a:path>
              </a:pathLst>
            </a:custGeom>
            <a:grp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ABCF0BE6-8E56-48EE-B1EF-65F65A93CF9C}"/>
                </a:ext>
              </a:extLst>
            </p:cNvPr>
            <p:cNvSpPr/>
            <p:nvPr/>
          </p:nvSpPr>
          <p:spPr>
            <a:xfrm>
              <a:off x="3213038" y="2362532"/>
              <a:ext cx="15991" cy="15991"/>
            </a:xfrm>
            <a:custGeom>
              <a:avLst/>
              <a:gdLst>
                <a:gd name="connsiteX0" fmla="*/ 10794 w 15991"/>
                <a:gd name="connsiteY0" fmla="*/ 8395 h 15991"/>
                <a:gd name="connsiteX1" fmla="*/ 8395 w 15991"/>
                <a:gd name="connsiteY1" fmla="*/ 10794 h 15991"/>
                <a:gd name="connsiteX2" fmla="*/ 5997 w 15991"/>
                <a:gd name="connsiteY2" fmla="*/ 8395 h 15991"/>
                <a:gd name="connsiteX3" fmla="*/ 8395 w 15991"/>
                <a:gd name="connsiteY3" fmla="*/ 5997 h 15991"/>
                <a:gd name="connsiteX4" fmla="*/ 10794 w 15991"/>
                <a:gd name="connsiteY4" fmla="*/ 8395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10794" y="8395"/>
                  </a:moveTo>
                  <a:cubicBezTo>
                    <a:pt x="10794" y="9720"/>
                    <a:pt x="9720" y="10794"/>
                    <a:pt x="8395" y="10794"/>
                  </a:cubicBezTo>
                  <a:cubicBezTo>
                    <a:pt x="7070" y="10794"/>
                    <a:pt x="5997" y="9720"/>
                    <a:pt x="5997" y="8395"/>
                  </a:cubicBezTo>
                  <a:cubicBezTo>
                    <a:pt x="5997" y="7071"/>
                    <a:pt x="7071" y="5997"/>
                    <a:pt x="8395" y="5997"/>
                  </a:cubicBezTo>
                  <a:cubicBezTo>
                    <a:pt x="9720" y="5997"/>
                    <a:pt x="10794" y="7071"/>
                    <a:pt x="10794" y="8395"/>
                  </a:cubicBezTo>
                  <a:close/>
                </a:path>
              </a:pathLst>
            </a:custGeom>
            <a:grp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2E7B65D5-6B22-44D5-B154-B4690616B91F}"/>
                </a:ext>
              </a:extLst>
            </p:cNvPr>
            <p:cNvSpPr/>
            <p:nvPr/>
          </p:nvSpPr>
          <p:spPr>
            <a:xfrm>
              <a:off x="3356158" y="2364931"/>
              <a:ext cx="7996" cy="7996"/>
            </a:xfrm>
            <a:custGeom>
              <a:avLst/>
              <a:gdLst>
                <a:gd name="connsiteX0" fmla="*/ 7596 w 7995"/>
                <a:gd name="connsiteY0" fmla="*/ 7596 h 7995"/>
                <a:gd name="connsiteX1" fmla="*/ 8395 w 7995"/>
                <a:gd name="connsiteY1" fmla="*/ 6796 h 7995"/>
                <a:gd name="connsiteX2" fmla="*/ 7596 w 7995"/>
                <a:gd name="connsiteY2" fmla="*/ 5997 h 7995"/>
                <a:gd name="connsiteX3" fmla="*/ 5997 w 7995"/>
                <a:gd name="connsiteY3" fmla="*/ 6796 h 7995"/>
                <a:gd name="connsiteX4" fmla="*/ 75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7596"/>
                  </a:moveTo>
                  <a:cubicBezTo>
                    <a:pt x="8395" y="7596"/>
                    <a:pt x="8395" y="7596"/>
                    <a:pt x="8395" y="6796"/>
                  </a:cubicBezTo>
                  <a:cubicBezTo>
                    <a:pt x="8395" y="5997"/>
                    <a:pt x="7596" y="5997"/>
                    <a:pt x="7596" y="5997"/>
                  </a:cubicBezTo>
                  <a:cubicBezTo>
                    <a:pt x="6797" y="5997"/>
                    <a:pt x="5997" y="5997"/>
                    <a:pt x="5997" y="6796"/>
                  </a:cubicBezTo>
                  <a:cubicBezTo>
                    <a:pt x="6797" y="6796"/>
                    <a:pt x="7596" y="7596"/>
                    <a:pt x="7596" y="7596"/>
                  </a:cubicBezTo>
                  <a:close/>
                </a:path>
              </a:pathLst>
            </a:custGeom>
            <a:grp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0A4DF01F-FAC5-4A18-8F8A-869963C25012}"/>
                </a:ext>
              </a:extLst>
            </p:cNvPr>
            <p:cNvSpPr/>
            <p:nvPr/>
          </p:nvSpPr>
          <p:spPr>
            <a:xfrm>
              <a:off x="3499278" y="2364931"/>
              <a:ext cx="7996" cy="7996"/>
            </a:xfrm>
            <a:custGeom>
              <a:avLst/>
              <a:gdLst>
                <a:gd name="connsiteX0" fmla="*/ 6796 w 7995"/>
                <a:gd name="connsiteY0" fmla="*/ 7596 h 7995"/>
                <a:gd name="connsiteX1" fmla="*/ 8395 w 7995"/>
                <a:gd name="connsiteY1" fmla="*/ 67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8395" y="7596"/>
                    <a:pt x="8395" y="6796"/>
                  </a:cubicBezTo>
                  <a:cubicBezTo>
                    <a:pt x="8395" y="5997"/>
                    <a:pt x="8395" y="5997"/>
                    <a:pt x="6796" y="5997"/>
                  </a:cubicBezTo>
                  <a:cubicBezTo>
                    <a:pt x="5997" y="5997"/>
                    <a:pt x="5997" y="5997"/>
                    <a:pt x="5997" y="6796"/>
                  </a:cubicBezTo>
                  <a:cubicBezTo>
                    <a:pt x="5997" y="6796"/>
                    <a:pt x="6796" y="7596"/>
                    <a:pt x="6796" y="7596"/>
                  </a:cubicBezTo>
                  <a:close/>
                </a:path>
              </a:pathLst>
            </a:custGeom>
            <a:grpFill/>
            <a:ln w="9525" cap="flat">
              <a:noFill/>
              <a:prstDash val="solid"/>
              <a:miter/>
            </a:ln>
          </p:spPr>
          <p:txBody>
            <a:bodyPr rtlCol="0" anchor="ctr"/>
            <a:lstStyle/>
            <a:p>
              <a:endParaRPr lang="en-US"/>
            </a:p>
          </p:txBody>
        </p:sp>
        <p:sp>
          <p:nvSpPr>
            <p:cNvPr id="496" name="Freeform: Shape 495">
              <a:extLst>
                <a:ext uri="{FF2B5EF4-FFF2-40B4-BE49-F238E27FC236}">
                  <a16:creationId xmlns:a16="http://schemas.microsoft.com/office/drawing/2014/main" id="{0E05FBB1-69F5-4B7C-99FE-9C6811DE8CA9}"/>
                </a:ext>
              </a:extLst>
            </p:cNvPr>
            <p:cNvSpPr/>
            <p:nvPr/>
          </p:nvSpPr>
          <p:spPr>
            <a:xfrm>
              <a:off x="1217548" y="2507251"/>
              <a:ext cx="7996" cy="7996"/>
            </a:xfrm>
            <a:custGeom>
              <a:avLst/>
              <a:gdLst>
                <a:gd name="connsiteX0" fmla="*/ 6596 w 7995"/>
                <a:gd name="connsiteY0" fmla="*/ 6796 h 7995"/>
                <a:gd name="connsiteX1" fmla="*/ 6596 w 7995"/>
                <a:gd name="connsiteY1" fmla="*/ 6796 h 7995"/>
                <a:gd name="connsiteX2" fmla="*/ 6596 w 7995"/>
                <a:gd name="connsiteY2" fmla="*/ 5997 h 7995"/>
                <a:gd name="connsiteX3" fmla="*/ 6596 w 7995"/>
                <a:gd name="connsiteY3" fmla="*/ 6796 h 7995"/>
                <a:gd name="connsiteX4" fmla="*/ 6596 w 7995"/>
                <a:gd name="connsiteY4" fmla="*/ 67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596" y="6796"/>
                  </a:moveTo>
                  <a:cubicBezTo>
                    <a:pt x="6596" y="6796"/>
                    <a:pt x="6596" y="6796"/>
                    <a:pt x="6596" y="6796"/>
                  </a:cubicBezTo>
                  <a:cubicBezTo>
                    <a:pt x="6596" y="5997"/>
                    <a:pt x="6596" y="5997"/>
                    <a:pt x="6596" y="5997"/>
                  </a:cubicBezTo>
                  <a:cubicBezTo>
                    <a:pt x="5797" y="5997"/>
                    <a:pt x="5797" y="5997"/>
                    <a:pt x="6596" y="6796"/>
                  </a:cubicBezTo>
                  <a:cubicBezTo>
                    <a:pt x="5797" y="6796"/>
                    <a:pt x="5797" y="6796"/>
                    <a:pt x="6596" y="6796"/>
                  </a:cubicBezTo>
                  <a:close/>
                </a:path>
              </a:pathLst>
            </a:custGeom>
            <a:grpFill/>
            <a:ln w="9525"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A0FE64C2-F08E-4FF5-8789-76474501162B}"/>
                </a:ext>
              </a:extLst>
            </p:cNvPr>
            <p:cNvSpPr/>
            <p:nvPr/>
          </p:nvSpPr>
          <p:spPr>
            <a:xfrm>
              <a:off x="1358870" y="250645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EB4104AF-15B2-40BD-9249-5B5A29211EC9}"/>
                </a:ext>
              </a:extLst>
            </p:cNvPr>
            <p:cNvSpPr/>
            <p:nvPr/>
          </p:nvSpPr>
          <p:spPr>
            <a:xfrm>
              <a:off x="1501990" y="250645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5997" y="9195"/>
                    <a:pt x="7596" y="9195"/>
                  </a:cubicBezTo>
                  <a:close/>
                </a:path>
              </a:pathLst>
            </a:custGeom>
            <a:grp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1F038E9C-FEFB-4177-AA3E-B283048D0BAB}"/>
                </a:ext>
              </a:extLst>
            </p:cNvPr>
            <p:cNvSpPr/>
            <p:nvPr/>
          </p:nvSpPr>
          <p:spPr>
            <a:xfrm>
              <a:off x="1644311" y="250645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0AED1645-F0ED-4F73-A4D1-B1B53D61CE2E}"/>
                </a:ext>
              </a:extLst>
            </p:cNvPr>
            <p:cNvSpPr/>
            <p:nvPr/>
          </p:nvSpPr>
          <p:spPr>
            <a:xfrm>
              <a:off x="1786631" y="250645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D8367878-A539-4634-9B8D-4F4CCBEC6C46}"/>
                </a:ext>
              </a:extLst>
            </p:cNvPr>
            <p:cNvSpPr/>
            <p:nvPr/>
          </p:nvSpPr>
          <p:spPr>
            <a:xfrm>
              <a:off x="1929752" y="2506452"/>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743C7685-497D-4987-8CE3-5648C2C5FF53}"/>
                </a:ext>
              </a:extLst>
            </p:cNvPr>
            <p:cNvSpPr/>
            <p:nvPr/>
          </p:nvSpPr>
          <p:spPr>
            <a:xfrm>
              <a:off x="2072073" y="2505652"/>
              <a:ext cx="15991" cy="15991"/>
            </a:xfrm>
            <a:custGeom>
              <a:avLst/>
              <a:gdLst>
                <a:gd name="connsiteX0" fmla="*/ 7596 w 15991"/>
                <a:gd name="connsiteY0" fmla="*/ 9994 h 15991"/>
                <a:gd name="connsiteX1" fmla="*/ 9994 w 15991"/>
                <a:gd name="connsiteY1" fmla="*/ 7596 h 15991"/>
                <a:gd name="connsiteX2" fmla="*/ 7596 w 15991"/>
                <a:gd name="connsiteY2" fmla="*/ 5997 h 15991"/>
                <a:gd name="connsiteX3" fmla="*/ 5997 w 15991"/>
                <a:gd name="connsiteY3" fmla="*/ 7596 h 15991"/>
                <a:gd name="connsiteX4" fmla="*/ 7596 w 15991"/>
                <a:gd name="connsiteY4" fmla="*/ 9994 h 15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91" h="15991">
                  <a:moveTo>
                    <a:pt x="7596" y="9994"/>
                  </a:moveTo>
                  <a:cubicBezTo>
                    <a:pt x="8395" y="9994"/>
                    <a:pt x="9994" y="9195"/>
                    <a:pt x="9994" y="7596"/>
                  </a:cubicBezTo>
                  <a:cubicBezTo>
                    <a:pt x="9994" y="6796"/>
                    <a:pt x="9195" y="5997"/>
                    <a:pt x="7596" y="5997"/>
                  </a:cubicBezTo>
                  <a:cubicBezTo>
                    <a:pt x="6796" y="5997"/>
                    <a:pt x="5997" y="6796"/>
                    <a:pt x="5997" y="7596"/>
                  </a:cubicBezTo>
                  <a:cubicBezTo>
                    <a:pt x="5997" y="9195"/>
                    <a:pt x="6796" y="9994"/>
                    <a:pt x="7596" y="9994"/>
                  </a:cubicBezTo>
                  <a:close/>
                </a:path>
              </a:pathLst>
            </a:custGeom>
            <a:grpFill/>
            <a:ln w="9525" cap="flat">
              <a:noFill/>
              <a:prstDash val="solid"/>
              <a:miter/>
            </a:ln>
          </p:spPr>
          <p:txBody>
            <a:bodyPr rtlCol="0" anchor="ctr"/>
            <a:lstStyle/>
            <a:p>
              <a:endParaRPr lang="en-US"/>
            </a:p>
          </p:txBody>
        </p:sp>
        <p:sp>
          <p:nvSpPr>
            <p:cNvPr id="503" name="Freeform: Shape 502">
              <a:extLst>
                <a:ext uri="{FF2B5EF4-FFF2-40B4-BE49-F238E27FC236}">
                  <a16:creationId xmlns:a16="http://schemas.microsoft.com/office/drawing/2014/main" id="{675AD2BF-7ED7-4860-A4E9-C4348269606E}"/>
                </a:ext>
              </a:extLst>
            </p:cNvPr>
            <p:cNvSpPr/>
            <p:nvPr/>
          </p:nvSpPr>
          <p:spPr>
            <a:xfrm>
              <a:off x="1359669" y="2649572"/>
              <a:ext cx="7996" cy="7996"/>
            </a:xfrm>
            <a:custGeom>
              <a:avLst/>
              <a:gdLst>
                <a:gd name="connsiteX0" fmla="*/ 6796 w 7995"/>
                <a:gd name="connsiteY0" fmla="*/ 7596 h 7995"/>
                <a:gd name="connsiteX1" fmla="*/ 6796 w 7995"/>
                <a:gd name="connsiteY1" fmla="*/ 7596 h 7995"/>
                <a:gd name="connsiteX2" fmla="*/ 6796 w 7995"/>
                <a:gd name="connsiteY2" fmla="*/ 5997 h 7995"/>
                <a:gd name="connsiteX3" fmla="*/ 5997 w 7995"/>
                <a:gd name="connsiteY3" fmla="*/ 6796 h 7995"/>
                <a:gd name="connsiteX4" fmla="*/ 6796 w 7995"/>
                <a:gd name="connsiteY4" fmla="*/ 7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796" y="7596"/>
                  </a:moveTo>
                  <a:cubicBezTo>
                    <a:pt x="7596" y="7596"/>
                    <a:pt x="7596" y="7596"/>
                    <a:pt x="6796" y="7596"/>
                  </a:cubicBezTo>
                  <a:cubicBezTo>
                    <a:pt x="7596" y="5997"/>
                    <a:pt x="6796" y="5997"/>
                    <a:pt x="6796" y="5997"/>
                  </a:cubicBezTo>
                  <a:cubicBezTo>
                    <a:pt x="6796" y="5997"/>
                    <a:pt x="5997" y="5997"/>
                    <a:pt x="5997" y="6796"/>
                  </a:cubicBezTo>
                  <a:cubicBezTo>
                    <a:pt x="5997" y="7596"/>
                    <a:pt x="6796" y="7596"/>
                    <a:pt x="6796" y="7596"/>
                  </a:cubicBezTo>
                  <a:close/>
                </a:path>
              </a:pathLst>
            </a:custGeom>
            <a:grpFill/>
            <a:ln w="9525" cap="flat">
              <a:noFill/>
              <a:prstDash val="solid"/>
              <a:miter/>
            </a:ln>
          </p:spPr>
          <p:txBody>
            <a:bodyPr rtlCol="0" anchor="ctr"/>
            <a:lstStyle/>
            <a:p>
              <a:endParaRPr lang="en-US"/>
            </a:p>
          </p:txBody>
        </p:sp>
        <p:sp>
          <p:nvSpPr>
            <p:cNvPr id="504" name="Freeform: Shape 503">
              <a:extLst>
                <a:ext uri="{FF2B5EF4-FFF2-40B4-BE49-F238E27FC236}">
                  <a16:creationId xmlns:a16="http://schemas.microsoft.com/office/drawing/2014/main" id="{F02356B2-5E1A-493C-BD48-5E3E0CE4E7B4}"/>
                </a:ext>
              </a:extLst>
            </p:cNvPr>
            <p:cNvSpPr/>
            <p:nvPr/>
          </p:nvSpPr>
          <p:spPr>
            <a:xfrm>
              <a:off x="1501990" y="264877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5997" y="9195"/>
                    <a:pt x="7596" y="9195"/>
                  </a:cubicBezTo>
                  <a:close/>
                </a:path>
              </a:pathLst>
            </a:custGeom>
            <a:grpFill/>
            <a:ln w="9525"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4F7FD0B3-32F4-410F-B4C1-9B7485D3DD19}"/>
                </a:ext>
              </a:extLst>
            </p:cNvPr>
            <p:cNvSpPr/>
            <p:nvPr/>
          </p:nvSpPr>
          <p:spPr>
            <a:xfrm>
              <a:off x="1644311" y="264877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506" name="Freeform: Shape 505">
              <a:extLst>
                <a:ext uri="{FF2B5EF4-FFF2-40B4-BE49-F238E27FC236}">
                  <a16:creationId xmlns:a16="http://schemas.microsoft.com/office/drawing/2014/main" id="{87C26AA0-1110-4CE6-941E-3B0B85F1393F}"/>
                </a:ext>
              </a:extLst>
            </p:cNvPr>
            <p:cNvSpPr/>
            <p:nvPr/>
          </p:nvSpPr>
          <p:spPr>
            <a:xfrm>
              <a:off x="1786631" y="2648773"/>
              <a:ext cx="7996" cy="7996"/>
            </a:xfrm>
            <a:custGeom>
              <a:avLst/>
              <a:gdLst>
                <a:gd name="connsiteX0" fmla="*/ 7596 w 7995"/>
                <a:gd name="connsiteY0" fmla="*/ 9195 h 7995"/>
                <a:gd name="connsiteX1" fmla="*/ 9195 w 7995"/>
                <a:gd name="connsiteY1" fmla="*/ 7596 h 7995"/>
                <a:gd name="connsiteX2" fmla="*/ 7596 w 7995"/>
                <a:gd name="connsiteY2" fmla="*/ 5997 h 7995"/>
                <a:gd name="connsiteX3" fmla="*/ 5997 w 7995"/>
                <a:gd name="connsiteY3" fmla="*/ 7596 h 7995"/>
                <a:gd name="connsiteX4" fmla="*/ 7596 w 7995"/>
                <a:gd name="connsiteY4" fmla="*/ 9195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7596" y="9195"/>
                  </a:moveTo>
                  <a:cubicBezTo>
                    <a:pt x="8395" y="9195"/>
                    <a:pt x="9195" y="8395"/>
                    <a:pt x="9195" y="7596"/>
                  </a:cubicBezTo>
                  <a:cubicBezTo>
                    <a:pt x="9195" y="6796"/>
                    <a:pt x="8395" y="5997"/>
                    <a:pt x="7596" y="5997"/>
                  </a:cubicBezTo>
                  <a:cubicBezTo>
                    <a:pt x="6796" y="5997"/>
                    <a:pt x="5997" y="6796"/>
                    <a:pt x="5997" y="7596"/>
                  </a:cubicBezTo>
                  <a:cubicBezTo>
                    <a:pt x="5997" y="8395"/>
                    <a:pt x="6796" y="9195"/>
                    <a:pt x="7596" y="9195"/>
                  </a:cubicBezTo>
                  <a:close/>
                </a:path>
              </a:pathLst>
            </a:custGeom>
            <a:grpFill/>
            <a:ln w="9525"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100A7BE4-AF4C-4D9D-A849-7F9A965D8A85}"/>
                </a:ext>
              </a:extLst>
            </p:cNvPr>
            <p:cNvSpPr/>
            <p:nvPr/>
          </p:nvSpPr>
          <p:spPr>
            <a:xfrm>
              <a:off x="1930996" y="2650571"/>
              <a:ext cx="7996" cy="7996"/>
            </a:xfrm>
            <a:custGeom>
              <a:avLst/>
              <a:gdLst>
                <a:gd name="connsiteX0" fmla="*/ 6352 w 7995"/>
                <a:gd name="connsiteY0" fmla="*/ 6596 h 7995"/>
                <a:gd name="connsiteX1" fmla="*/ 6352 w 7995"/>
                <a:gd name="connsiteY1" fmla="*/ 6596 h 7995"/>
                <a:gd name="connsiteX2" fmla="*/ 6352 w 7995"/>
                <a:gd name="connsiteY2" fmla="*/ 6596 h 7995"/>
                <a:gd name="connsiteX3" fmla="*/ 6352 w 7995"/>
                <a:gd name="connsiteY3" fmla="*/ 6596 h 7995"/>
                <a:gd name="connsiteX4" fmla="*/ 6352 w 7995"/>
                <a:gd name="connsiteY4" fmla="*/ 6596 h 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5" h="7995">
                  <a:moveTo>
                    <a:pt x="6352" y="6596"/>
                  </a:moveTo>
                  <a:cubicBezTo>
                    <a:pt x="6352" y="6596"/>
                    <a:pt x="6352" y="5797"/>
                    <a:pt x="6352" y="6596"/>
                  </a:cubicBezTo>
                  <a:cubicBezTo>
                    <a:pt x="6352" y="5797"/>
                    <a:pt x="6352" y="5797"/>
                    <a:pt x="6352" y="6596"/>
                  </a:cubicBezTo>
                  <a:cubicBezTo>
                    <a:pt x="6352" y="5797"/>
                    <a:pt x="5552" y="5797"/>
                    <a:pt x="6352" y="6596"/>
                  </a:cubicBezTo>
                  <a:cubicBezTo>
                    <a:pt x="5552" y="5797"/>
                    <a:pt x="6352" y="6596"/>
                    <a:pt x="6352" y="6596"/>
                  </a:cubicBezTo>
                  <a:close/>
                </a:path>
              </a:pathLst>
            </a:custGeom>
            <a:grpFill/>
            <a:ln w="9525" cap="flat">
              <a:noFill/>
              <a:prstDash val="solid"/>
              <a:miter/>
            </a:ln>
          </p:spPr>
          <p:txBody>
            <a:bodyPr rtlCol="0" anchor="ctr"/>
            <a:lstStyle/>
            <a:p>
              <a:endParaRPr lang="en-US"/>
            </a:p>
          </p:txBody>
        </p:sp>
      </p:grpSp>
      <p:pic>
        <p:nvPicPr>
          <p:cNvPr id="508" name="Picture 507" descr="A close up of a logo&#10;&#10;Description generated with high confidence">
            <a:extLst>
              <a:ext uri="{FF2B5EF4-FFF2-40B4-BE49-F238E27FC236}">
                <a16:creationId xmlns:a16="http://schemas.microsoft.com/office/drawing/2014/main" id="{4D9F4A6C-F9BD-44BB-B805-FD575E62299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flipH="1">
            <a:off x="6254481" y="0"/>
            <a:ext cx="5937519" cy="6858000"/>
          </a:xfrm>
          <a:prstGeom prst="rect">
            <a:avLst/>
          </a:prstGeom>
        </p:spPr>
      </p:pic>
      <p:pic>
        <p:nvPicPr>
          <p:cNvPr id="509" name="Picture 2" descr="C:\Users\HaLT15\Desktop\FPT Software Doc.png">
            <a:extLst>
              <a:ext uri="{FF2B5EF4-FFF2-40B4-BE49-F238E27FC236}">
                <a16:creationId xmlns:a16="http://schemas.microsoft.com/office/drawing/2014/main" id="{B6D6410E-4F84-4370-9277-5D874442DAFC}"/>
              </a:ext>
            </a:extLst>
          </p:cNvPr>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b="32751"/>
          <a:stretch/>
        </p:blipFill>
        <p:spPr bwMode="auto">
          <a:xfrm>
            <a:off x="665459" y="2211768"/>
            <a:ext cx="1391941" cy="881665"/>
          </a:xfrm>
          <a:prstGeom prst="rect">
            <a:avLst/>
          </a:prstGeom>
          <a:noFill/>
          <a:extLst>
            <a:ext uri="{909E8E84-426E-40DD-AFC4-6F175D3DCCD1}">
              <a14:hiddenFill xmlns:a14="http://schemas.microsoft.com/office/drawing/2010/main">
                <a:solidFill>
                  <a:srgbClr val="FFFFFF"/>
                </a:solidFill>
              </a14:hiddenFill>
            </a:ext>
          </a:extLst>
        </p:spPr>
      </p:pic>
      <p:cxnSp>
        <p:nvCxnSpPr>
          <p:cNvPr id="510" name="Straight Connector 509">
            <a:extLst>
              <a:ext uri="{FF2B5EF4-FFF2-40B4-BE49-F238E27FC236}">
                <a16:creationId xmlns:a16="http://schemas.microsoft.com/office/drawing/2014/main" id="{F93A0CFC-18AF-4498-A08B-364D145BC5E0}"/>
              </a:ext>
            </a:extLst>
          </p:cNvPr>
          <p:cNvCxnSpPr>
            <a:cxnSpLocks/>
          </p:cNvCxnSpPr>
          <p:nvPr userDrawn="1"/>
        </p:nvCxnSpPr>
        <p:spPr>
          <a:xfrm>
            <a:off x="609985" y="4125108"/>
            <a:ext cx="5488951" cy="0"/>
          </a:xfrm>
          <a:prstGeom prst="line">
            <a:avLst/>
          </a:prstGeom>
          <a:ln w="22225">
            <a:gradFill flip="none" rotWithShape="1">
              <a:gsLst>
                <a:gs pos="0">
                  <a:srgbClr val="010673"/>
                </a:gs>
                <a:gs pos="97000">
                  <a:srgbClr val="4F127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15" name="Text Placeholder 514">
            <a:extLst>
              <a:ext uri="{FF2B5EF4-FFF2-40B4-BE49-F238E27FC236}">
                <a16:creationId xmlns:a16="http://schemas.microsoft.com/office/drawing/2014/main" id="{8DE82C2A-88E3-4A84-9373-92647F312ED1}"/>
              </a:ext>
            </a:extLst>
          </p:cNvPr>
          <p:cNvSpPr>
            <a:spLocks noGrp="1"/>
          </p:cNvSpPr>
          <p:nvPr>
            <p:ph type="body" sz="quarter" idx="10" hasCustomPrompt="1"/>
          </p:nvPr>
        </p:nvSpPr>
        <p:spPr>
          <a:xfrm>
            <a:off x="581320" y="3250200"/>
            <a:ext cx="7725022" cy="840230"/>
          </a:xfrm>
          <a:prstGeom prst="rect">
            <a:avLst/>
          </a:prstGeom>
          <a:noFill/>
        </p:spPr>
        <p:txBody>
          <a:bodyPr wrap="square" rtlCol="0">
            <a:spAutoFit/>
          </a:bodyPr>
          <a:lstStyle>
            <a:lvl1pPr marL="0" indent="0">
              <a:buNone/>
              <a:defRPr lang="en-US" sz="5400" b="1" dirty="0">
                <a:gradFill>
                  <a:gsLst>
                    <a:gs pos="53000">
                      <a:srgbClr val="160976"/>
                    </a:gs>
                    <a:gs pos="84000">
                      <a:srgbClr val="010673"/>
                    </a:gs>
                    <a:gs pos="0">
                      <a:srgbClr val="4F127F">
                        <a:alpha val="90000"/>
                      </a:srgbClr>
                    </a:gs>
                  </a:gsLst>
                  <a:lin ang="8400000" scaled="0"/>
                </a:gradFill>
                <a:latin typeface="Segoe UI Black" panose="020B0A02040204020203" pitchFamily="34" charset="0"/>
                <a:ea typeface="Segoe UI Black" panose="020B0A02040204020203" pitchFamily="34" charset="0"/>
                <a:cs typeface="iCiel Gotham Black" pitchFamily="50" charset="0"/>
              </a:defRPr>
            </a:lvl1pPr>
          </a:lstStyle>
          <a:p>
            <a:pPr marL="0" lvl="0"/>
            <a:r>
              <a:rPr lang="en-US" dirty="0"/>
              <a:t>TITLE</a:t>
            </a:r>
          </a:p>
        </p:txBody>
      </p:sp>
      <p:sp>
        <p:nvSpPr>
          <p:cNvPr id="517" name="Text Placeholder 514">
            <a:extLst>
              <a:ext uri="{FF2B5EF4-FFF2-40B4-BE49-F238E27FC236}">
                <a16:creationId xmlns:a16="http://schemas.microsoft.com/office/drawing/2014/main" id="{0453F32D-3AA5-440C-A610-ACE869528275}"/>
              </a:ext>
            </a:extLst>
          </p:cNvPr>
          <p:cNvSpPr>
            <a:spLocks noGrp="1"/>
          </p:cNvSpPr>
          <p:nvPr>
            <p:ph type="body" sz="quarter" idx="11" hasCustomPrompt="1"/>
          </p:nvPr>
        </p:nvSpPr>
        <p:spPr>
          <a:xfrm>
            <a:off x="547043" y="4246500"/>
            <a:ext cx="6517818" cy="590931"/>
          </a:xfrm>
          <a:prstGeom prst="rect">
            <a:avLst/>
          </a:prstGeom>
        </p:spPr>
        <p:txBody>
          <a:bodyPr wrap="square">
            <a:spAutoFit/>
          </a:bodyPr>
          <a:lstStyle>
            <a:lvl1pPr marL="0" indent="0">
              <a:buNone/>
              <a:defRPr lang="en-US" sz="3600" dirty="0">
                <a:gradFill>
                  <a:gsLst>
                    <a:gs pos="53000">
                      <a:srgbClr val="160976"/>
                    </a:gs>
                    <a:gs pos="84000">
                      <a:srgbClr val="010673"/>
                    </a:gs>
                    <a:gs pos="0">
                      <a:srgbClr val="4F127F">
                        <a:alpha val="90000"/>
                      </a:srgbClr>
                    </a:gs>
                  </a:gsLst>
                  <a:lin ang="8400000" scaled="0"/>
                </a:gradFill>
                <a:latin typeface="Segoe UI Light" panose="020B0502040204020203" pitchFamily="34" charset="0"/>
                <a:ea typeface="Segoe UI Black" panose="020B0A02040204020203" pitchFamily="34" charset="0"/>
                <a:cs typeface="Segoe UI Light" panose="020B0502040204020203" pitchFamily="34" charset="0"/>
              </a:defRPr>
            </a:lvl1pPr>
          </a:lstStyle>
          <a:p>
            <a:pPr marL="0" lvl="0"/>
            <a:r>
              <a:rPr lang="en-US" dirty="0"/>
              <a:t>SUBTITLE</a:t>
            </a:r>
          </a:p>
        </p:txBody>
      </p:sp>
      <p:sp>
        <p:nvSpPr>
          <p:cNvPr id="518" name="TextBox 517">
            <a:extLst>
              <a:ext uri="{FF2B5EF4-FFF2-40B4-BE49-F238E27FC236}">
                <a16:creationId xmlns:a16="http://schemas.microsoft.com/office/drawing/2014/main" id="{098E416D-34E1-46BD-866F-39968CBF0B8F}"/>
              </a:ext>
            </a:extLst>
          </p:cNvPr>
          <p:cNvSpPr txBox="1"/>
          <p:nvPr userDrawn="1"/>
        </p:nvSpPr>
        <p:spPr>
          <a:xfrm>
            <a:off x="-20" y="5148590"/>
            <a:ext cx="3429020" cy="246221"/>
          </a:xfrm>
          <a:prstGeom prst="rect">
            <a:avLst/>
          </a:prstGeom>
          <a:solidFill>
            <a:srgbClr val="36365C"/>
          </a:soli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endParaRPr lang="en-US" sz="1600" dirty="0">
              <a:solidFill>
                <a:schemeClr val="bg1"/>
              </a:solidFill>
            </a:endParaRPr>
          </a:p>
        </p:txBody>
      </p:sp>
      <p:sp>
        <p:nvSpPr>
          <p:cNvPr id="520" name="Text Placeholder 514">
            <a:extLst>
              <a:ext uri="{FF2B5EF4-FFF2-40B4-BE49-F238E27FC236}">
                <a16:creationId xmlns:a16="http://schemas.microsoft.com/office/drawing/2014/main" id="{736DAC40-BEA6-4FDF-9969-8687A039B003}"/>
              </a:ext>
            </a:extLst>
          </p:cNvPr>
          <p:cNvSpPr>
            <a:spLocks noGrp="1"/>
          </p:cNvSpPr>
          <p:nvPr>
            <p:ph type="body" sz="quarter" idx="12" hasCustomPrompt="1"/>
          </p:nvPr>
        </p:nvSpPr>
        <p:spPr>
          <a:xfrm>
            <a:off x="574770" y="5142320"/>
            <a:ext cx="2825579" cy="258532"/>
          </a:xfrm>
          <a:prstGeom prst="rect">
            <a:avLst/>
          </a:prstGeom>
        </p:spPr>
        <p:txBody>
          <a:bodyPr wrap="square">
            <a:spAutoFit/>
          </a:bodyPr>
          <a:lstStyle>
            <a:lvl1pPr marL="0" indent="0" algn="r">
              <a:buNone/>
              <a:defRPr lang="en-US" sz="1200" dirty="0">
                <a:solidFill>
                  <a:schemeClr val="bg1"/>
                </a:solidFill>
                <a:latin typeface="Segoe UI Light" panose="020B0502040204020203" pitchFamily="34" charset="0"/>
                <a:cs typeface="Segoe UI Light" panose="020B0502040204020203" pitchFamily="34" charset="0"/>
              </a:defRPr>
            </a:lvl1pPr>
          </a:lstStyle>
          <a:p>
            <a:pPr marL="0" lvl="0" algn="r"/>
            <a:r>
              <a:rPr lang="en-US" dirty="0"/>
              <a:t>Presenter name | March 19, 2014</a:t>
            </a:r>
          </a:p>
        </p:txBody>
      </p:sp>
    </p:spTree>
    <p:extLst>
      <p:ext uri="{BB962C8B-B14F-4D97-AF65-F5344CB8AC3E}">
        <p14:creationId xmlns:p14="http://schemas.microsoft.com/office/powerpoint/2010/main" val="975415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 descr="C:\Users\HaLT15\Desktop\FPT Software Doc.png">
            <a:extLst>
              <a:ext uri="{FF2B5EF4-FFF2-40B4-BE49-F238E27FC236}">
                <a16:creationId xmlns:a16="http://schemas.microsoft.com/office/drawing/2014/main" id="{B08A818D-E5F6-49BA-82A1-1F7946267F06}"/>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b="32751"/>
          <a:stretch/>
        </p:blipFill>
        <p:spPr bwMode="auto">
          <a:xfrm>
            <a:off x="924951" y="3215146"/>
            <a:ext cx="675249" cy="42770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5714F7D-F238-4C31-B7F7-07F7119FBD50}"/>
              </a:ext>
            </a:extLst>
          </p:cNvPr>
          <p:cNvSpPr txBox="1"/>
          <p:nvPr userDrawn="1"/>
        </p:nvSpPr>
        <p:spPr>
          <a:xfrm>
            <a:off x="0" y="5230509"/>
            <a:ext cx="94680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endParaRPr lang="en-US" sz="1600" dirty="0">
              <a:solidFill>
                <a:schemeClr val="bg1"/>
              </a:solidFill>
            </a:endParaRPr>
          </a:p>
        </p:txBody>
      </p:sp>
      <p:sp>
        <p:nvSpPr>
          <p:cNvPr id="9" name="TextBox 8">
            <a:extLst>
              <a:ext uri="{FF2B5EF4-FFF2-40B4-BE49-F238E27FC236}">
                <a16:creationId xmlns:a16="http://schemas.microsoft.com/office/drawing/2014/main" id="{BFE62112-97B5-4E71-B6EB-D10B5564CDBE}"/>
              </a:ext>
            </a:extLst>
          </p:cNvPr>
          <p:cNvSpPr txBox="1"/>
          <p:nvPr userDrawn="1"/>
        </p:nvSpPr>
        <p:spPr>
          <a:xfrm>
            <a:off x="914400" y="3832494"/>
            <a:ext cx="685800" cy="1416015"/>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no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endParaRPr lang="en-US" sz="1600" dirty="0">
              <a:solidFill>
                <a:schemeClr val="bg1"/>
              </a:solidFill>
            </a:endParaRPr>
          </a:p>
        </p:txBody>
      </p:sp>
      <p:grpSp>
        <p:nvGrpSpPr>
          <p:cNvPr id="10" name="Group 9">
            <a:extLst>
              <a:ext uri="{FF2B5EF4-FFF2-40B4-BE49-F238E27FC236}">
                <a16:creationId xmlns:a16="http://schemas.microsoft.com/office/drawing/2014/main" id="{4BC3DC56-3FFB-4E30-8C36-2D172B86D8D7}"/>
              </a:ext>
            </a:extLst>
          </p:cNvPr>
          <p:cNvGrpSpPr/>
          <p:nvPr userDrawn="1"/>
        </p:nvGrpSpPr>
        <p:grpSpPr>
          <a:xfrm>
            <a:off x="1257299" y="0"/>
            <a:ext cx="2171702" cy="3073232"/>
            <a:chOff x="1257299" y="0"/>
            <a:chExt cx="2171702" cy="3073232"/>
          </a:xfrm>
        </p:grpSpPr>
        <p:grpSp>
          <p:nvGrpSpPr>
            <p:cNvPr id="11" name="Graphic 2">
              <a:extLst>
                <a:ext uri="{FF2B5EF4-FFF2-40B4-BE49-F238E27FC236}">
                  <a16:creationId xmlns:a16="http://schemas.microsoft.com/office/drawing/2014/main" id="{136A6FC0-1CFD-4579-B49E-005752F75162}"/>
                </a:ext>
              </a:extLst>
            </p:cNvPr>
            <p:cNvGrpSpPr/>
            <p:nvPr/>
          </p:nvGrpSpPr>
          <p:grpSpPr>
            <a:xfrm rot="5400000">
              <a:off x="806534" y="450765"/>
              <a:ext cx="3073232" cy="2171702"/>
              <a:chOff x="2085975" y="595312"/>
              <a:chExt cx="8020050" cy="5667375"/>
            </a:xfrm>
            <a:gradFill>
              <a:gsLst>
                <a:gs pos="53000">
                  <a:srgbClr val="160976"/>
                </a:gs>
                <a:gs pos="84000">
                  <a:srgbClr val="010673"/>
                </a:gs>
                <a:gs pos="0">
                  <a:srgbClr val="4F127F">
                    <a:alpha val="90000"/>
                  </a:srgbClr>
                </a:gs>
              </a:gsLst>
              <a:lin ang="8400000" scaled="0"/>
            </a:gradFill>
          </p:grpSpPr>
          <p:sp>
            <p:nvSpPr>
              <p:cNvPr id="132" name="Freeform: Shape 131">
                <a:extLst>
                  <a:ext uri="{FF2B5EF4-FFF2-40B4-BE49-F238E27FC236}">
                    <a16:creationId xmlns:a16="http://schemas.microsoft.com/office/drawing/2014/main" id="{9A4FD289-0A1F-46B3-84CD-C2CB4A9E4C73}"/>
                  </a:ext>
                </a:extLst>
              </p:cNvPr>
              <p:cNvSpPr/>
              <p:nvPr/>
            </p:nvSpPr>
            <p:spPr>
              <a:xfrm>
                <a:off x="10086499" y="232171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E8B0FE35-584A-4234-97D7-263CA9261037}"/>
                  </a:ext>
                </a:extLst>
              </p:cNvPr>
              <p:cNvSpPr/>
              <p:nvPr/>
            </p:nvSpPr>
            <p:spPr>
              <a:xfrm>
                <a:off x="10086499" y="252364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47B5598C-5B97-4CFB-A95E-BAC7445DA514}"/>
                  </a:ext>
                </a:extLst>
              </p:cNvPr>
              <p:cNvSpPr/>
              <p:nvPr/>
            </p:nvSpPr>
            <p:spPr>
              <a:xfrm>
                <a:off x="10086499" y="272557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38132B1-FD98-49FE-9A14-5478FAFF6042}"/>
                  </a:ext>
                </a:extLst>
              </p:cNvPr>
              <p:cNvSpPr/>
              <p:nvPr/>
            </p:nvSpPr>
            <p:spPr>
              <a:xfrm>
                <a:off x="10086499" y="292846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0CF77BB1-F794-400C-BD17-E720F91D72AF}"/>
                  </a:ext>
                </a:extLst>
              </p:cNvPr>
              <p:cNvSpPr/>
              <p:nvPr/>
            </p:nvSpPr>
            <p:spPr>
              <a:xfrm>
                <a:off x="10086499" y="313039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3363E336-C439-4D41-AE5D-04676E3A861E}"/>
                  </a:ext>
                </a:extLst>
              </p:cNvPr>
              <p:cNvSpPr/>
              <p:nvPr/>
            </p:nvSpPr>
            <p:spPr>
              <a:xfrm>
                <a:off x="10086499" y="333232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2BFC5E0-1473-4188-88D1-B82C5D2AA3E0}"/>
                  </a:ext>
                </a:extLst>
              </p:cNvPr>
              <p:cNvSpPr/>
              <p:nvPr/>
            </p:nvSpPr>
            <p:spPr>
              <a:xfrm>
                <a:off x="10086499" y="353425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68F59E8D-1245-4143-B724-30B9FC81568B}"/>
                  </a:ext>
                </a:extLst>
              </p:cNvPr>
              <p:cNvSpPr/>
              <p:nvPr/>
            </p:nvSpPr>
            <p:spPr>
              <a:xfrm>
                <a:off x="10086499" y="373713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1147128C-D6EE-42FC-8453-42D89AD9B3B9}"/>
                  </a:ext>
                </a:extLst>
              </p:cNvPr>
              <p:cNvSpPr/>
              <p:nvPr/>
            </p:nvSpPr>
            <p:spPr>
              <a:xfrm>
                <a:off x="10086499" y="393906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D1863308-9423-4913-9A31-D27CBD5A9595}"/>
                  </a:ext>
                </a:extLst>
              </p:cNvPr>
              <p:cNvSpPr/>
              <p:nvPr/>
            </p:nvSpPr>
            <p:spPr>
              <a:xfrm>
                <a:off x="10086499" y="414099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769586A6-E903-47A7-B970-20437B964FCC}"/>
                  </a:ext>
                </a:extLst>
              </p:cNvPr>
              <p:cNvSpPr/>
              <p:nvPr/>
            </p:nvSpPr>
            <p:spPr>
              <a:xfrm>
                <a:off x="10086499" y="434292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58354BC-8E76-4440-8E3F-CE74792F2766}"/>
                  </a:ext>
                </a:extLst>
              </p:cNvPr>
              <p:cNvSpPr/>
              <p:nvPr/>
            </p:nvSpPr>
            <p:spPr>
              <a:xfrm>
                <a:off x="10086499" y="4545806"/>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BC46B2D7-2796-4FD1-AD58-7867A824AE86}"/>
                  </a:ext>
                </a:extLst>
              </p:cNvPr>
              <p:cNvSpPr/>
              <p:nvPr/>
            </p:nvSpPr>
            <p:spPr>
              <a:xfrm>
                <a:off x="9883616" y="232076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9D8FAC80-D0F4-4F3F-876E-ED8732277F3C}"/>
                  </a:ext>
                </a:extLst>
              </p:cNvPr>
              <p:cNvSpPr/>
              <p:nvPr/>
            </p:nvSpPr>
            <p:spPr>
              <a:xfrm>
                <a:off x="9883616" y="252269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C99C427-009F-4138-B660-9A19E22B9D09}"/>
                  </a:ext>
                </a:extLst>
              </p:cNvPr>
              <p:cNvSpPr/>
              <p:nvPr/>
            </p:nvSpPr>
            <p:spPr>
              <a:xfrm>
                <a:off x="9883616" y="272462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9B1A1561-B6DB-4A5C-8AD9-D3D14A59854F}"/>
                  </a:ext>
                </a:extLst>
              </p:cNvPr>
              <p:cNvSpPr/>
              <p:nvPr/>
            </p:nvSpPr>
            <p:spPr>
              <a:xfrm>
                <a:off x="9883616" y="292750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A68A0D7F-604C-495C-9B04-A4245AE7FB08}"/>
                  </a:ext>
                </a:extLst>
              </p:cNvPr>
              <p:cNvSpPr/>
              <p:nvPr/>
            </p:nvSpPr>
            <p:spPr>
              <a:xfrm>
                <a:off x="9883616" y="312943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025A96ED-45BB-4206-AED3-3E87653DF7FD}"/>
                  </a:ext>
                </a:extLst>
              </p:cNvPr>
              <p:cNvSpPr/>
              <p:nvPr/>
            </p:nvSpPr>
            <p:spPr>
              <a:xfrm>
                <a:off x="9883616" y="333136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8A254FFE-39B3-450B-944D-50C2B704FE5A}"/>
                  </a:ext>
                </a:extLst>
              </p:cNvPr>
              <p:cNvSpPr/>
              <p:nvPr/>
            </p:nvSpPr>
            <p:spPr>
              <a:xfrm>
                <a:off x="9883616" y="353329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B203D471-BA3F-40C6-8070-1E4C1ACEF5FD}"/>
                  </a:ext>
                </a:extLst>
              </p:cNvPr>
              <p:cNvSpPr/>
              <p:nvPr/>
            </p:nvSpPr>
            <p:spPr>
              <a:xfrm>
                <a:off x="9883616" y="373618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9B639355-6513-48A3-8E42-9AB75645B860}"/>
                  </a:ext>
                </a:extLst>
              </p:cNvPr>
              <p:cNvSpPr/>
              <p:nvPr/>
            </p:nvSpPr>
            <p:spPr>
              <a:xfrm>
                <a:off x="9883616" y="393811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3CD826E4-4420-4326-AD2D-6F7508833942}"/>
                  </a:ext>
                </a:extLst>
              </p:cNvPr>
              <p:cNvSpPr/>
              <p:nvPr/>
            </p:nvSpPr>
            <p:spPr>
              <a:xfrm>
                <a:off x="9883616" y="4140041"/>
                <a:ext cx="9525" cy="9525"/>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5655F7BC-0BF2-45E7-846D-B64691067082}"/>
                  </a:ext>
                </a:extLst>
              </p:cNvPr>
              <p:cNvSpPr/>
              <p:nvPr/>
            </p:nvSpPr>
            <p:spPr>
              <a:xfrm>
                <a:off x="9883616" y="434197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D8A45654-CA90-4C25-9AC7-C643D817B24A}"/>
                  </a:ext>
                </a:extLst>
              </p:cNvPr>
              <p:cNvSpPr/>
              <p:nvPr/>
            </p:nvSpPr>
            <p:spPr>
              <a:xfrm>
                <a:off x="9883616" y="4544853"/>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25DC8E7E-43C6-49D7-AD7C-F7BF9CD0D5DF}"/>
                  </a:ext>
                </a:extLst>
              </p:cNvPr>
              <p:cNvSpPr/>
              <p:nvPr/>
            </p:nvSpPr>
            <p:spPr>
              <a:xfrm>
                <a:off x="9679781" y="231886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D5EF59EC-C778-4CE5-A194-924BFC6FA065}"/>
                  </a:ext>
                </a:extLst>
              </p:cNvPr>
              <p:cNvSpPr/>
              <p:nvPr/>
            </p:nvSpPr>
            <p:spPr>
              <a:xfrm>
                <a:off x="9679781" y="252079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002179CF-BB74-4DAA-B998-640C66FABC35}"/>
                  </a:ext>
                </a:extLst>
              </p:cNvPr>
              <p:cNvSpPr/>
              <p:nvPr/>
            </p:nvSpPr>
            <p:spPr>
              <a:xfrm>
                <a:off x="9679781" y="272272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209382E2-7AA6-4C54-BF38-890BE3E4A014}"/>
                  </a:ext>
                </a:extLst>
              </p:cNvPr>
              <p:cNvSpPr/>
              <p:nvPr/>
            </p:nvSpPr>
            <p:spPr>
              <a:xfrm>
                <a:off x="9679781" y="2926556"/>
                <a:ext cx="19050" cy="19050"/>
              </a:xfrm>
              <a:custGeom>
                <a:avLst/>
                <a:gdLst>
                  <a:gd name="connsiteX0" fmla="*/ 7144 w 19050"/>
                  <a:gd name="connsiteY0" fmla="*/ 10001 h 19050"/>
                  <a:gd name="connsiteX1" fmla="*/ 10954 w 19050"/>
                  <a:gd name="connsiteY1" fmla="*/ 13811 h 19050"/>
                  <a:gd name="connsiteX2" fmla="*/ 14764 w 19050"/>
                  <a:gd name="connsiteY2" fmla="*/ 10001 h 19050"/>
                  <a:gd name="connsiteX3" fmla="*/ 10954 w 19050"/>
                  <a:gd name="connsiteY3" fmla="*/ 7144 h 19050"/>
                  <a:gd name="connsiteX4" fmla="*/ 7144 w 19050"/>
                  <a:gd name="connsiteY4" fmla="*/ 1000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0001"/>
                    </a:moveTo>
                    <a:cubicBezTo>
                      <a:pt x="7144" y="11906"/>
                      <a:pt x="9049" y="13811"/>
                      <a:pt x="10954" y="13811"/>
                    </a:cubicBezTo>
                    <a:cubicBezTo>
                      <a:pt x="12859" y="13811"/>
                      <a:pt x="14764" y="11906"/>
                      <a:pt x="14764" y="10001"/>
                    </a:cubicBezTo>
                    <a:cubicBezTo>
                      <a:pt x="14764" y="8096"/>
                      <a:pt x="12859" y="7144"/>
                      <a:pt x="10954" y="7144"/>
                    </a:cubicBezTo>
                    <a:cubicBezTo>
                      <a:pt x="9049" y="7144"/>
                      <a:pt x="7144" y="8096"/>
                      <a:pt x="7144" y="1000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A6560796-160D-4B51-AFB0-328F2262D326}"/>
                  </a:ext>
                </a:extLst>
              </p:cNvPr>
              <p:cNvSpPr/>
              <p:nvPr/>
            </p:nvSpPr>
            <p:spPr>
              <a:xfrm>
                <a:off x="9679781" y="312753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9BBF70DD-74BB-4DD7-BB20-8E0C29995425}"/>
                  </a:ext>
                </a:extLst>
              </p:cNvPr>
              <p:cNvSpPr/>
              <p:nvPr/>
            </p:nvSpPr>
            <p:spPr>
              <a:xfrm>
                <a:off x="9679781" y="332946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63D3A261-0505-4100-9431-3D52269DC3E2}"/>
                  </a:ext>
                </a:extLst>
              </p:cNvPr>
              <p:cNvSpPr/>
              <p:nvPr/>
            </p:nvSpPr>
            <p:spPr>
              <a:xfrm>
                <a:off x="9679781" y="353139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1A593273-6C4D-497A-ADD3-57C923BE0F35}"/>
                  </a:ext>
                </a:extLst>
              </p:cNvPr>
              <p:cNvSpPr/>
              <p:nvPr/>
            </p:nvSpPr>
            <p:spPr>
              <a:xfrm>
                <a:off x="9679781" y="373427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33B4729C-07B0-4874-AE98-BF8A2EFDDF90}"/>
                  </a:ext>
                </a:extLst>
              </p:cNvPr>
              <p:cNvSpPr/>
              <p:nvPr/>
            </p:nvSpPr>
            <p:spPr>
              <a:xfrm>
                <a:off x="9679781" y="393620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DB87ACD5-7680-4DC4-A556-18EBA3D0B333}"/>
                  </a:ext>
                </a:extLst>
              </p:cNvPr>
              <p:cNvSpPr/>
              <p:nvPr/>
            </p:nvSpPr>
            <p:spPr>
              <a:xfrm>
                <a:off x="9679781" y="413813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50216115-23D8-4E23-9EA7-E8E7CDA2F814}"/>
                  </a:ext>
                </a:extLst>
              </p:cNvPr>
              <p:cNvSpPr/>
              <p:nvPr/>
            </p:nvSpPr>
            <p:spPr>
              <a:xfrm>
                <a:off x="9679781" y="434006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5AFB33B9-E1DF-4663-87CA-3024CB7D8E89}"/>
                  </a:ext>
                </a:extLst>
              </p:cNvPr>
              <p:cNvSpPr/>
              <p:nvPr/>
            </p:nvSpPr>
            <p:spPr>
              <a:xfrm>
                <a:off x="9679781" y="4542948"/>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1A8862CD-1D69-4E6F-BBE4-AAB1C43CDB04}"/>
                  </a:ext>
                </a:extLst>
              </p:cNvPr>
              <p:cNvSpPr/>
              <p:nvPr/>
            </p:nvSpPr>
            <p:spPr>
              <a:xfrm>
                <a:off x="9476899" y="231790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0E818D54-87EB-48DE-960A-B03C4FEE4578}"/>
                  </a:ext>
                </a:extLst>
              </p:cNvPr>
              <p:cNvSpPr/>
              <p:nvPr/>
            </p:nvSpPr>
            <p:spPr>
              <a:xfrm>
                <a:off x="9476899" y="251983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3F113336-6E53-42ED-820F-CAB39B396FB4}"/>
                  </a:ext>
                </a:extLst>
              </p:cNvPr>
              <p:cNvSpPr/>
              <p:nvPr/>
            </p:nvSpPr>
            <p:spPr>
              <a:xfrm>
                <a:off x="9476899" y="272176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B43E7D73-7880-4C55-8923-7AD90D0C4BC9}"/>
                  </a:ext>
                </a:extLst>
              </p:cNvPr>
              <p:cNvSpPr/>
              <p:nvPr/>
            </p:nvSpPr>
            <p:spPr>
              <a:xfrm>
                <a:off x="9476899" y="292465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141A5939-786F-49E0-8286-5E60980E8936}"/>
                  </a:ext>
                </a:extLst>
              </p:cNvPr>
              <p:cNvSpPr/>
              <p:nvPr/>
            </p:nvSpPr>
            <p:spPr>
              <a:xfrm>
                <a:off x="9476899" y="312658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BE257870-F9C8-4C21-85BA-A5BBBF263089}"/>
                  </a:ext>
                </a:extLst>
              </p:cNvPr>
              <p:cNvSpPr/>
              <p:nvPr/>
            </p:nvSpPr>
            <p:spPr>
              <a:xfrm>
                <a:off x="9476899" y="332851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98CE742F-72F1-4045-8194-7ED88B17E2F6}"/>
                  </a:ext>
                </a:extLst>
              </p:cNvPr>
              <p:cNvSpPr/>
              <p:nvPr/>
            </p:nvSpPr>
            <p:spPr>
              <a:xfrm>
                <a:off x="9476899" y="353044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8519B9C3-1B37-45C9-89E4-8AB0D3E90528}"/>
                  </a:ext>
                </a:extLst>
              </p:cNvPr>
              <p:cNvSpPr/>
              <p:nvPr/>
            </p:nvSpPr>
            <p:spPr>
              <a:xfrm>
                <a:off x="9476899" y="373332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CBDDB0C3-6070-4464-B86E-3EE77C5380B0}"/>
                  </a:ext>
                </a:extLst>
              </p:cNvPr>
              <p:cNvSpPr/>
              <p:nvPr/>
            </p:nvSpPr>
            <p:spPr>
              <a:xfrm>
                <a:off x="9476899" y="393525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9F288F4-C614-4FDF-94B1-0F315B179ECB}"/>
                  </a:ext>
                </a:extLst>
              </p:cNvPr>
              <p:cNvSpPr/>
              <p:nvPr/>
            </p:nvSpPr>
            <p:spPr>
              <a:xfrm>
                <a:off x="9476899" y="413718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1F31D8D3-EEF3-495D-A045-79E68EBD0EAD}"/>
                  </a:ext>
                </a:extLst>
              </p:cNvPr>
              <p:cNvSpPr/>
              <p:nvPr/>
            </p:nvSpPr>
            <p:spPr>
              <a:xfrm>
                <a:off x="9476899" y="433911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B626A31-CC67-411F-85FD-B140505184BF}"/>
                  </a:ext>
                </a:extLst>
              </p:cNvPr>
              <p:cNvSpPr/>
              <p:nvPr/>
            </p:nvSpPr>
            <p:spPr>
              <a:xfrm>
                <a:off x="9476899" y="4541996"/>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4329D06E-97C0-40BD-9146-F7013E1FF2A7}"/>
                  </a:ext>
                </a:extLst>
              </p:cNvPr>
              <p:cNvSpPr/>
              <p:nvPr/>
            </p:nvSpPr>
            <p:spPr>
              <a:xfrm>
                <a:off x="9272111" y="231600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72AE133B-682B-4FB8-8826-1126E1DC83F5}"/>
                  </a:ext>
                </a:extLst>
              </p:cNvPr>
              <p:cNvSpPr/>
              <p:nvPr/>
            </p:nvSpPr>
            <p:spPr>
              <a:xfrm>
                <a:off x="9272111" y="251793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C787EA8B-83B3-413E-990F-7AF87DEF4704}"/>
                  </a:ext>
                </a:extLst>
              </p:cNvPr>
              <p:cNvSpPr/>
              <p:nvPr/>
            </p:nvSpPr>
            <p:spPr>
              <a:xfrm>
                <a:off x="9272111" y="271986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AAD0075E-1435-4DF9-8BC8-D3ECBBE94582}"/>
                  </a:ext>
                </a:extLst>
              </p:cNvPr>
              <p:cNvSpPr/>
              <p:nvPr/>
            </p:nvSpPr>
            <p:spPr>
              <a:xfrm>
                <a:off x="9272111" y="292274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BB26670D-0B3C-46BC-8654-F95556DD94B6}"/>
                  </a:ext>
                </a:extLst>
              </p:cNvPr>
              <p:cNvSpPr/>
              <p:nvPr/>
            </p:nvSpPr>
            <p:spPr>
              <a:xfrm>
                <a:off x="9272111" y="312467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90E0D1FC-0E47-4F4F-AA1D-5784B404733B}"/>
                  </a:ext>
                </a:extLst>
              </p:cNvPr>
              <p:cNvSpPr/>
              <p:nvPr/>
            </p:nvSpPr>
            <p:spPr>
              <a:xfrm>
                <a:off x="9272111" y="332660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F8333B3-E65D-438F-AAE9-F14F6B8A3CB6}"/>
                  </a:ext>
                </a:extLst>
              </p:cNvPr>
              <p:cNvSpPr/>
              <p:nvPr/>
            </p:nvSpPr>
            <p:spPr>
              <a:xfrm>
                <a:off x="9272111" y="352853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7AD539BE-992C-435A-BE2B-83732B16202D}"/>
                  </a:ext>
                </a:extLst>
              </p:cNvPr>
              <p:cNvSpPr/>
              <p:nvPr/>
            </p:nvSpPr>
            <p:spPr>
              <a:xfrm>
                <a:off x="9272111" y="373141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05F8CB66-AB30-4F72-84E0-5F288D0AD035}"/>
                  </a:ext>
                </a:extLst>
              </p:cNvPr>
              <p:cNvSpPr/>
              <p:nvPr/>
            </p:nvSpPr>
            <p:spPr>
              <a:xfrm>
                <a:off x="9272111" y="393334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53990265-FE7E-40F8-8F34-595B3B86774C}"/>
                  </a:ext>
                </a:extLst>
              </p:cNvPr>
              <p:cNvSpPr/>
              <p:nvPr/>
            </p:nvSpPr>
            <p:spPr>
              <a:xfrm>
                <a:off x="9272111" y="413527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A6DCDF08-84D9-4A06-8281-E8D2EC09DDFD}"/>
                  </a:ext>
                </a:extLst>
              </p:cNvPr>
              <p:cNvSpPr/>
              <p:nvPr/>
            </p:nvSpPr>
            <p:spPr>
              <a:xfrm>
                <a:off x="9272111" y="433720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C9EB80F3-F433-4FDC-A471-DBC06EC9F123}"/>
                  </a:ext>
                </a:extLst>
              </p:cNvPr>
              <p:cNvSpPr/>
              <p:nvPr/>
            </p:nvSpPr>
            <p:spPr>
              <a:xfrm>
                <a:off x="9272111" y="4540091"/>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A637FB9C-C64D-4D6F-A598-946002DE67B5}"/>
                  </a:ext>
                </a:extLst>
              </p:cNvPr>
              <p:cNvSpPr/>
              <p:nvPr/>
            </p:nvSpPr>
            <p:spPr>
              <a:xfrm>
                <a:off x="9068276" y="231409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0F22C628-BF88-46D0-91D7-72E98F8BAFD5}"/>
                  </a:ext>
                </a:extLst>
              </p:cNvPr>
              <p:cNvSpPr/>
              <p:nvPr/>
            </p:nvSpPr>
            <p:spPr>
              <a:xfrm>
                <a:off x="9068276" y="251602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7F0238F3-2926-48C1-8B43-7CF303E6139E}"/>
                  </a:ext>
                </a:extLst>
              </p:cNvPr>
              <p:cNvSpPr/>
              <p:nvPr/>
            </p:nvSpPr>
            <p:spPr>
              <a:xfrm>
                <a:off x="9068276" y="271795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CB06910F-13A1-4F29-A1D4-7DE143421C11}"/>
                  </a:ext>
                </a:extLst>
              </p:cNvPr>
              <p:cNvSpPr/>
              <p:nvPr/>
            </p:nvSpPr>
            <p:spPr>
              <a:xfrm>
                <a:off x="9068276" y="292084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A1751CB-9104-4022-8292-211D1426D9B2}"/>
                  </a:ext>
                </a:extLst>
              </p:cNvPr>
              <p:cNvSpPr/>
              <p:nvPr/>
            </p:nvSpPr>
            <p:spPr>
              <a:xfrm>
                <a:off x="9068276" y="312277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D2324707-286B-4209-904C-2CE93FBE88F1}"/>
                  </a:ext>
                </a:extLst>
              </p:cNvPr>
              <p:cNvSpPr/>
              <p:nvPr/>
            </p:nvSpPr>
            <p:spPr>
              <a:xfrm>
                <a:off x="9068276" y="332470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9925A765-ED44-4449-9671-C30D121C05AE}"/>
                  </a:ext>
                </a:extLst>
              </p:cNvPr>
              <p:cNvSpPr/>
              <p:nvPr/>
            </p:nvSpPr>
            <p:spPr>
              <a:xfrm>
                <a:off x="9068276" y="352663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D174327D-607C-43F6-8ADC-0A3145586599}"/>
                  </a:ext>
                </a:extLst>
              </p:cNvPr>
              <p:cNvSpPr/>
              <p:nvPr/>
            </p:nvSpPr>
            <p:spPr>
              <a:xfrm>
                <a:off x="9068276" y="372951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AB63F241-9666-4289-9273-0E3E1479D16C}"/>
                  </a:ext>
                </a:extLst>
              </p:cNvPr>
              <p:cNvSpPr/>
              <p:nvPr/>
            </p:nvSpPr>
            <p:spPr>
              <a:xfrm>
                <a:off x="9068276" y="393144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922E357B-2448-422A-9BE5-1638620309C1}"/>
                  </a:ext>
                </a:extLst>
              </p:cNvPr>
              <p:cNvSpPr/>
              <p:nvPr/>
            </p:nvSpPr>
            <p:spPr>
              <a:xfrm>
                <a:off x="9068276" y="413337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B92C324B-ADDA-4423-9007-BC4C9832A554}"/>
                  </a:ext>
                </a:extLst>
              </p:cNvPr>
              <p:cNvSpPr/>
              <p:nvPr/>
            </p:nvSpPr>
            <p:spPr>
              <a:xfrm>
                <a:off x="9068276" y="433530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D458553B-B5C5-4781-BEC1-94F47A34704C}"/>
                  </a:ext>
                </a:extLst>
              </p:cNvPr>
              <p:cNvSpPr/>
              <p:nvPr/>
            </p:nvSpPr>
            <p:spPr>
              <a:xfrm>
                <a:off x="9068276" y="4538186"/>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C7E3E349-2960-4482-B7A5-FE7287FC3E98}"/>
                  </a:ext>
                </a:extLst>
              </p:cNvPr>
              <p:cNvSpPr/>
              <p:nvPr/>
            </p:nvSpPr>
            <p:spPr>
              <a:xfrm>
                <a:off x="8864441" y="231219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06F5BED6-F685-43DE-AC02-3BD38B25C2D6}"/>
                  </a:ext>
                </a:extLst>
              </p:cNvPr>
              <p:cNvSpPr/>
              <p:nvPr/>
            </p:nvSpPr>
            <p:spPr>
              <a:xfrm>
                <a:off x="8864441" y="251412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588C9015-E694-484C-8747-6F6D64049FB0}"/>
                  </a:ext>
                </a:extLst>
              </p:cNvPr>
              <p:cNvSpPr/>
              <p:nvPr/>
            </p:nvSpPr>
            <p:spPr>
              <a:xfrm>
                <a:off x="8864441" y="271605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F5E83FEB-4514-4E40-814D-CB57922F4712}"/>
                  </a:ext>
                </a:extLst>
              </p:cNvPr>
              <p:cNvSpPr/>
              <p:nvPr/>
            </p:nvSpPr>
            <p:spPr>
              <a:xfrm>
                <a:off x="8864441" y="291893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667A8E61-491D-4429-A8BE-0F53E3A0B880}"/>
                  </a:ext>
                </a:extLst>
              </p:cNvPr>
              <p:cNvSpPr/>
              <p:nvPr/>
            </p:nvSpPr>
            <p:spPr>
              <a:xfrm>
                <a:off x="8864441" y="312086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BF881857-5F9F-40D4-91C6-422708DD17E0}"/>
                  </a:ext>
                </a:extLst>
              </p:cNvPr>
              <p:cNvSpPr/>
              <p:nvPr/>
            </p:nvSpPr>
            <p:spPr>
              <a:xfrm>
                <a:off x="8864441" y="332279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E772F149-389D-443A-AA75-2123CAF1E772}"/>
                  </a:ext>
                </a:extLst>
              </p:cNvPr>
              <p:cNvSpPr/>
              <p:nvPr/>
            </p:nvSpPr>
            <p:spPr>
              <a:xfrm>
                <a:off x="8864441" y="352472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5EAD212C-5972-4E07-A196-28B80F8A2621}"/>
                  </a:ext>
                </a:extLst>
              </p:cNvPr>
              <p:cNvSpPr/>
              <p:nvPr/>
            </p:nvSpPr>
            <p:spPr>
              <a:xfrm>
                <a:off x="8864441" y="372760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22F74D47-A98E-49A1-AB29-91D51E2753B8}"/>
                  </a:ext>
                </a:extLst>
              </p:cNvPr>
              <p:cNvSpPr/>
              <p:nvPr/>
            </p:nvSpPr>
            <p:spPr>
              <a:xfrm>
                <a:off x="8864441" y="392953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B0D0331-9A41-4B0B-9D29-2A2C3B1108CA}"/>
                  </a:ext>
                </a:extLst>
              </p:cNvPr>
              <p:cNvSpPr/>
              <p:nvPr/>
            </p:nvSpPr>
            <p:spPr>
              <a:xfrm>
                <a:off x="8864441" y="413146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64441473-3965-4F5B-A3EC-80D1C9BF7C20}"/>
                  </a:ext>
                </a:extLst>
              </p:cNvPr>
              <p:cNvSpPr/>
              <p:nvPr/>
            </p:nvSpPr>
            <p:spPr>
              <a:xfrm>
                <a:off x="8864441" y="433339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DEB249D8-E961-4088-9996-F691121689DA}"/>
                  </a:ext>
                </a:extLst>
              </p:cNvPr>
              <p:cNvSpPr/>
              <p:nvPr/>
            </p:nvSpPr>
            <p:spPr>
              <a:xfrm>
                <a:off x="8864441" y="4536281"/>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65CF42B8-07F0-4219-9DA7-38E2901A3EE2}"/>
                  </a:ext>
                </a:extLst>
              </p:cNvPr>
              <p:cNvSpPr/>
              <p:nvPr/>
            </p:nvSpPr>
            <p:spPr>
              <a:xfrm>
                <a:off x="8661559" y="231124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2C4EF9E3-ECC5-43C5-9A7F-39F8EC81E93A}"/>
                  </a:ext>
                </a:extLst>
              </p:cNvPr>
              <p:cNvSpPr/>
              <p:nvPr/>
            </p:nvSpPr>
            <p:spPr>
              <a:xfrm>
                <a:off x="8661559" y="251317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47A1EA4F-E386-46FE-A918-458A8B13FACE}"/>
                  </a:ext>
                </a:extLst>
              </p:cNvPr>
              <p:cNvSpPr/>
              <p:nvPr/>
            </p:nvSpPr>
            <p:spPr>
              <a:xfrm>
                <a:off x="8661559" y="271510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12EB1823-D0D6-45B7-89F5-0EE491BC790C}"/>
                  </a:ext>
                </a:extLst>
              </p:cNvPr>
              <p:cNvSpPr/>
              <p:nvPr/>
            </p:nvSpPr>
            <p:spPr>
              <a:xfrm>
                <a:off x="8661559" y="291798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59BB1D0F-DAE9-443C-817D-1473E07BC45C}"/>
                  </a:ext>
                </a:extLst>
              </p:cNvPr>
              <p:cNvSpPr/>
              <p:nvPr/>
            </p:nvSpPr>
            <p:spPr>
              <a:xfrm>
                <a:off x="8661559" y="311991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7299BE73-E3A0-4D40-AF63-A0B325F4D43F}"/>
                  </a:ext>
                </a:extLst>
              </p:cNvPr>
              <p:cNvSpPr/>
              <p:nvPr/>
            </p:nvSpPr>
            <p:spPr>
              <a:xfrm>
                <a:off x="8661559" y="332184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F233159-2AC5-4CAC-B367-E0035758F79F}"/>
                  </a:ext>
                </a:extLst>
              </p:cNvPr>
              <p:cNvSpPr/>
              <p:nvPr/>
            </p:nvSpPr>
            <p:spPr>
              <a:xfrm>
                <a:off x="8661559" y="352377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A7CD763B-EACE-4A6E-82C9-F2C60153E649}"/>
                  </a:ext>
                </a:extLst>
              </p:cNvPr>
              <p:cNvSpPr/>
              <p:nvPr/>
            </p:nvSpPr>
            <p:spPr>
              <a:xfrm>
                <a:off x="8661559" y="372665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76093DFB-509A-4A3A-AF98-0D2AFA772A6A}"/>
                  </a:ext>
                </a:extLst>
              </p:cNvPr>
              <p:cNvSpPr/>
              <p:nvPr/>
            </p:nvSpPr>
            <p:spPr>
              <a:xfrm>
                <a:off x="8661559" y="392858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304E4B3-C1FF-4D99-A7D6-67D801ACFBA6}"/>
                  </a:ext>
                </a:extLst>
              </p:cNvPr>
              <p:cNvSpPr/>
              <p:nvPr/>
            </p:nvSpPr>
            <p:spPr>
              <a:xfrm>
                <a:off x="8661559" y="413051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E12583D7-C443-4B2C-B0E6-07F05F961D5E}"/>
                  </a:ext>
                </a:extLst>
              </p:cNvPr>
              <p:cNvSpPr/>
              <p:nvPr/>
            </p:nvSpPr>
            <p:spPr>
              <a:xfrm>
                <a:off x="8661559" y="433244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888CB486-3346-4D84-ACB2-1AC0FEB3AB26}"/>
                  </a:ext>
                </a:extLst>
              </p:cNvPr>
              <p:cNvSpPr/>
              <p:nvPr/>
            </p:nvSpPr>
            <p:spPr>
              <a:xfrm>
                <a:off x="8661559" y="4535328"/>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148B209B-C882-4F42-BA22-B8B519B966C5}"/>
                  </a:ext>
                </a:extLst>
              </p:cNvPr>
              <p:cNvSpPr/>
              <p:nvPr/>
            </p:nvSpPr>
            <p:spPr>
              <a:xfrm>
                <a:off x="8456771" y="230933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2786E738-85E6-4B43-8A41-71DA9285680F}"/>
                  </a:ext>
                </a:extLst>
              </p:cNvPr>
              <p:cNvSpPr/>
              <p:nvPr/>
            </p:nvSpPr>
            <p:spPr>
              <a:xfrm>
                <a:off x="8456771" y="251126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98167A09-7AF3-44E6-884F-D8EC1219CC07}"/>
                  </a:ext>
                </a:extLst>
              </p:cNvPr>
              <p:cNvSpPr/>
              <p:nvPr/>
            </p:nvSpPr>
            <p:spPr>
              <a:xfrm>
                <a:off x="8456771" y="271319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0CE39A39-1961-4706-8757-FB0639C65719}"/>
                  </a:ext>
                </a:extLst>
              </p:cNvPr>
              <p:cNvSpPr/>
              <p:nvPr/>
            </p:nvSpPr>
            <p:spPr>
              <a:xfrm>
                <a:off x="8456771" y="2915987"/>
                <a:ext cx="38100" cy="38100"/>
              </a:xfrm>
              <a:custGeom>
                <a:avLst/>
                <a:gdLst>
                  <a:gd name="connsiteX0" fmla="*/ 7144 w 38100"/>
                  <a:gd name="connsiteY0" fmla="*/ 20570 h 38100"/>
                  <a:gd name="connsiteX1" fmla="*/ 20479 w 38100"/>
                  <a:gd name="connsiteY1" fmla="*/ 33905 h 38100"/>
                  <a:gd name="connsiteX2" fmla="*/ 33814 w 38100"/>
                  <a:gd name="connsiteY2" fmla="*/ 20570 h 38100"/>
                  <a:gd name="connsiteX3" fmla="*/ 20479 w 38100"/>
                  <a:gd name="connsiteY3" fmla="*/ 7235 h 38100"/>
                  <a:gd name="connsiteX4" fmla="*/ 7144 w 38100"/>
                  <a:gd name="connsiteY4" fmla="*/ 2057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7144" y="20570"/>
                    </a:moveTo>
                    <a:cubicBezTo>
                      <a:pt x="7144" y="28190"/>
                      <a:pt x="12859" y="33905"/>
                      <a:pt x="20479" y="33905"/>
                    </a:cubicBezTo>
                    <a:cubicBezTo>
                      <a:pt x="28099" y="33905"/>
                      <a:pt x="33814" y="28190"/>
                      <a:pt x="33814" y="20570"/>
                    </a:cubicBezTo>
                    <a:cubicBezTo>
                      <a:pt x="33814" y="12950"/>
                      <a:pt x="28099" y="7235"/>
                      <a:pt x="20479" y="7235"/>
                    </a:cubicBezTo>
                    <a:cubicBezTo>
                      <a:pt x="13811" y="6282"/>
                      <a:pt x="7144" y="12950"/>
                      <a:pt x="7144" y="20570"/>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26AFD6CF-288F-4F79-960A-784B7ACF6D04}"/>
                  </a:ext>
                </a:extLst>
              </p:cNvPr>
              <p:cNvSpPr/>
              <p:nvPr/>
            </p:nvSpPr>
            <p:spPr>
              <a:xfrm>
                <a:off x="8456771" y="311800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E753E661-DB06-4B76-81EA-4A1F284F1A4E}"/>
                  </a:ext>
                </a:extLst>
              </p:cNvPr>
              <p:cNvSpPr/>
              <p:nvPr/>
            </p:nvSpPr>
            <p:spPr>
              <a:xfrm>
                <a:off x="8456771" y="331993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D6B5E6C1-0787-404D-958F-A15D3E65205E}"/>
                  </a:ext>
                </a:extLst>
              </p:cNvPr>
              <p:cNvSpPr/>
              <p:nvPr/>
            </p:nvSpPr>
            <p:spPr>
              <a:xfrm>
                <a:off x="8456771" y="352186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B6BE3CF4-4588-40EF-9C0E-13C546C18B7E}"/>
                  </a:ext>
                </a:extLst>
              </p:cNvPr>
              <p:cNvSpPr/>
              <p:nvPr/>
            </p:nvSpPr>
            <p:spPr>
              <a:xfrm>
                <a:off x="8456771" y="372475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B77699B7-F79A-4782-BE6A-8EE93FA5A3D8}"/>
                  </a:ext>
                </a:extLst>
              </p:cNvPr>
              <p:cNvSpPr/>
              <p:nvPr/>
            </p:nvSpPr>
            <p:spPr>
              <a:xfrm>
                <a:off x="8456771" y="392668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A18634F1-21E7-410D-8525-99CD4F917E8F}"/>
                  </a:ext>
                </a:extLst>
              </p:cNvPr>
              <p:cNvSpPr/>
              <p:nvPr/>
            </p:nvSpPr>
            <p:spPr>
              <a:xfrm>
                <a:off x="8456771" y="412861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75D080DB-009A-4119-89F9-C3C22AD3C960}"/>
                  </a:ext>
                </a:extLst>
              </p:cNvPr>
              <p:cNvSpPr/>
              <p:nvPr/>
            </p:nvSpPr>
            <p:spPr>
              <a:xfrm>
                <a:off x="8456771" y="433054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EE0CD6ED-3355-4EC0-899B-B9135EFA152A}"/>
                  </a:ext>
                </a:extLst>
              </p:cNvPr>
              <p:cNvSpPr/>
              <p:nvPr/>
            </p:nvSpPr>
            <p:spPr>
              <a:xfrm>
                <a:off x="8456771" y="4533423"/>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2A3EE30A-4A3A-4769-9326-0F12B391C1A8}"/>
                  </a:ext>
                </a:extLst>
              </p:cNvPr>
              <p:cNvSpPr/>
              <p:nvPr/>
            </p:nvSpPr>
            <p:spPr>
              <a:xfrm>
                <a:off x="8252936" y="230743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8A58D56F-E063-4CFD-A70D-10E3DC94C370}"/>
                  </a:ext>
                </a:extLst>
              </p:cNvPr>
              <p:cNvSpPr/>
              <p:nvPr/>
            </p:nvSpPr>
            <p:spPr>
              <a:xfrm>
                <a:off x="8252936" y="250936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64F83340-D038-476B-AC4C-E70EDAC13072}"/>
                  </a:ext>
                </a:extLst>
              </p:cNvPr>
              <p:cNvSpPr/>
              <p:nvPr/>
            </p:nvSpPr>
            <p:spPr>
              <a:xfrm>
                <a:off x="8252936" y="271129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7F54328A-E75F-43CA-8934-FCAC07482104}"/>
                  </a:ext>
                </a:extLst>
              </p:cNvPr>
              <p:cNvSpPr/>
              <p:nvPr/>
            </p:nvSpPr>
            <p:spPr>
              <a:xfrm>
                <a:off x="8252936" y="291417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285E884D-D852-4A5F-AA61-BBFBBF04313B}"/>
                  </a:ext>
                </a:extLst>
              </p:cNvPr>
              <p:cNvSpPr/>
              <p:nvPr/>
            </p:nvSpPr>
            <p:spPr>
              <a:xfrm>
                <a:off x="8252936" y="311610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65214C3D-EA85-4A9F-9227-A7EDEECC2EBC}"/>
                  </a:ext>
                </a:extLst>
              </p:cNvPr>
              <p:cNvSpPr/>
              <p:nvPr/>
            </p:nvSpPr>
            <p:spPr>
              <a:xfrm>
                <a:off x="8252936" y="331803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C6F6B6A9-B135-4976-A15A-60EE0B860B17}"/>
                  </a:ext>
                </a:extLst>
              </p:cNvPr>
              <p:cNvSpPr/>
              <p:nvPr/>
            </p:nvSpPr>
            <p:spPr>
              <a:xfrm>
                <a:off x="8252936" y="351996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F8565CA8-B747-40EE-93CA-4E3CE138D277}"/>
                  </a:ext>
                </a:extLst>
              </p:cNvPr>
              <p:cNvSpPr/>
              <p:nvPr/>
            </p:nvSpPr>
            <p:spPr>
              <a:xfrm>
                <a:off x="8252936" y="372284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8B2164F6-644F-47D4-A0F8-41037555CAB4}"/>
                  </a:ext>
                </a:extLst>
              </p:cNvPr>
              <p:cNvSpPr/>
              <p:nvPr/>
            </p:nvSpPr>
            <p:spPr>
              <a:xfrm>
                <a:off x="8252936" y="392477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3B6BF9DA-2A77-409C-9E07-5DC7454BC675}"/>
                  </a:ext>
                </a:extLst>
              </p:cNvPr>
              <p:cNvSpPr/>
              <p:nvPr/>
            </p:nvSpPr>
            <p:spPr>
              <a:xfrm>
                <a:off x="8252936" y="412670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0CB27BBC-E4DF-452C-A88A-D2E7CF1845AB}"/>
                  </a:ext>
                </a:extLst>
              </p:cNvPr>
              <p:cNvSpPr/>
              <p:nvPr/>
            </p:nvSpPr>
            <p:spPr>
              <a:xfrm>
                <a:off x="8252936" y="432863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4DC1A9E7-E87B-4C1A-A137-12869CACBF2C}"/>
                  </a:ext>
                </a:extLst>
              </p:cNvPr>
              <p:cNvSpPr/>
              <p:nvPr/>
            </p:nvSpPr>
            <p:spPr>
              <a:xfrm>
                <a:off x="8252936" y="4531518"/>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27417D-EF23-4A3D-AF47-E0A3A53BE5BE}"/>
                  </a:ext>
                </a:extLst>
              </p:cNvPr>
              <p:cNvSpPr/>
              <p:nvPr/>
            </p:nvSpPr>
            <p:spPr>
              <a:xfrm>
                <a:off x="8049101" y="230552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0E658546-32BE-4D08-ACFC-FE05E6E24D6F}"/>
                  </a:ext>
                </a:extLst>
              </p:cNvPr>
              <p:cNvSpPr/>
              <p:nvPr/>
            </p:nvSpPr>
            <p:spPr>
              <a:xfrm>
                <a:off x="8049101" y="250745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A78788F2-AE5B-46BA-8699-2A289A7468BB}"/>
                  </a:ext>
                </a:extLst>
              </p:cNvPr>
              <p:cNvSpPr/>
              <p:nvPr/>
            </p:nvSpPr>
            <p:spPr>
              <a:xfrm>
                <a:off x="8049101" y="270938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0854D4A-44E5-42BE-9036-4D05F1B9021D}"/>
                  </a:ext>
                </a:extLst>
              </p:cNvPr>
              <p:cNvSpPr/>
              <p:nvPr/>
            </p:nvSpPr>
            <p:spPr>
              <a:xfrm>
                <a:off x="8049101" y="291226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68D4F7C2-994D-4D2C-818A-701FCA12914F}"/>
                  </a:ext>
                </a:extLst>
              </p:cNvPr>
              <p:cNvSpPr/>
              <p:nvPr/>
            </p:nvSpPr>
            <p:spPr>
              <a:xfrm>
                <a:off x="8049101" y="311419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AD93400-5F96-4FA2-B4DF-0AA5EB21C2D9}"/>
                  </a:ext>
                </a:extLst>
              </p:cNvPr>
              <p:cNvSpPr/>
              <p:nvPr/>
            </p:nvSpPr>
            <p:spPr>
              <a:xfrm>
                <a:off x="8049101" y="331612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60CAF05F-2F09-469A-8104-D37C15C1B000}"/>
                  </a:ext>
                </a:extLst>
              </p:cNvPr>
              <p:cNvSpPr/>
              <p:nvPr/>
            </p:nvSpPr>
            <p:spPr>
              <a:xfrm>
                <a:off x="8049101" y="351805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B1B43F14-F4C5-47ED-87D8-9AC9F0704C01}"/>
                  </a:ext>
                </a:extLst>
              </p:cNvPr>
              <p:cNvSpPr/>
              <p:nvPr/>
            </p:nvSpPr>
            <p:spPr>
              <a:xfrm>
                <a:off x="8049101" y="372094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25E116DF-BB74-4BC8-9A7B-FB3AAC4BF4D8}"/>
                  </a:ext>
                </a:extLst>
              </p:cNvPr>
              <p:cNvSpPr/>
              <p:nvPr/>
            </p:nvSpPr>
            <p:spPr>
              <a:xfrm>
                <a:off x="8049101" y="392287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2BC90A89-575A-4C0E-A3F7-E30871F0E52A}"/>
                  </a:ext>
                </a:extLst>
              </p:cNvPr>
              <p:cNvSpPr/>
              <p:nvPr/>
            </p:nvSpPr>
            <p:spPr>
              <a:xfrm>
                <a:off x="8049101" y="412480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6C2E6794-E706-4EEA-8391-13E53AAD9BF9}"/>
                  </a:ext>
                </a:extLst>
              </p:cNvPr>
              <p:cNvSpPr/>
              <p:nvPr/>
            </p:nvSpPr>
            <p:spPr>
              <a:xfrm>
                <a:off x="8049101" y="432673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A52DD0B7-8ABA-4677-B846-B537B08E46D3}"/>
                  </a:ext>
                </a:extLst>
              </p:cNvPr>
              <p:cNvSpPr/>
              <p:nvPr/>
            </p:nvSpPr>
            <p:spPr>
              <a:xfrm>
                <a:off x="8049101" y="4529613"/>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B39C6958-F7D2-4304-8504-4CF8A2C24727}"/>
                  </a:ext>
                </a:extLst>
              </p:cNvPr>
              <p:cNvSpPr/>
              <p:nvPr/>
            </p:nvSpPr>
            <p:spPr>
              <a:xfrm>
                <a:off x="7846219" y="230457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29541BF1-4258-4098-B21C-C3462072788F}"/>
                  </a:ext>
                </a:extLst>
              </p:cNvPr>
              <p:cNvSpPr/>
              <p:nvPr/>
            </p:nvSpPr>
            <p:spPr>
              <a:xfrm>
                <a:off x="7846219" y="250650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A2FF412-F840-4768-9EDC-E11397DB33BF}"/>
                  </a:ext>
                </a:extLst>
              </p:cNvPr>
              <p:cNvSpPr/>
              <p:nvPr/>
            </p:nvSpPr>
            <p:spPr>
              <a:xfrm>
                <a:off x="7846219" y="270843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D6B6766C-135C-43D4-97E6-74DF592A5FAB}"/>
                  </a:ext>
                </a:extLst>
              </p:cNvPr>
              <p:cNvSpPr/>
              <p:nvPr/>
            </p:nvSpPr>
            <p:spPr>
              <a:xfrm>
                <a:off x="7846219" y="291131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DCF2A8FB-0942-419A-9919-FE8784C92D6E}"/>
                  </a:ext>
                </a:extLst>
              </p:cNvPr>
              <p:cNvSpPr/>
              <p:nvPr/>
            </p:nvSpPr>
            <p:spPr>
              <a:xfrm>
                <a:off x="7846219" y="311324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AFC6F81D-59A2-4588-ABBD-E1E6673351C1}"/>
                  </a:ext>
                </a:extLst>
              </p:cNvPr>
              <p:cNvSpPr/>
              <p:nvPr/>
            </p:nvSpPr>
            <p:spPr>
              <a:xfrm>
                <a:off x="7846219" y="331517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168AF70E-8BFC-4295-AEC8-033802985378}"/>
                  </a:ext>
                </a:extLst>
              </p:cNvPr>
              <p:cNvSpPr/>
              <p:nvPr/>
            </p:nvSpPr>
            <p:spPr>
              <a:xfrm>
                <a:off x="7846219" y="351710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27765671-D5AC-42CC-81E9-B5888F6A5EB2}"/>
                  </a:ext>
                </a:extLst>
              </p:cNvPr>
              <p:cNvSpPr/>
              <p:nvPr/>
            </p:nvSpPr>
            <p:spPr>
              <a:xfrm>
                <a:off x="7846219" y="371998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C09D1FBF-48CB-442B-8A4F-910ED595D17A}"/>
                  </a:ext>
                </a:extLst>
              </p:cNvPr>
              <p:cNvSpPr/>
              <p:nvPr/>
            </p:nvSpPr>
            <p:spPr>
              <a:xfrm>
                <a:off x="7846219" y="392191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681C4FA4-4D5C-4665-8935-9E9408840B32}"/>
                  </a:ext>
                </a:extLst>
              </p:cNvPr>
              <p:cNvSpPr/>
              <p:nvPr/>
            </p:nvSpPr>
            <p:spPr>
              <a:xfrm>
                <a:off x="7846219" y="412384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5314E2E6-C9A4-4C84-8B7F-C450095C44CF}"/>
                  </a:ext>
                </a:extLst>
              </p:cNvPr>
              <p:cNvSpPr/>
              <p:nvPr/>
            </p:nvSpPr>
            <p:spPr>
              <a:xfrm>
                <a:off x="7846219" y="432577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11CC5E15-B998-40BC-9287-9302E2DD830C}"/>
                  </a:ext>
                </a:extLst>
              </p:cNvPr>
              <p:cNvSpPr/>
              <p:nvPr/>
            </p:nvSpPr>
            <p:spPr>
              <a:xfrm>
                <a:off x="7846219" y="4528661"/>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F3EAFAAE-76DD-46A9-B7B9-CBDB9E6DE233}"/>
                  </a:ext>
                </a:extLst>
              </p:cNvPr>
              <p:cNvSpPr/>
              <p:nvPr/>
            </p:nvSpPr>
            <p:spPr>
              <a:xfrm>
                <a:off x="7641431" y="230266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48DF5C8A-765D-46CE-80A8-076AB707FAA9}"/>
                  </a:ext>
                </a:extLst>
              </p:cNvPr>
              <p:cNvSpPr/>
              <p:nvPr/>
            </p:nvSpPr>
            <p:spPr>
              <a:xfrm>
                <a:off x="7641431" y="250459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3350B598-F494-4AEA-8F12-A6490C0FD740}"/>
                  </a:ext>
                </a:extLst>
              </p:cNvPr>
              <p:cNvSpPr/>
              <p:nvPr/>
            </p:nvSpPr>
            <p:spPr>
              <a:xfrm>
                <a:off x="7641431" y="270652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1BE12979-D8F1-47C9-9C97-9FBF754F0FF5}"/>
                  </a:ext>
                </a:extLst>
              </p:cNvPr>
              <p:cNvSpPr/>
              <p:nvPr/>
            </p:nvSpPr>
            <p:spPr>
              <a:xfrm>
                <a:off x="7641431" y="290941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C80F3742-CAB6-4BF6-B109-0732ECF8F851}"/>
                  </a:ext>
                </a:extLst>
              </p:cNvPr>
              <p:cNvSpPr/>
              <p:nvPr/>
            </p:nvSpPr>
            <p:spPr>
              <a:xfrm>
                <a:off x="7641431" y="311134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2268A804-3AF0-428C-9919-3BEB3C7F0C78}"/>
                  </a:ext>
                </a:extLst>
              </p:cNvPr>
              <p:cNvSpPr/>
              <p:nvPr/>
            </p:nvSpPr>
            <p:spPr>
              <a:xfrm>
                <a:off x="7641431" y="331327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BE1E6985-D17E-46E8-A9A1-0851007F35D1}"/>
                  </a:ext>
                </a:extLst>
              </p:cNvPr>
              <p:cNvSpPr/>
              <p:nvPr/>
            </p:nvSpPr>
            <p:spPr>
              <a:xfrm>
                <a:off x="7641431" y="351520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5425719C-BAA6-43BC-897F-14F585518C4A}"/>
                  </a:ext>
                </a:extLst>
              </p:cNvPr>
              <p:cNvSpPr/>
              <p:nvPr/>
            </p:nvSpPr>
            <p:spPr>
              <a:xfrm>
                <a:off x="7641431" y="371808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8EDE0BDF-5FBE-4671-9E6E-0419F4F6B1BD}"/>
                  </a:ext>
                </a:extLst>
              </p:cNvPr>
              <p:cNvSpPr/>
              <p:nvPr/>
            </p:nvSpPr>
            <p:spPr>
              <a:xfrm>
                <a:off x="7641431" y="392001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6A01DE2B-E87F-43F2-8CDA-19ECDCED79E1}"/>
                  </a:ext>
                </a:extLst>
              </p:cNvPr>
              <p:cNvSpPr/>
              <p:nvPr/>
            </p:nvSpPr>
            <p:spPr>
              <a:xfrm>
                <a:off x="7641431" y="412194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84E1B8C6-CCC1-4748-8B47-20EF9CB6A876}"/>
                  </a:ext>
                </a:extLst>
              </p:cNvPr>
              <p:cNvSpPr/>
              <p:nvPr/>
            </p:nvSpPr>
            <p:spPr>
              <a:xfrm>
                <a:off x="7641431" y="432387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E5DC819E-C1E7-4EED-82A9-D7955FCEB5C6}"/>
                  </a:ext>
                </a:extLst>
              </p:cNvPr>
              <p:cNvSpPr/>
              <p:nvPr/>
            </p:nvSpPr>
            <p:spPr>
              <a:xfrm>
                <a:off x="7641431" y="4526756"/>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5B8970FC-DF1F-460D-8BEF-765FE86695D6}"/>
                  </a:ext>
                </a:extLst>
              </p:cNvPr>
              <p:cNvSpPr/>
              <p:nvPr/>
            </p:nvSpPr>
            <p:spPr>
              <a:xfrm>
                <a:off x="7437596" y="230076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54102F50-C891-4C25-80FC-0B1C30713343}"/>
                  </a:ext>
                </a:extLst>
              </p:cNvPr>
              <p:cNvSpPr/>
              <p:nvPr/>
            </p:nvSpPr>
            <p:spPr>
              <a:xfrm>
                <a:off x="7437596" y="250269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3EC31F61-695B-4C48-9ADE-1F866F9BF92A}"/>
                  </a:ext>
                </a:extLst>
              </p:cNvPr>
              <p:cNvSpPr/>
              <p:nvPr/>
            </p:nvSpPr>
            <p:spPr>
              <a:xfrm>
                <a:off x="7437596" y="270462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797E3783-EEF0-4E62-AFB4-E43198436E9F}"/>
                  </a:ext>
                </a:extLst>
              </p:cNvPr>
              <p:cNvSpPr/>
              <p:nvPr/>
            </p:nvSpPr>
            <p:spPr>
              <a:xfrm>
                <a:off x="7437596" y="290750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DEC4AEFA-36EC-4F7E-AEDE-E0DE573776DD}"/>
                  </a:ext>
                </a:extLst>
              </p:cNvPr>
              <p:cNvSpPr/>
              <p:nvPr/>
            </p:nvSpPr>
            <p:spPr>
              <a:xfrm>
                <a:off x="7437596" y="310943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9D67A891-09DD-4EFD-BEDB-ECC31A865523}"/>
                  </a:ext>
                </a:extLst>
              </p:cNvPr>
              <p:cNvSpPr/>
              <p:nvPr/>
            </p:nvSpPr>
            <p:spPr>
              <a:xfrm>
                <a:off x="7437596" y="331136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08051EED-65B2-4C47-BC7E-D44DC772890B}"/>
                  </a:ext>
                </a:extLst>
              </p:cNvPr>
              <p:cNvSpPr/>
              <p:nvPr/>
            </p:nvSpPr>
            <p:spPr>
              <a:xfrm>
                <a:off x="7437596" y="351329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BDE0329C-D943-4C33-8985-5E07C01172BE}"/>
                  </a:ext>
                </a:extLst>
              </p:cNvPr>
              <p:cNvSpPr/>
              <p:nvPr/>
            </p:nvSpPr>
            <p:spPr>
              <a:xfrm>
                <a:off x="7437596" y="371617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0859E45D-E588-47F5-B2D5-1620263B2F90}"/>
                  </a:ext>
                </a:extLst>
              </p:cNvPr>
              <p:cNvSpPr/>
              <p:nvPr/>
            </p:nvSpPr>
            <p:spPr>
              <a:xfrm>
                <a:off x="7437596" y="391810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131F0D84-1D5E-440D-906D-59F47F9861AA}"/>
                  </a:ext>
                </a:extLst>
              </p:cNvPr>
              <p:cNvSpPr/>
              <p:nvPr/>
            </p:nvSpPr>
            <p:spPr>
              <a:xfrm>
                <a:off x="7437596" y="412003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489EB8CF-CE27-4D41-A5EF-2B92E59E5F60}"/>
                  </a:ext>
                </a:extLst>
              </p:cNvPr>
              <p:cNvSpPr/>
              <p:nvPr/>
            </p:nvSpPr>
            <p:spPr>
              <a:xfrm>
                <a:off x="7437596" y="432196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AD2E10C9-BE03-4BBB-A6C5-55B6BA61BFCE}"/>
                  </a:ext>
                </a:extLst>
              </p:cNvPr>
              <p:cNvSpPr/>
              <p:nvPr/>
            </p:nvSpPr>
            <p:spPr>
              <a:xfrm>
                <a:off x="7437596" y="4524851"/>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8159CD15-789F-4FFC-94AE-3842546B475C}"/>
                  </a:ext>
                </a:extLst>
              </p:cNvPr>
              <p:cNvSpPr/>
              <p:nvPr/>
            </p:nvSpPr>
            <p:spPr>
              <a:xfrm>
                <a:off x="7234714" y="229981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E215B642-2A05-452B-ACE4-EFA929ED544B}"/>
                  </a:ext>
                </a:extLst>
              </p:cNvPr>
              <p:cNvSpPr/>
              <p:nvPr/>
            </p:nvSpPr>
            <p:spPr>
              <a:xfrm>
                <a:off x="7234714" y="250174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3AAC3A0B-6C38-4088-B7C7-B2B8DD6590F4}"/>
                  </a:ext>
                </a:extLst>
              </p:cNvPr>
              <p:cNvSpPr/>
              <p:nvPr/>
            </p:nvSpPr>
            <p:spPr>
              <a:xfrm>
                <a:off x="7234714" y="270367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0F3D114F-928D-4F32-B87E-CD909ECFBF73}"/>
                  </a:ext>
                </a:extLst>
              </p:cNvPr>
              <p:cNvSpPr/>
              <p:nvPr/>
            </p:nvSpPr>
            <p:spPr>
              <a:xfrm>
                <a:off x="7234714" y="290655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FA6E11F5-5FB1-49DF-9244-D4FD654F6854}"/>
                  </a:ext>
                </a:extLst>
              </p:cNvPr>
              <p:cNvSpPr/>
              <p:nvPr/>
            </p:nvSpPr>
            <p:spPr>
              <a:xfrm>
                <a:off x="7234714" y="310848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170EAFD9-4522-4BAD-A062-7CC54B98617B}"/>
                  </a:ext>
                </a:extLst>
              </p:cNvPr>
              <p:cNvSpPr/>
              <p:nvPr/>
            </p:nvSpPr>
            <p:spPr>
              <a:xfrm>
                <a:off x="7234714" y="331041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562E63FE-5F9E-49FC-BCBA-14E6E4B1D9B1}"/>
                  </a:ext>
                </a:extLst>
              </p:cNvPr>
              <p:cNvSpPr/>
              <p:nvPr/>
            </p:nvSpPr>
            <p:spPr>
              <a:xfrm>
                <a:off x="7234714" y="351234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B794D6F8-50B9-4088-A26B-755833BF52C2}"/>
                  </a:ext>
                </a:extLst>
              </p:cNvPr>
              <p:cNvSpPr/>
              <p:nvPr/>
            </p:nvSpPr>
            <p:spPr>
              <a:xfrm>
                <a:off x="7234714" y="371522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15ECCD48-7370-4A15-8774-07A3CE2EA638}"/>
                  </a:ext>
                </a:extLst>
              </p:cNvPr>
              <p:cNvSpPr/>
              <p:nvPr/>
            </p:nvSpPr>
            <p:spPr>
              <a:xfrm>
                <a:off x="7234714" y="391715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1C66056C-9269-4817-9834-DE721445B19B}"/>
                  </a:ext>
                </a:extLst>
              </p:cNvPr>
              <p:cNvSpPr/>
              <p:nvPr/>
            </p:nvSpPr>
            <p:spPr>
              <a:xfrm>
                <a:off x="7234714" y="411908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915B175D-4DB3-4F0B-99A1-58AC0812E462}"/>
                  </a:ext>
                </a:extLst>
              </p:cNvPr>
              <p:cNvSpPr/>
              <p:nvPr/>
            </p:nvSpPr>
            <p:spPr>
              <a:xfrm>
                <a:off x="7234714" y="432101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396ED7C-5703-440C-A5D4-24C5D0B8081C}"/>
                  </a:ext>
                </a:extLst>
              </p:cNvPr>
              <p:cNvSpPr/>
              <p:nvPr/>
            </p:nvSpPr>
            <p:spPr>
              <a:xfrm>
                <a:off x="7234714" y="4523898"/>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12E2DFAD-16F7-4E58-A514-32823F154F36}"/>
                  </a:ext>
                </a:extLst>
              </p:cNvPr>
              <p:cNvSpPr/>
              <p:nvPr/>
            </p:nvSpPr>
            <p:spPr>
              <a:xfrm>
                <a:off x="7030879" y="229790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7C131F4-51C9-419A-885C-FA202A69057A}"/>
                  </a:ext>
                </a:extLst>
              </p:cNvPr>
              <p:cNvSpPr/>
              <p:nvPr/>
            </p:nvSpPr>
            <p:spPr>
              <a:xfrm>
                <a:off x="7030879" y="249983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C8EDF0EA-8CC5-4720-AD1F-35A72E28F70A}"/>
                  </a:ext>
                </a:extLst>
              </p:cNvPr>
              <p:cNvSpPr/>
              <p:nvPr/>
            </p:nvSpPr>
            <p:spPr>
              <a:xfrm>
                <a:off x="7030879" y="270176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6F02463B-D98E-44A5-A8CD-D3D9FEACD82D}"/>
                  </a:ext>
                </a:extLst>
              </p:cNvPr>
              <p:cNvSpPr/>
              <p:nvPr/>
            </p:nvSpPr>
            <p:spPr>
              <a:xfrm>
                <a:off x="7030879" y="290464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D4FE47AA-7156-4095-B9B6-378B4676D6E0}"/>
                  </a:ext>
                </a:extLst>
              </p:cNvPr>
              <p:cNvSpPr/>
              <p:nvPr/>
            </p:nvSpPr>
            <p:spPr>
              <a:xfrm>
                <a:off x="7030879" y="310657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1FBE33ED-7B7D-498A-951B-4C713C4793E2}"/>
                  </a:ext>
                </a:extLst>
              </p:cNvPr>
              <p:cNvSpPr/>
              <p:nvPr/>
            </p:nvSpPr>
            <p:spPr>
              <a:xfrm>
                <a:off x="7030879" y="330850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6AB53BD0-BF58-4107-B816-EA6CF019C3CB}"/>
                  </a:ext>
                </a:extLst>
              </p:cNvPr>
              <p:cNvSpPr/>
              <p:nvPr/>
            </p:nvSpPr>
            <p:spPr>
              <a:xfrm>
                <a:off x="7030879" y="351043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CB6B5DF1-E0A2-4960-A682-18166491DB22}"/>
                  </a:ext>
                </a:extLst>
              </p:cNvPr>
              <p:cNvSpPr/>
              <p:nvPr/>
            </p:nvSpPr>
            <p:spPr>
              <a:xfrm>
                <a:off x="7030879" y="371332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9BAC119B-C5C7-4E6E-A8FF-6E02A985DAC2}"/>
                  </a:ext>
                </a:extLst>
              </p:cNvPr>
              <p:cNvSpPr/>
              <p:nvPr/>
            </p:nvSpPr>
            <p:spPr>
              <a:xfrm>
                <a:off x="7030879" y="391525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6C7A35C9-5F2B-42A8-8107-F21513357085}"/>
                  </a:ext>
                </a:extLst>
              </p:cNvPr>
              <p:cNvSpPr/>
              <p:nvPr/>
            </p:nvSpPr>
            <p:spPr>
              <a:xfrm>
                <a:off x="7030879" y="411718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41EE1641-51D2-457A-BBB8-AF97ADA10A22}"/>
                  </a:ext>
                </a:extLst>
              </p:cNvPr>
              <p:cNvSpPr/>
              <p:nvPr/>
            </p:nvSpPr>
            <p:spPr>
              <a:xfrm>
                <a:off x="7030879" y="431911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9FC06274-3ACE-4826-B630-0E5CC1402378}"/>
                  </a:ext>
                </a:extLst>
              </p:cNvPr>
              <p:cNvSpPr/>
              <p:nvPr/>
            </p:nvSpPr>
            <p:spPr>
              <a:xfrm>
                <a:off x="7030879" y="4521993"/>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65718BD2-9802-45A3-9F24-F65EE1C83103}"/>
                  </a:ext>
                </a:extLst>
              </p:cNvPr>
              <p:cNvSpPr/>
              <p:nvPr/>
            </p:nvSpPr>
            <p:spPr>
              <a:xfrm>
                <a:off x="6826091" y="229600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77918C50-7E54-4A3F-A93F-F64BA7C3D471}"/>
                  </a:ext>
                </a:extLst>
              </p:cNvPr>
              <p:cNvSpPr/>
              <p:nvPr/>
            </p:nvSpPr>
            <p:spPr>
              <a:xfrm>
                <a:off x="6826091" y="249793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D388F1-AC30-4F85-979A-BF37B9FF18AD}"/>
                  </a:ext>
                </a:extLst>
              </p:cNvPr>
              <p:cNvSpPr/>
              <p:nvPr/>
            </p:nvSpPr>
            <p:spPr>
              <a:xfrm>
                <a:off x="6826091" y="269986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C27277EC-E9C4-4E6B-AD1D-908A210339C0}"/>
                  </a:ext>
                </a:extLst>
              </p:cNvPr>
              <p:cNvSpPr/>
              <p:nvPr/>
            </p:nvSpPr>
            <p:spPr>
              <a:xfrm>
                <a:off x="6826091" y="290274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E6A743BA-6B97-4EA7-95B8-A9624B3BB3AE}"/>
                  </a:ext>
                </a:extLst>
              </p:cNvPr>
              <p:cNvSpPr/>
              <p:nvPr/>
            </p:nvSpPr>
            <p:spPr>
              <a:xfrm>
                <a:off x="6826091" y="310467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44A31A46-C546-42D2-9A12-4732990DCC3E}"/>
                  </a:ext>
                </a:extLst>
              </p:cNvPr>
              <p:cNvSpPr/>
              <p:nvPr/>
            </p:nvSpPr>
            <p:spPr>
              <a:xfrm>
                <a:off x="6826091" y="330660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1B3EEEB0-C953-4838-BEF5-8D478C9EEDC5}"/>
                  </a:ext>
                </a:extLst>
              </p:cNvPr>
              <p:cNvSpPr/>
              <p:nvPr/>
            </p:nvSpPr>
            <p:spPr>
              <a:xfrm>
                <a:off x="6826091" y="350853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84523E71-C673-49B6-A54E-065ABE348DC9}"/>
                  </a:ext>
                </a:extLst>
              </p:cNvPr>
              <p:cNvSpPr/>
              <p:nvPr/>
            </p:nvSpPr>
            <p:spPr>
              <a:xfrm>
                <a:off x="6826091" y="371141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96BF7D95-3D70-4F66-AD9E-6A01B3733606}"/>
                  </a:ext>
                </a:extLst>
              </p:cNvPr>
              <p:cNvSpPr/>
              <p:nvPr/>
            </p:nvSpPr>
            <p:spPr>
              <a:xfrm>
                <a:off x="6826091" y="391334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BA13E351-2E94-4B2F-8003-78F40717D509}"/>
                  </a:ext>
                </a:extLst>
              </p:cNvPr>
              <p:cNvSpPr/>
              <p:nvPr/>
            </p:nvSpPr>
            <p:spPr>
              <a:xfrm>
                <a:off x="6826091" y="411527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0F5A4B76-D2F4-4D34-A6C6-32FFA9A8F4D2}"/>
                  </a:ext>
                </a:extLst>
              </p:cNvPr>
              <p:cNvSpPr/>
              <p:nvPr/>
            </p:nvSpPr>
            <p:spPr>
              <a:xfrm>
                <a:off x="6826091" y="431720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DF894849-E63A-406B-9B66-285DE18227F6}"/>
                  </a:ext>
                </a:extLst>
              </p:cNvPr>
              <p:cNvSpPr/>
              <p:nvPr/>
            </p:nvSpPr>
            <p:spPr>
              <a:xfrm>
                <a:off x="6826091" y="4520088"/>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67CAEC33-E61F-4192-835B-6AA35258DE1F}"/>
                  </a:ext>
                </a:extLst>
              </p:cNvPr>
              <p:cNvSpPr/>
              <p:nvPr/>
            </p:nvSpPr>
            <p:spPr>
              <a:xfrm>
                <a:off x="6623209" y="229504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D5F2F114-A433-4CDD-9B69-22DE7A29570C}"/>
                  </a:ext>
                </a:extLst>
              </p:cNvPr>
              <p:cNvSpPr/>
              <p:nvPr/>
            </p:nvSpPr>
            <p:spPr>
              <a:xfrm>
                <a:off x="6623209" y="249697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9CC25580-7A1F-4A91-A2CD-98D9DD2CDBBE}"/>
                  </a:ext>
                </a:extLst>
              </p:cNvPr>
              <p:cNvSpPr/>
              <p:nvPr/>
            </p:nvSpPr>
            <p:spPr>
              <a:xfrm>
                <a:off x="6623209" y="269890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6FBB825D-020D-47DD-BCF0-DBD3146742CD}"/>
                  </a:ext>
                </a:extLst>
              </p:cNvPr>
              <p:cNvSpPr/>
              <p:nvPr/>
            </p:nvSpPr>
            <p:spPr>
              <a:xfrm>
                <a:off x="6623209" y="290179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465F4B8F-5513-4892-AFAB-C8967E1AA90B}"/>
                  </a:ext>
                </a:extLst>
              </p:cNvPr>
              <p:cNvSpPr/>
              <p:nvPr/>
            </p:nvSpPr>
            <p:spPr>
              <a:xfrm>
                <a:off x="6623209" y="310372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6B5D8412-876A-4A63-81A8-D7567C16282B}"/>
                  </a:ext>
                </a:extLst>
              </p:cNvPr>
              <p:cNvSpPr/>
              <p:nvPr/>
            </p:nvSpPr>
            <p:spPr>
              <a:xfrm>
                <a:off x="6623209" y="330565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A88236B8-A50C-4613-8B16-35B1A66E8899}"/>
                  </a:ext>
                </a:extLst>
              </p:cNvPr>
              <p:cNvSpPr/>
              <p:nvPr/>
            </p:nvSpPr>
            <p:spPr>
              <a:xfrm>
                <a:off x="6623209" y="350758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0718FF40-1B9A-4A37-9B54-8EE3A49374F6}"/>
                  </a:ext>
                </a:extLst>
              </p:cNvPr>
              <p:cNvSpPr/>
              <p:nvPr/>
            </p:nvSpPr>
            <p:spPr>
              <a:xfrm>
                <a:off x="6623209" y="371046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4857A546-57ED-46B5-9E70-3E477ABC04EB}"/>
                  </a:ext>
                </a:extLst>
              </p:cNvPr>
              <p:cNvSpPr/>
              <p:nvPr/>
            </p:nvSpPr>
            <p:spPr>
              <a:xfrm>
                <a:off x="6623209" y="391239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7E396895-9457-4AF9-8464-4AE69CE24470}"/>
                  </a:ext>
                </a:extLst>
              </p:cNvPr>
              <p:cNvSpPr/>
              <p:nvPr/>
            </p:nvSpPr>
            <p:spPr>
              <a:xfrm>
                <a:off x="6623209" y="411432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076F7392-5C82-49D3-AB60-19CFE4091158}"/>
                  </a:ext>
                </a:extLst>
              </p:cNvPr>
              <p:cNvSpPr/>
              <p:nvPr/>
            </p:nvSpPr>
            <p:spPr>
              <a:xfrm>
                <a:off x="6623209" y="431625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6E7C1BDE-A018-4A40-86BB-157B3A5B4A18}"/>
                  </a:ext>
                </a:extLst>
              </p:cNvPr>
              <p:cNvSpPr/>
              <p:nvPr/>
            </p:nvSpPr>
            <p:spPr>
              <a:xfrm>
                <a:off x="6623209" y="4519136"/>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2B94BF25-56FA-4313-8F86-3D30350747B1}"/>
                  </a:ext>
                </a:extLst>
              </p:cNvPr>
              <p:cNvSpPr/>
              <p:nvPr/>
            </p:nvSpPr>
            <p:spPr>
              <a:xfrm>
                <a:off x="6419374" y="229314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D36856BA-FC32-47D4-B17C-A8E09CE077F4}"/>
                  </a:ext>
                </a:extLst>
              </p:cNvPr>
              <p:cNvSpPr/>
              <p:nvPr/>
            </p:nvSpPr>
            <p:spPr>
              <a:xfrm>
                <a:off x="6419374" y="249507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89A02A29-294F-4305-8C10-3A753355AFAA}"/>
                  </a:ext>
                </a:extLst>
              </p:cNvPr>
              <p:cNvSpPr/>
              <p:nvPr/>
            </p:nvSpPr>
            <p:spPr>
              <a:xfrm>
                <a:off x="6419374" y="269700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FC511664-FEF9-4AA9-A7E8-6859C4D127DD}"/>
                  </a:ext>
                </a:extLst>
              </p:cNvPr>
              <p:cNvSpPr/>
              <p:nvPr/>
            </p:nvSpPr>
            <p:spPr>
              <a:xfrm>
                <a:off x="6419374" y="289988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8457EAF0-EC0F-4D99-91D5-220E2F453889}"/>
                  </a:ext>
                </a:extLst>
              </p:cNvPr>
              <p:cNvSpPr/>
              <p:nvPr/>
            </p:nvSpPr>
            <p:spPr>
              <a:xfrm>
                <a:off x="6419374" y="310181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A26BD99C-BEAF-4C1D-82F9-AAB6BA126DD5}"/>
                  </a:ext>
                </a:extLst>
              </p:cNvPr>
              <p:cNvSpPr/>
              <p:nvPr/>
            </p:nvSpPr>
            <p:spPr>
              <a:xfrm>
                <a:off x="6419374" y="330374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86ADF468-DAD6-4A5E-B371-454757105551}"/>
                  </a:ext>
                </a:extLst>
              </p:cNvPr>
              <p:cNvSpPr/>
              <p:nvPr/>
            </p:nvSpPr>
            <p:spPr>
              <a:xfrm>
                <a:off x="6419374" y="350567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163D7EE5-02DB-4ED6-BA17-B9FCFCDD29DA}"/>
                  </a:ext>
                </a:extLst>
              </p:cNvPr>
              <p:cNvSpPr/>
              <p:nvPr/>
            </p:nvSpPr>
            <p:spPr>
              <a:xfrm>
                <a:off x="6419374" y="370855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91E006C3-4BE6-4350-A578-A13EECAAB389}"/>
                  </a:ext>
                </a:extLst>
              </p:cNvPr>
              <p:cNvSpPr/>
              <p:nvPr/>
            </p:nvSpPr>
            <p:spPr>
              <a:xfrm>
                <a:off x="6419374" y="391048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241618AE-AA9B-43E8-ABC9-6BF4232F3361}"/>
                  </a:ext>
                </a:extLst>
              </p:cNvPr>
              <p:cNvSpPr/>
              <p:nvPr/>
            </p:nvSpPr>
            <p:spPr>
              <a:xfrm>
                <a:off x="6419374" y="411241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2D4EAA84-ECD5-4803-B351-34A449F8CE2B}"/>
                  </a:ext>
                </a:extLst>
              </p:cNvPr>
              <p:cNvSpPr/>
              <p:nvPr/>
            </p:nvSpPr>
            <p:spPr>
              <a:xfrm>
                <a:off x="6419374" y="431434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E5AE84A3-49A8-4EF2-95DE-F21C0BE7AAA7}"/>
                  </a:ext>
                </a:extLst>
              </p:cNvPr>
              <p:cNvSpPr/>
              <p:nvPr/>
            </p:nvSpPr>
            <p:spPr>
              <a:xfrm>
                <a:off x="6419374" y="4517231"/>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A2DE5758-1F6E-423C-82AE-838FBC0F4CB0}"/>
                  </a:ext>
                </a:extLst>
              </p:cNvPr>
              <p:cNvSpPr/>
              <p:nvPr/>
            </p:nvSpPr>
            <p:spPr>
              <a:xfrm>
                <a:off x="6214586" y="229028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C33E78F7-F85F-4494-96DD-36A6BF5D5D90}"/>
                  </a:ext>
                </a:extLst>
              </p:cNvPr>
              <p:cNvSpPr/>
              <p:nvPr/>
            </p:nvSpPr>
            <p:spPr>
              <a:xfrm>
                <a:off x="6214586" y="249221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733F35DD-1C13-4762-A930-4CB649E0806D}"/>
                  </a:ext>
                </a:extLst>
              </p:cNvPr>
              <p:cNvSpPr/>
              <p:nvPr/>
            </p:nvSpPr>
            <p:spPr>
              <a:xfrm>
                <a:off x="6214586" y="269414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34D646F5-7BE5-46D2-934C-0133A17B0CE8}"/>
                  </a:ext>
                </a:extLst>
              </p:cNvPr>
              <p:cNvSpPr/>
              <p:nvPr/>
            </p:nvSpPr>
            <p:spPr>
              <a:xfrm>
                <a:off x="6214586" y="289702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CB7063DD-98CF-4D7E-AE6D-B1BB3679B9BE}"/>
                  </a:ext>
                </a:extLst>
              </p:cNvPr>
              <p:cNvSpPr/>
              <p:nvPr/>
            </p:nvSpPr>
            <p:spPr>
              <a:xfrm>
                <a:off x="6214586" y="309895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B3992BC7-936B-4B13-AB3E-EF06F499698C}"/>
                  </a:ext>
                </a:extLst>
              </p:cNvPr>
              <p:cNvSpPr/>
              <p:nvPr/>
            </p:nvSpPr>
            <p:spPr>
              <a:xfrm>
                <a:off x="6214586" y="330088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9F065F4D-048F-4F72-8292-09533AF009EB}"/>
                  </a:ext>
                </a:extLst>
              </p:cNvPr>
              <p:cNvSpPr/>
              <p:nvPr/>
            </p:nvSpPr>
            <p:spPr>
              <a:xfrm>
                <a:off x="6214586" y="350281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33B69DC0-3DE5-4D26-AEA0-8F131DD5EDD5}"/>
                  </a:ext>
                </a:extLst>
              </p:cNvPr>
              <p:cNvSpPr/>
              <p:nvPr/>
            </p:nvSpPr>
            <p:spPr>
              <a:xfrm>
                <a:off x="6214586" y="370570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6DC9FAD0-721B-446D-A9E3-DB7BAA32AC68}"/>
                  </a:ext>
                </a:extLst>
              </p:cNvPr>
              <p:cNvSpPr/>
              <p:nvPr/>
            </p:nvSpPr>
            <p:spPr>
              <a:xfrm>
                <a:off x="6214586" y="390763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0422C360-D527-4016-AA7F-AEE172521AF5}"/>
                  </a:ext>
                </a:extLst>
              </p:cNvPr>
              <p:cNvSpPr/>
              <p:nvPr/>
            </p:nvSpPr>
            <p:spPr>
              <a:xfrm>
                <a:off x="6214586" y="410956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4C7EC8D5-BBE8-44EA-915D-80084D988A47}"/>
                  </a:ext>
                </a:extLst>
              </p:cNvPr>
              <p:cNvSpPr/>
              <p:nvPr/>
            </p:nvSpPr>
            <p:spPr>
              <a:xfrm>
                <a:off x="6214586" y="431149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ADE9E1C5-608B-46FF-8019-F914840A97BB}"/>
                  </a:ext>
                </a:extLst>
              </p:cNvPr>
              <p:cNvSpPr/>
              <p:nvPr/>
            </p:nvSpPr>
            <p:spPr>
              <a:xfrm>
                <a:off x="6214586" y="4514373"/>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4E6FB281-EF1D-467C-AF61-0BA09C0BB679}"/>
                  </a:ext>
                </a:extLst>
              </p:cNvPr>
              <p:cNvSpPr/>
              <p:nvPr/>
            </p:nvSpPr>
            <p:spPr>
              <a:xfrm>
                <a:off x="6011704" y="228933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A90F3822-D6B4-4E0B-8305-4AD8EF4BE64A}"/>
                  </a:ext>
                </a:extLst>
              </p:cNvPr>
              <p:cNvSpPr/>
              <p:nvPr/>
            </p:nvSpPr>
            <p:spPr>
              <a:xfrm>
                <a:off x="6011704" y="249126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25977F7A-30C8-4073-AD66-CDA603A3BA48}"/>
                  </a:ext>
                </a:extLst>
              </p:cNvPr>
              <p:cNvSpPr/>
              <p:nvPr/>
            </p:nvSpPr>
            <p:spPr>
              <a:xfrm>
                <a:off x="6011704" y="269319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EB5AB8B6-473B-49E4-8E44-6244D2FC2897}"/>
                  </a:ext>
                </a:extLst>
              </p:cNvPr>
              <p:cNvSpPr/>
              <p:nvPr/>
            </p:nvSpPr>
            <p:spPr>
              <a:xfrm>
                <a:off x="6010751" y="2896076"/>
                <a:ext cx="76200" cy="7620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DA4FFEC0-EC55-4EAD-854D-8EC5B506CA45}"/>
                  </a:ext>
                </a:extLst>
              </p:cNvPr>
              <p:cNvSpPr/>
              <p:nvPr/>
            </p:nvSpPr>
            <p:spPr>
              <a:xfrm>
                <a:off x="6011704" y="309800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55EA9CCD-4807-463B-B388-5DA332EB0407}"/>
                  </a:ext>
                </a:extLst>
              </p:cNvPr>
              <p:cNvSpPr/>
              <p:nvPr/>
            </p:nvSpPr>
            <p:spPr>
              <a:xfrm>
                <a:off x="6011704" y="329993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257944A5-F1F0-4E43-9C12-0FA97F99613E}"/>
                  </a:ext>
                </a:extLst>
              </p:cNvPr>
              <p:cNvSpPr/>
              <p:nvPr/>
            </p:nvSpPr>
            <p:spPr>
              <a:xfrm>
                <a:off x="6011704" y="350186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08C4BE0C-E840-4199-B4AF-E9430BFC8B28}"/>
                  </a:ext>
                </a:extLst>
              </p:cNvPr>
              <p:cNvSpPr/>
              <p:nvPr/>
            </p:nvSpPr>
            <p:spPr>
              <a:xfrm>
                <a:off x="6011704" y="370474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2C9B5679-44EF-47A8-B084-C4488943D1A0}"/>
                  </a:ext>
                </a:extLst>
              </p:cNvPr>
              <p:cNvSpPr/>
              <p:nvPr/>
            </p:nvSpPr>
            <p:spPr>
              <a:xfrm>
                <a:off x="6011704" y="390667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1C27B2BB-B8B2-4460-B80C-E8CB87761B1B}"/>
                  </a:ext>
                </a:extLst>
              </p:cNvPr>
              <p:cNvSpPr/>
              <p:nvPr/>
            </p:nvSpPr>
            <p:spPr>
              <a:xfrm>
                <a:off x="6011704" y="410860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A3BBC989-6B88-47CB-A6F1-2BAD3FD85488}"/>
                  </a:ext>
                </a:extLst>
              </p:cNvPr>
              <p:cNvSpPr/>
              <p:nvPr/>
            </p:nvSpPr>
            <p:spPr>
              <a:xfrm>
                <a:off x="6011704" y="431053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ED72D1D8-C377-4382-B400-328F9E4F0FB3}"/>
                  </a:ext>
                </a:extLst>
              </p:cNvPr>
              <p:cNvSpPr/>
              <p:nvPr/>
            </p:nvSpPr>
            <p:spPr>
              <a:xfrm>
                <a:off x="6011704" y="4513421"/>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48AC5CA4-7D2B-45C1-A5B2-7A65697B5B96}"/>
                  </a:ext>
                </a:extLst>
              </p:cNvPr>
              <p:cNvSpPr/>
              <p:nvPr/>
            </p:nvSpPr>
            <p:spPr>
              <a:xfrm>
                <a:off x="5807869" y="2288381"/>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2928CE1B-3894-48A7-9519-EF6DDD1AB189}"/>
                  </a:ext>
                </a:extLst>
              </p:cNvPr>
              <p:cNvSpPr/>
              <p:nvPr/>
            </p:nvSpPr>
            <p:spPr>
              <a:xfrm>
                <a:off x="5807869" y="248935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2955014F-57D8-4840-B61D-E34DC8B4D00F}"/>
                  </a:ext>
                </a:extLst>
              </p:cNvPr>
              <p:cNvSpPr/>
              <p:nvPr/>
            </p:nvSpPr>
            <p:spPr>
              <a:xfrm>
                <a:off x="5807869" y="269128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F2C23B2F-5A3B-4EDA-8281-8C427F3185B3}"/>
                  </a:ext>
                </a:extLst>
              </p:cNvPr>
              <p:cNvSpPr/>
              <p:nvPr/>
            </p:nvSpPr>
            <p:spPr>
              <a:xfrm>
                <a:off x="5807869" y="289512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2782E730-0A45-422D-B552-9419E8C8508D}"/>
                  </a:ext>
                </a:extLst>
              </p:cNvPr>
              <p:cNvSpPr/>
              <p:nvPr/>
            </p:nvSpPr>
            <p:spPr>
              <a:xfrm>
                <a:off x="5807869" y="309705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F9586295-C162-4B4C-8F6C-A8D652551FBD}"/>
                  </a:ext>
                </a:extLst>
              </p:cNvPr>
              <p:cNvSpPr/>
              <p:nvPr/>
            </p:nvSpPr>
            <p:spPr>
              <a:xfrm>
                <a:off x="5807869" y="329803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7C1F49FD-670C-4877-B68A-9A7E7CB27FBF}"/>
                  </a:ext>
                </a:extLst>
              </p:cNvPr>
              <p:cNvSpPr/>
              <p:nvPr/>
            </p:nvSpPr>
            <p:spPr>
              <a:xfrm>
                <a:off x="5807869" y="349996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74ECA26D-C24B-449E-AEFA-984E3D78263F}"/>
                  </a:ext>
                </a:extLst>
              </p:cNvPr>
              <p:cNvSpPr/>
              <p:nvPr/>
            </p:nvSpPr>
            <p:spPr>
              <a:xfrm>
                <a:off x="5807869" y="370284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C2BEA39C-7370-4A4C-93F9-EC73FA5E006D}"/>
                  </a:ext>
                </a:extLst>
              </p:cNvPr>
              <p:cNvSpPr/>
              <p:nvPr/>
            </p:nvSpPr>
            <p:spPr>
              <a:xfrm>
                <a:off x="5807869" y="390572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C7EA6D14-C813-438B-AE6A-6CC3EE5FCB60}"/>
                  </a:ext>
                </a:extLst>
              </p:cNvPr>
              <p:cNvSpPr/>
              <p:nvPr/>
            </p:nvSpPr>
            <p:spPr>
              <a:xfrm>
                <a:off x="5807869" y="410765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44665CFE-79EA-45CA-87AE-CEDCA8B9121E}"/>
                  </a:ext>
                </a:extLst>
              </p:cNvPr>
              <p:cNvSpPr/>
              <p:nvPr/>
            </p:nvSpPr>
            <p:spPr>
              <a:xfrm>
                <a:off x="5807869" y="430863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224DEEA6-AE14-4B72-84C0-B9ADBADB28CA}"/>
                  </a:ext>
                </a:extLst>
              </p:cNvPr>
              <p:cNvSpPr/>
              <p:nvPr/>
            </p:nvSpPr>
            <p:spPr>
              <a:xfrm>
                <a:off x="5807869" y="4512468"/>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A3CE5C26-93FA-4523-8ACC-BCAAF892FD7E}"/>
                  </a:ext>
                </a:extLst>
              </p:cNvPr>
              <p:cNvSpPr/>
              <p:nvPr/>
            </p:nvSpPr>
            <p:spPr>
              <a:xfrm>
                <a:off x="5604034" y="228647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7F11E56C-F4D9-4E3D-B2FB-8BD2FBD735AF}"/>
                  </a:ext>
                </a:extLst>
              </p:cNvPr>
              <p:cNvSpPr/>
              <p:nvPr/>
            </p:nvSpPr>
            <p:spPr>
              <a:xfrm>
                <a:off x="5604034" y="248840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F6FBCC6E-12C8-497C-8920-92ED76AD7B17}"/>
                  </a:ext>
                </a:extLst>
              </p:cNvPr>
              <p:cNvSpPr/>
              <p:nvPr/>
            </p:nvSpPr>
            <p:spPr>
              <a:xfrm>
                <a:off x="5604034" y="269033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7E79DFA3-7B3B-41F9-AABC-81C022CAF3BD}"/>
                  </a:ext>
                </a:extLst>
              </p:cNvPr>
              <p:cNvSpPr/>
              <p:nvPr/>
            </p:nvSpPr>
            <p:spPr>
              <a:xfrm>
                <a:off x="5604034" y="289321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1106013D-2E8B-42D8-8B9D-0C494FADC956}"/>
                  </a:ext>
                </a:extLst>
              </p:cNvPr>
              <p:cNvSpPr/>
              <p:nvPr/>
            </p:nvSpPr>
            <p:spPr>
              <a:xfrm>
                <a:off x="5604034" y="309514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3653E156-188B-4D52-A2B1-C349028C740F}"/>
                  </a:ext>
                </a:extLst>
              </p:cNvPr>
              <p:cNvSpPr/>
              <p:nvPr/>
            </p:nvSpPr>
            <p:spPr>
              <a:xfrm>
                <a:off x="5604034" y="329707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7AFADDF4-3D1F-4A9A-BC66-449580C95171}"/>
                  </a:ext>
                </a:extLst>
              </p:cNvPr>
              <p:cNvSpPr/>
              <p:nvPr/>
            </p:nvSpPr>
            <p:spPr>
              <a:xfrm>
                <a:off x="5604034" y="349900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0A97B6AB-EF9C-4812-8A15-1ED9235F0301}"/>
                  </a:ext>
                </a:extLst>
              </p:cNvPr>
              <p:cNvSpPr/>
              <p:nvPr/>
            </p:nvSpPr>
            <p:spPr>
              <a:xfrm>
                <a:off x="5604034" y="370189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BDF1B14E-04F5-41CC-87C7-FE0EFC142F33}"/>
                  </a:ext>
                </a:extLst>
              </p:cNvPr>
              <p:cNvSpPr/>
              <p:nvPr/>
            </p:nvSpPr>
            <p:spPr>
              <a:xfrm>
                <a:off x="5604034" y="390382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F7B587FD-AD97-4E75-B256-960F741306F7}"/>
                  </a:ext>
                </a:extLst>
              </p:cNvPr>
              <p:cNvSpPr/>
              <p:nvPr/>
            </p:nvSpPr>
            <p:spPr>
              <a:xfrm>
                <a:off x="5604034" y="410575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9E7C899B-4D14-430D-B66F-CE557BDA222E}"/>
                  </a:ext>
                </a:extLst>
              </p:cNvPr>
              <p:cNvSpPr/>
              <p:nvPr/>
            </p:nvSpPr>
            <p:spPr>
              <a:xfrm>
                <a:off x="5604034" y="430768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7DDF7CD2-9084-4626-A0D1-815990191106}"/>
                  </a:ext>
                </a:extLst>
              </p:cNvPr>
              <p:cNvSpPr/>
              <p:nvPr/>
            </p:nvSpPr>
            <p:spPr>
              <a:xfrm>
                <a:off x="5604034" y="4510563"/>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4C49A77E-17F1-451D-8499-31BDF66A7C92}"/>
                  </a:ext>
                </a:extLst>
              </p:cNvPr>
              <p:cNvSpPr/>
              <p:nvPr/>
            </p:nvSpPr>
            <p:spPr>
              <a:xfrm>
                <a:off x="5400199" y="228457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70A9AA5E-3B99-4CF6-86AC-4B2B9761D8C6}"/>
                  </a:ext>
                </a:extLst>
              </p:cNvPr>
              <p:cNvSpPr/>
              <p:nvPr/>
            </p:nvSpPr>
            <p:spPr>
              <a:xfrm>
                <a:off x="5400199" y="248650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8AD01E9E-9028-4E78-A16D-4199AE5D0C36}"/>
                  </a:ext>
                </a:extLst>
              </p:cNvPr>
              <p:cNvSpPr/>
              <p:nvPr/>
            </p:nvSpPr>
            <p:spPr>
              <a:xfrm>
                <a:off x="5400199" y="268843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79EFCC58-9B93-451E-ABD5-BA5B59DDD6F2}"/>
                  </a:ext>
                </a:extLst>
              </p:cNvPr>
              <p:cNvSpPr/>
              <p:nvPr/>
            </p:nvSpPr>
            <p:spPr>
              <a:xfrm>
                <a:off x="5400199" y="289131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FF165614-E5D7-4AE8-AB4C-EDF8335D56B4}"/>
                  </a:ext>
                </a:extLst>
              </p:cNvPr>
              <p:cNvSpPr/>
              <p:nvPr/>
            </p:nvSpPr>
            <p:spPr>
              <a:xfrm>
                <a:off x="5400199" y="309324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57596505-950B-4993-9A33-7D036D270349}"/>
                  </a:ext>
                </a:extLst>
              </p:cNvPr>
              <p:cNvSpPr/>
              <p:nvPr/>
            </p:nvSpPr>
            <p:spPr>
              <a:xfrm>
                <a:off x="5400199" y="329517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A91C4FE4-A1DF-4BA6-B56B-38E18778619A}"/>
                  </a:ext>
                </a:extLst>
              </p:cNvPr>
              <p:cNvSpPr/>
              <p:nvPr/>
            </p:nvSpPr>
            <p:spPr>
              <a:xfrm>
                <a:off x="5400199" y="349710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CFFA7E2E-E38F-4B44-94B6-837CB7C17A8E}"/>
                  </a:ext>
                </a:extLst>
              </p:cNvPr>
              <p:cNvSpPr/>
              <p:nvPr/>
            </p:nvSpPr>
            <p:spPr>
              <a:xfrm>
                <a:off x="5400199" y="369998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8E4B3981-66A1-4AF8-8C96-8448BD73A587}"/>
                  </a:ext>
                </a:extLst>
              </p:cNvPr>
              <p:cNvSpPr/>
              <p:nvPr/>
            </p:nvSpPr>
            <p:spPr>
              <a:xfrm>
                <a:off x="5400199" y="390191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654A1E90-62E0-4672-87A0-7FDD347FD4DB}"/>
                  </a:ext>
                </a:extLst>
              </p:cNvPr>
              <p:cNvSpPr/>
              <p:nvPr/>
            </p:nvSpPr>
            <p:spPr>
              <a:xfrm>
                <a:off x="5400199" y="410384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655EEE02-7D7A-4868-8B47-B0F40EFBB9EA}"/>
                  </a:ext>
                </a:extLst>
              </p:cNvPr>
              <p:cNvSpPr/>
              <p:nvPr/>
            </p:nvSpPr>
            <p:spPr>
              <a:xfrm>
                <a:off x="5400199" y="430577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0CDE8DF9-374D-44FD-8F0C-5F34E5BFFD06}"/>
                  </a:ext>
                </a:extLst>
              </p:cNvPr>
              <p:cNvSpPr/>
              <p:nvPr/>
            </p:nvSpPr>
            <p:spPr>
              <a:xfrm>
                <a:off x="5400199" y="4508658"/>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03BE7484-3CDA-4AED-9486-1056B3813369}"/>
                  </a:ext>
                </a:extLst>
              </p:cNvPr>
              <p:cNvSpPr/>
              <p:nvPr/>
            </p:nvSpPr>
            <p:spPr>
              <a:xfrm>
                <a:off x="5196364" y="228266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D8B8A73C-4822-4391-B2A2-FB37472226B5}"/>
                  </a:ext>
                </a:extLst>
              </p:cNvPr>
              <p:cNvSpPr/>
              <p:nvPr/>
            </p:nvSpPr>
            <p:spPr>
              <a:xfrm>
                <a:off x="5196364" y="248459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0EFDD865-12DD-4274-A06D-FBE1D5E248A1}"/>
                  </a:ext>
                </a:extLst>
              </p:cNvPr>
              <p:cNvSpPr/>
              <p:nvPr/>
            </p:nvSpPr>
            <p:spPr>
              <a:xfrm>
                <a:off x="5196364" y="268652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4B1BFDD4-A2E4-47EA-B8C2-02A56E471A9C}"/>
                  </a:ext>
                </a:extLst>
              </p:cNvPr>
              <p:cNvSpPr/>
              <p:nvPr/>
            </p:nvSpPr>
            <p:spPr>
              <a:xfrm>
                <a:off x="5196364" y="288940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3852A165-DAA0-4191-9603-138FD013DA5A}"/>
                  </a:ext>
                </a:extLst>
              </p:cNvPr>
              <p:cNvSpPr/>
              <p:nvPr/>
            </p:nvSpPr>
            <p:spPr>
              <a:xfrm>
                <a:off x="5196364" y="309133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57D097B8-03C7-4855-9C23-177B4FEAF7A5}"/>
                  </a:ext>
                </a:extLst>
              </p:cNvPr>
              <p:cNvSpPr/>
              <p:nvPr/>
            </p:nvSpPr>
            <p:spPr>
              <a:xfrm>
                <a:off x="5196364" y="329326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9797EFA2-DEF4-4C0E-BF5D-B5D9329E1327}"/>
                  </a:ext>
                </a:extLst>
              </p:cNvPr>
              <p:cNvSpPr/>
              <p:nvPr/>
            </p:nvSpPr>
            <p:spPr>
              <a:xfrm>
                <a:off x="5196364" y="349519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D228796D-4D18-4DE7-B4BC-7AD4665B4D54}"/>
                  </a:ext>
                </a:extLst>
              </p:cNvPr>
              <p:cNvSpPr/>
              <p:nvPr/>
            </p:nvSpPr>
            <p:spPr>
              <a:xfrm>
                <a:off x="5196364" y="369808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05DE50FC-F44F-4868-BA0D-1C1E32CCAE1B}"/>
                  </a:ext>
                </a:extLst>
              </p:cNvPr>
              <p:cNvSpPr/>
              <p:nvPr/>
            </p:nvSpPr>
            <p:spPr>
              <a:xfrm>
                <a:off x="5196364" y="390001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8F2AEE5D-618B-4EFD-9D47-990182E18CA0}"/>
                  </a:ext>
                </a:extLst>
              </p:cNvPr>
              <p:cNvSpPr/>
              <p:nvPr/>
            </p:nvSpPr>
            <p:spPr>
              <a:xfrm>
                <a:off x="5196364" y="410194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33C5E687-515F-4F5C-A9D5-F2DB5300DE79}"/>
                  </a:ext>
                </a:extLst>
              </p:cNvPr>
              <p:cNvSpPr/>
              <p:nvPr/>
            </p:nvSpPr>
            <p:spPr>
              <a:xfrm>
                <a:off x="5196364" y="430387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6F0ED9C4-DF57-4738-B0D5-22CE6F783691}"/>
                  </a:ext>
                </a:extLst>
              </p:cNvPr>
              <p:cNvSpPr/>
              <p:nvPr/>
            </p:nvSpPr>
            <p:spPr>
              <a:xfrm>
                <a:off x="5196364" y="4506753"/>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68974DD4-259A-45A2-B2CE-A6339F1D2F5C}"/>
                  </a:ext>
                </a:extLst>
              </p:cNvPr>
              <p:cNvSpPr/>
              <p:nvPr/>
            </p:nvSpPr>
            <p:spPr>
              <a:xfrm>
                <a:off x="4991576" y="228076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B6D7C2BA-2A5A-4ACB-B539-0E0B8B6E3842}"/>
                  </a:ext>
                </a:extLst>
              </p:cNvPr>
              <p:cNvSpPr/>
              <p:nvPr/>
            </p:nvSpPr>
            <p:spPr>
              <a:xfrm>
                <a:off x="4991576" y="248269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909116ED-A7B2-4128-82B6-C8D9D4E689B4}"/>
                  </a:ext>
                </a:extLst>
              </p:cNvPr>
              <p:cNvSpPr/>
              <p:nvPr/>
            </p:nvSpPr>
            <p:spPr>
              <a:xfrm>
                <a:off x="4991576" y="268462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051CA505-76CA-444C-9E9D-77424DFCF555}"/>
                  </a:ext>
                </a:extLst>
              </p:cNvPr>
              <p:cNvSpPr/>
              <p:nvPr/>
            </p:nvSpPr>
            <p:spPr>
              <a:xfrm>
                <a:off x="4991576" y="288750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86E86809-8715-4998-B9F6-C261F37FD6F0}"/>
                  </a:ext>
                </a:extLst>
              </p:cNvPr>
              <p:cNvSpPr/>
              <p:nvPr/>
            </p:nvSpPr>
            <p:spPr>
              <a:xfrm>
                <a:off x="4991576" y="308943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006E2E03-E28B-4DEA-AF0D-A9F3FEA4FA22}"/>
                  </a:ext>
                </a:extLst>
              </p:cNvPr>
              <p:cNvSpPr/>
              <p:nvPr/>
            </p:nvSpPr>
            <p:spPr>
              <a:xfrm>
                <a:off x="4991576" y="329136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2C4C9E8C-5763-4C75-B4B5-468554186624}"/>
                  </a:ext>
                </a:extLst>
              </p:cNvPr>
              <p:cNvSpPr/>
              <p:nvPr/>
            </p:nvSpPr>
            <p:spPr>
              <a:xfrm>
                <a:off x="4991576" y="349329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6F2E2AA6-32BC-40D9-B54A-07B5B216E7A2}"/>
                  </a:ext>
                </a:extLst>
              </p:cNvPr>
              <p:cNvSpPr/>
              <p:nvPr/>
            </p:nvSpPr>
            <p:spPr>
              <a:xfrm>
                <a:off x="4991576" y="369617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44BA71E8-31A0-4B43-B990-C28D72244D40}"/>
                  </a:ext>
                </a:extLst>
              </p:cNvPr>
              <p:cNvSpPr/>
              <p:nvPr/>
            </p:nvSpPr>
            <p:spPr>
              <a:xfrm>
                <a:off x="4991576" y="389810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CF3FF050-C87F-4A92-B216-7EE5DD96458D}"/>
                  </a:ext>
                </a:extLst>
              </p:cNvPr>
              <p:cNvSpPr/>
              <p:nvPr/>
            </p:nvSpPr>
            <p:spPr>
              <a:xfrm>
                <a:off x="4991576" y="410003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0C05F24D-7C4A-458F-9F2A-35427A3107E5}"/>
                  </a:ext>
                </a:extLst>
              </p:cNvPr>
              <p:cNvSpPr/>
              <p:nvPr/>
            </p:nvSpPr>
            <p:spPr>
              <a:xfrm>
                <a:off x="4991576" y="430196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0A8211FA-7B1A-4774-9188-C05E687E1A45}"/>
                  </a:ext>
                </a:extLst>
              </p:cNvPr>
              <p:cNvSpPr/>
              <p:nvPr/>
            </p:nvSpPr>
            <p:spPr>
              <a:xfrm>
                <a:off x="4991576" y="4504848"/>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7E276F20-7C71-41DF-962B-D930A536FD5F}"/>
                  </a:ext>
                </a:extLst>
              </p:cNvPr>
              <p:cNvSpPr/>
              <p:nvPr/>
            </p:nvSpPr>
            <p:spPr>
              <a:xfrm>
                <a:off x="4788694" y="227980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F8625D78-B6CA-4190-9D4A-6EC70F4D0CBC}"/>
                  </a:ext>
                </a:extLst>
              </p:cNvPr>
              <p:cNvSpPr/>
              <p:nvPr/>
            </p:nvSpPr>
            <p:spPr>
              <a:xfrm>
                <a:off x="4788694" y="248173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BCFF99C2-F027-49D2-8356-5442657A71BF}"/>
                  </a:ext>
                </a:extLst>
              </p:cNvPr>
              <p:cNvSpPr/>
              <p:nvPr/>
            </p:nvSpPr>
            <p:spPr>
              <a:xfrm>
                <a:off x="4788694" y="268366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1AF76036-3A38-4922-9ECB-CBEF43E6FB66}"/>
                  </a:ext>
                </a:extLst>
              </p:cNvPr>
              <p:cNvSpPr/>
              <p:nvPr/>
            </p:nvSpPr>
            <p:spPr>
              <a:xfrm>
                <a:off x="4788694" y="288655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76CC4A48-0777-4710-B27F-7E25E82FE916}"/>
                  </a:ext>
                </a:extLst>
              </p:cNvPr>
              <p:cNvSpPr/>
              <p:nvPr/>
            </p:nvSpPr>
            <p:spPr>
              <a:xfrm>
                <a:off x="4788694" y="308848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FF8EB07C-6322-457D-A4FB-A20778EB940A}"/>
                  </a:ext>
                </a:extLst>
              </p:cNvPr>
              <p:cNvSpPr/>
              <p:nvPr/>
            </p:nvSpPr>
            <p:spPr>
              <a:xfrm>
                <a:off x="4788694" y="329041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B84CF22D-2504-4E77-AE41-5607903C88F6}"/>
                  </a:ext>
                </a:extLst>
              </p:cNvPr>
              <p:cNvSpPr/>
              <p:nvPr/>
            </p:nvSpPr>
            <p:spPr>
              <a:xfrm>
                <a:off x="4788694" y="349234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600C3BE0-D737-4F8E-B2F5-CADC5362736C}"/>
                  </a:ext>
                </a:extLst>
              </p:cNvPr>
              <p:cNvSpPr/>
              <p:nvPr/>
            </p:nvSpPr>
            <p:spPr>
              <a:xfrm>
                <a:off x="4788694" y="369522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EB2240C1-ED82-4B99-82A7-D91DF1E09F61}"/>
                  </a:ext>
                </a:extLst>
              </p:cNvPr>
              <p:cNvSpPr/>
              <p:nvPr/>
            </p:nvSpPr>
            <p:spPr>
              <a:xfrm>
                <a:off x="4788694" y="389715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DDAF9DED-FDBC-402E-A7AC-8C7197743BA4}"/>
                  </a:ext>
                </a:extLst>
              </p:cNvPr>
              <p:cNvSpPr/>
              <p:nvPr/>
            </p:nvSpPr>
            <p:spPr>
              <a:xfrm>
                <a:off x="4788694" y="409908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B35F6DD2-62FB-461A-9D86-2C7FEE77429D}"/>
                  </a:ext>
                </a:extLst>
              </p:cNvPr>
              <p:cNvSpPr/>
              <p:nvPr/>
            </p:nvSpPr>
            <p:spPr>
              <a:xfrm>
                <a:off x="4788694" y="430101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A7644FD2-D2BC-48FA-9F1E-62E326342452}"/>
                  </a:ext>
                </a:extLst>
              </p:cNvPr>
              <p:cNvSpPr/>
              <p:nvPr/>
            </p:nvSpPr>
            <p:spPr>
              <a:xfrm>
                <a:off x="4788694" y="4503896"/>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B0D0C7DE-5743-4D95-BD99-BB39C4B6956E}"/>
                  </a:ext>
                </a:extLst>
              </p:cNvPr>
              <p:cNvSpPr/>
              <p:nvPr/>
            </p:nvSpPr>
            <p:spPr>
              <a:xfrm>
                <a:off x="4584859" y="227790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790A5E78-B115-4F0F-8E5D-450E2BB5B2F7}"/>
                  </a:ext>
                </a:extLst>
              </p:cNvPr>
              <p:cNvSpPr/>
              <p:nvPr/>
            </p:nvSpPr>
            <p:spPr>
              <a:xfrm>
                <a:off x="4584859" y="247983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19C64596-1C48-4947-827C-E4E5EB193199}"/>
                  </a:ext>
                </a:extLst>
              </p:cNvPr>
              <p:cNvSpPr/>
              <p:nvPr/>
            </p:nvSpPr>
            <p:spPr>
              <a:xfrm>
                <a:off x="4584859" y="268176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10E38FBC-0468-4089-8B2D-A75CAAC227F8}"/>
                  </a:ext>
                </a:extLst>
              </p:cNvPr>
              <p:cNvSpPr/>
              <p:nvPr/>
            </p:nvSpPr>
            <p:spPr>
              <a:xfrm>
                <a:off x="4584859" y="288464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7923D2CD-4FF6-4CAB-BFA5-252ECF67EE21}"/>
                  </a:ext>
                </a:extLst>
              </p:cNvPr>
              <p:cNvSpPr/>
              <p:nvPr/>
            </p:nvSpPr>
            <p:spPr>
              <a:xfrm>
                <a:off x="4584859" y="308657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AE772596-4D17-44C4-94F7-DAF38F5D3A5A}"/>
                  </a:ext>
                </a:extLst>
              </p:cNvPr>
              <p:cNvSpPr/>
              <p:nvPr/>
            </p:nvSpPr>
            <p:spPr>
              <a:xfrm>
                <a:off x="4584859" y="328850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5957930F-BFFF-4E45-9A4D-69BA87964706}"/>
                  </a:ext>
                </a:extLst>
              </p:cNvPr>
              <p:cNvSpPr/>
              <p:nvPr/>
            </p:nvSpPr>
            <p:spPr>
              <a:xfrm>
                <a:off x="4584859" y="349043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4F4F1065-9EBC-446A-8328-3EA06F8E1816}"/>
                  </a:ext>
                </a:extLst>
              </p:cNvPr>
              <p:cNvSpPr/>
              <p:nvPr/>
            </p:nvSpPr>
            <p:spPr>
              <a:xfrm>
                <a:off x="4584859" y="369331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91BA8BDE-494F-49F1-8326-5C4A1FE8924F}"/>
                  </a:ext>
                </a:extLst>
              </p:cNvPr>
              <p:cNvSpPr/>
              <p:nvPr/>
            </p:nvSpPr>
            <p:spPr>
              <a:xfrm>
                <a:off x="4584859" y="389524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00B075A0-824A-4484-9FEB-32CA5D02302F}"/>
                  </a:ext>
                </a:extLst>
              </p:cNvPr>
              <p:cNvSpPr/>
              <p:nvPr/>
            </p:nvSpPr>
            <p:spPr>
              <a:xfrm>
                <a:off x="4584859" y="409717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319B6F30-EEFF-4C80-826A-B7C677438583}"/>
                  </a:ext>
                </a:extLst>
              </p:cNvPr>
              <p:cNvSpPr/>
              <p:nvPr/>
            </p:nvSpPr>
            <p:spPr>
              <a:xfrm>
                <a:off x="4584859" y="429910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p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89F035F1-FD95-4008-9C61-173CFA389B81}"/>
                  </a:ext>
                </a:extLst>
              </p:cNvPr>
              <p:cNvSpPr/>
              <p:nvPr/>
            </p:nvSpPr>
            <p:spPr>
              <a:xfrm>
                <a:off x="4584859" y="4501991"/>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F382FD4B-8AFD-4064-AE06-C0134A605504}"/>
                  </a:ext>
                </a:extLst>
              </p:cNvPr>
              <p:cNvSpPr/>
              <p:nvPr/>
            </p:nvSpPr>
            <p:spPr>
              <a:xfrm>
                <a:off x="4381024" y="227599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0D5B3EE2-21E6-4064-B219-A3402C8FD7EF}"/>
                  </a:ext>
                </a:extLst>
              </p:cNvPr>
              <p:cNvSpPr/>
              <p:nvPr/>
            </p:nvSpPr>
            <p:spPr>
              <a:xfrm>
                <a:off x="4381024" y="247792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1DB538E2-199F-4BB6-B135-B090D1BCE7B4}"/>
                  </a:ext>
                </a:extLst>
              </p:cNvPr>
              <p:cNvSpPr/>
              <p:nvPr/>
            </p:nvSpPr>
            <p:spPr>
              <a:xfrm>
                <a:off x="4381024" y="267985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63C5D190-0A3E-4E95-B9F6-4514C3CEEA94}"/>
                  </a:ext>
                </a:extLst>
              </p:cNvPr>
              <p:cNvSpPr/>
              <p:nvPr/>
            </p:nvSpPr>
            <p:spPr>
              <a:xfrm>
                <a:off x="4381024" y="288274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A074CE13-48B7-43E0-8E65-455B2E60A0BE}"/>
                  </a:ext>
                </a:extLst>
              </p:cNvPr>
              <p:cNvSpPr/>
              <p:nvPr/>
            </p:nvSpPr>
            <p:spPr>
              <a:xfrm>
                <a:off x="4381024" y="308467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74AB88E1-C589-49A2-9C3E-2A95634984C9}"/>
                  </a:ext>
                </a:extLst>
              </p:cNvPr>
              <p:cNvSpPr/>
              <p:nvPr/>
            </p:nvSpPr>
            <p:spPr>
              <a:xfrm>
                <a:off x="4381024" y="328660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0EDC1E31-4E61-4600-ACAB-F3BDF4B99F89}"/>
                  </a:ext>
                </a:extLst>
              </p:cNvPr>
              <p:cNvSpPr/>
              <p:nvPr/>
            </p:nvSpPr>
            <p:spPr>
              <a:xfrm>
                <a:off x="4381024" y="348853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43F6D014-4F76-4251-994C-61D1C240A39E}"/>
                  </a:ext>
                </a:extLst>
              </p:cNvPr>
              <p:cNvSpPr/>
              <p:nvPr/>
            </p:nvSpPr>
            <p:spPr>
              <a:xfrm>
                <a:off x="4381024" y="369141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D97FB8FF-E34F-45FB-8E4C-DBF33FE962A8}"/>
                  </a:ext>
                </a:extLst>
              </p:cNvPr>
              <p:cNvSpPr/>
              <p:nvPr/>
            </p:nvSpPr>
            <p:spPr>
              <a:xfrm>
                <a:off x="4381024" y="389334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85EAA1B0-6FEB-4A2F-931C-38E22F668E4C}"/>
                  </a:ext>
                </a:extLst>
              </p:cNvPr>
              <p:cNvSpPr/>
              <p:nvPr/>
            </p:nvSpPr>
            <p:spPr>
              <a:xfrm>
                <a:off x="4381024" y="409527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63B61B6E-49AB-4679-8A9E-7594BDE298F6}"/>
                  </a:ext>
                </a:extLst>
              </p:cNvPr>
              <p:cNvSpPr/>
              <p:nvPr/>
            </p:nvSpPr>
            <p:spPr>
              <a:xfrm>
                <a:off x="4381024" y="429720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2E7C0461-2BE8-4DD8-84C3-5F07B1BF3334}"/>
                  </a:ext>
                </a:extLst>
              </p:cNvPr>
              <p:cNvSpPr/>
              <p:nvPr/>
            </p:nvSpPr>
            <p:spPr>
              <a:xfrm>
                <a:off x="4381024" y="4500086"/>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01AB2133-642E-4408-96B2-B54720900AA7}"/>
                  </a:ext>
                </a:extLst>
              </p:cNvPr>
              <p:cNvSpPr/>
              <p:nvPr/>
            </p:nvSpPr>
            <p:spPr>
              <a:xfrm>
                <a:off x="4176236" y="227409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7A0B4044-F505-4239-B44F-14666857B6C0}"/>
                  </a:ext>
                </a:extLst>
              </p:cNvPr>
              <p:cNvSpPr/>
              <p:nvPr/>
            </p:nvSpPr>
            <p:spPr>
              <a:xfrm>
                <a:off x="4176236" y="247602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4830243E-2D56-485A-9545-E84F2D290677}"/>
                  </a:ext>
                </a:extLst>
              </p:cNvPr>
              <p:cNvSpPr/>
              <p:nvPr/>
            </p:nvSpPr>
            <p:spPr>
              <a:xfrm>
                <a:off x="4176236" y="267795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D9D7B70D-32C8-4F67-95D8-C32D73FEF3B7}"/>
                  </a:ext>
                </a:extLst>
              </p:cNvPr>
              <p:cNvSpPr/>
              <p:nvPr/>
            </p:nvSpPr>
            <p:spPr>
              <a:xfrm>
                <a:off x="4176236" y="288083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F34BE8F0-B589-44F9-A517-6F0E0239761F}"/>
                  </a:ext>
                </a:extLst>
              </p:cNvPr>
              <p:cNvSpPr/>
              <p:nvPr/>
            </p:nvSpPr>
            <p:spPr>
              <a:xfrm>
                <a:off x="4176236" y="308276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4539FE53-6DA0-4DE8-9B7D-92E5017B436F}"/>
                  </a:ext>
                </a:extLst>
              </p:cNvPr>
              <p:cNvSpPr/>
              <p:nvPr/>
            </p:nvSpPr>
            <p:spPr>
              <a:xfrm>
                <a:off x="4176236" y="328469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EAC28A0A-5E09-40C0-887C-B2669B25BD96}"/>
                  </a:ext>
                </a:extLst>
              </p:cNvPr>
              <p:cNvSpPr/>
              <p:nvPr/>
            </p:nvSpPr>
            <p:spPr>
              <a:xfrm>
                <a:off x="4176236" y="348662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FDE81BCE-F78F-46B4-A7A5-620149269DB6}"/>
                  </a:ext>
                </a:extLst>
              </p:cNvPr>
              <p:cNvSpPr/>
              <p:nvPr/>
            </p:nvSpPr>
            <p:spPr>
              <a:xfrm>
                <a:off x="4176236" y="368950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2B98BE10-1277-48F1-B6FB-336D2D11C647}"/>
                  </a:ext>
                </a:extLst>
              </p:cNvPr>
              <p:cNvSpPr/>
              <p:nvPr/>
            </p:nvSpPr>
            <p:spPr>
              <a:xfrm>
                <a:off x="4176236" y="389143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2F44CE5A-1AED-4254-BE0C-02D1DF4ED620}"/>
                  </a:ext>
                </a:extLst>
              </p:cNvPr>
              <p:cNvSpPr/>
              <p:nvPr/>
            </p:nvSpPr>
            <p:spPr>
              <a:xfrm>
                <a:off x="4176236" y="409336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25C88CD4-71E7-4617-81AF-4E8F4C085280}"/>
                  </a:ext>
                </a:extLst>
              </p:cNvPr>
              <p:cNvSpPr/>
              <p:nvPr/>
            </p:nvSpPr>
            <p:spPr>
              <a:xfrm>
                <a:off x="4176236" y="429529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01A106F2-ACA3-47B8-BEB9-7646461D6E23}"/>
                  </a:ext>
                </a:extLst>
              </p:cNvPr>
              <p:cNvSpPr/>
              <p:nvPr/>
            </p:nvSpPr>
            <p:spPr>
              <a:xfrm>
                <a:off x="4176236" y="4498181"/>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3BAFFA6F-8DE6-4055-9275-EC81F935B9DE}"/>
                  </a:ext>
                </a:extLst>
              </p:cNvPr>
              <p:cNvSpPr/>
              <p:nvPr/>
            </p:nvSpPr>
            <p:spPr>
              <a:xfrm>
                <a:off x="3973354" y="227314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1BE8E778-536D-4648-BD8B-5B50D63D16E5}"/>
                  </a:ext>
                </a:extLst>
              </p:cNvPr>
              <p:cNvSpPr/>
              <p:nvPr/>
            </p:nvSpPr>
            <p:spPr>
              <a:xfrm>
                <a:off x="3973354" y="247507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9D01B6D6-7F13-4A63-9012-245350F49057}"/>
                  </a:ext>
                </a:extLst>
              </p:cNvPr>
              <p:cNvSpPr/>
              <p:nvPr/>
            </p:nvSpPr>
            <p:spPr>
              <a:xfrm>
                <a:off x="3973354" y="267700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48015520-BD17-491B-BDDD-F7BE788B3A4F}"/>
                  </a:ext>
                </a:extLst>
              </p:cNvPr>
              <p:cNvSpPr/>
              <p:nvPr/>
            </p:nvSpPr>
            <p:spPr>
              <a:xfrm>
                <a:off x="3973354" y="287988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496" name="Freeform: Shape 495">
                <a:extLst>
                  <a:ext uri="{FF2B5EF4-FFF2-40B4-BE49-F238E27FC236}">
                    <a16:creationId xmlns:a16="http://schemas.microsoft.com/office/drawing/2014/main" id="{13A7B0BA-7C00-4178-A160-239048D284D5}"/>
                  </a:ext>
                </a:extLst>
              </p:cNvPr>
              <p:cNvSpPr/>
              <p:nvPr/>
            </p:nvSpPr>
            <p:spPr>
              <a:xfrm>
                <a:off x="3973354" y="308181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DDD3D681-E8CF-4EEC-9F0A-9A9A5E9D81D0}"/>
                  </a:ext>
                </a:extLst>
              </p:cNvPr>
              <p:cNvSpPr/>
              <p:nvPr/>
            </p:nvSpPr>
            <p:spPr>
              <a:xfrm>
                <a:off x="3973354" y="328374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FBA9E9FA-3D2B-4B11-B6E0-592F32B03A45}"/>
                  </a:ext>
                </a:extLst>
              </p:cNvPr>
              <p:cNvSpPr/>
              <p:nvPr/>
            </p:nvSpPr>
            <p:spPr>
              <a:xfrm>
                <a:off x="3973354" y="348567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BF682C85-E94A-4E93-BE7A-85690DF96A4D}"/>
                  </a:ext>
                </a:extLst>
              </p:cNvPr>
              <p:cNvSpPr/>
              <p:nvPr/>
            </p:nvSpPr>
            <p:spPr>
              <a:xfrm>
                <a:off x="3973354" y="368855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265E06A9-7B10-451F-9FD9-1E48AB62380A}"/>
                  </a:ext>
                </a:extLst>
              </p:cNvPr>
              <p:cNvSpPr/>
              <p:nvPr/>
            </p:nvSpPr>
            <p:spPr>
              <a:xfrm>
                <a:off x="3973354" y="389048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AEF875B0-401C-4751-B5D8-07BFC984D51D}"/>
                  </a:ext>
                </a:extLst>
              </p:cNvPr>
              <p:cNvSpPr/>
              <p:nvPr/>
            </p:nvSpPr>
            <p:spPr>
              <a:xfrm>
                <a:off x="3973354" y="409241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1F48C5B3-1D58-4934-A3AC-B35869B912BD}"/>
                  </a:ext>
                </a:extLst>
              </p:cNvPr>
              <p:cNvSpPr/>
              <p:nvPr/>
            </p:nvSpPr>
            <p:spPr>
              <a:xfrm>
                <a:off x="3973354" y="429434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503" name="Freeform: Shape 502">
                <a:extLst>
                  <a:ext uri="{FF2B5EF4-FFF2-40B4-BE49-F238E27FC236}">
                    <a16:creationId xmlns:a16="http://schemas.microsoft.com/office/drawing/2014/main" id="{F76840B6-A4DD-4207-898B-68C79B4DCACC}"/>
                  </a:ext>
                </a:extLst>
              </p:cNvPr>
              <p:cNvSpPr/>
              <p:nvPr/>
            </p:nvSpPr>
            <p:spPr>
              <a:xfrm>
                <a:off x="3973354" y="4497228"/>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endParaRPr lang="en-US"/>
              </a:p>
            </p:txBody>
          </p:sp>
          <p:sp>
            <p:nvSpPr>
              <p:cNvPr id="504" name="Freeform: Shape 503">
                <a:extLst>
                  <a:ext uri="{FF2B5EF4-FFF2-40B4-BE49-F238E27FC236}">
                    <a16:creationId xmlns:a16="http://schemas.microsoft.com/office/drawing/2014/main" id="{0996DAD5-F535-43CC-B5B9-6A3E462A1DF4}"/>
                  </a:ext>
                </a:extLst>
              </p:cNvPr>
              <p:cNvSpPr/>
              <p:nvPr/>
            </p:nvSpPr>
            <p:spPr>
              <a:xfrm>
                <a:off x="3769519" y="227123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875E5037-AC5F-432B-A2D1-6B127B4BA1A6}"/>
                  </a:ext>
                </a:extLst>
              </p:cNvPr>
              <p:cNvSpPr/>
              <p:nvPr/>
            </p:nvSpPr>
            <p:spPr>
              <a:xfrm>
                <a:off x="3769519" y="247316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06" name="Freeform: Shape 505">
                <a:extLst>
                  <a:ext uri="{FF2B5EF4-FFF2-40B4-BE49-F238E27FC236}">
                    <a16:creationId xmlns:a16="http://schemas.microsoft.com/office/drawing/2014/main" id="{E98FE738-5A93-4F8D-BD9D-EB3D9FF40B69}"/>
                  </a:ext>
                </a:extLst>
              </p:cNvPr>
              <p:cNvSpPr/>
              <p:nvPr/>
            </p:nvSpPr>
            <p:spPr>
              <a:xfrm>
                <a:off x="3769519" y="267509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09B4E9BA-160F-49AE-9B86-52EA074768C2}"/>
                  </a:ext>
                </a:extLst>
              </p:cNvPr>
              <p:cNvSpPr/>
              <p:nvPr/>
            </p:nvSpPr>
            <p:spPr>
              <a:xfrm>
                <a:off x="3769519" y="287797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08" name="Freeform: Shape 507">
                <a:extLst>
                  <a:ext uri="{FF2B5EF4-FFF2-40B4-BE49-F238E27FC236}">
                    <a16:creationId xmlns:a16="http://schemas.microsoft.com/office/drawing/2014/main" id="{FD4B4585-39DB-446A-A4F6-DDB11D18F677}"/>
                  </a:ext>
                </a:extLst>
              </p:cNvPr>
              <p:cNvSpPr/>
              <p:nvPr/>
            </p:nvSpPr>
            <p:spPr>
              <a:xfrm>
                <a:off x="3769519" y="307990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09" name="Freeform: Shape 508">
                <a:extLst>
                  <a:ext uri="{FF2B5EF4-FFF2-40B4-BE49-F238E27FC236}">
                    <a16:creationId xmlns:a16="http://schemas.microsoft.com/office/drawing/2014/main" id="{1ED8FA8D-FAF5-46B7-85C2-D28B8DC00401}"/>
                  </a:ext>
                </a:extLst>
              </p:cNvPr>
              <p:cNvSpPr/>
              <p:nvPr/>
            </p:nvSpPr>
            <p:spPr>
              <a:xfrm>
                <a:off x="3769519" y="328183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10" name="Freeform: Shape 509">
                <a:extLst>
                  <a:ext uri="{FF2B5EF4-FFF2-40B4-BE49-F238E27FC236}">
                    <a16:creationId xmlns:a16="http://schemas.microsoft.com/office/drawing/2014/main" id="{58635035-6BDE-4FD5-95A6-AB11891D10B5}"/>
                  </a:ext>
                </a:extLst>
              </p:cNvPr>
              <p:cNvSpPr/>
              <p:nvPr/>
            </p:nvSpPr>
            <p:spPr>
              <a:xfrm>
                <a:off x="3769519" y="348376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11" name="Freeform: Shape 510">
                <a:extLst>
                  <a:ext uri="{FF2B5EF4-FFF2-40B4-BE49-F238E27FC236}">
                    <a16:creationId xmlns:a16="http://schemas.microsoft.com/office/drawing/2014/main" id="{4ED6950E-39B7-4CCB-93A0-9321129E8AAC}"/>
                  </a:ext>
                </a:extLst>
              </p:cNvPr>
              <p:cNvSpPr/>
              <p:nvPr/>
            </p:nvSpPr>
            <p:spPr>
              <a:xfrm>
                <a:off x="3769519" y="368665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12" name="Freeform: Shape 511">
                <a:extLst>
                  <a:ext uri="{FF2B5EF4-FFF2-40B4-BE49-F238E27FC236}">
                    <a16:creationId xmlns:a16="http://schemas.microsoft.com/office/drawing/2014/main" id="{86EB9D4D-CF10-4D65-BA01-1803C4BB8603}"/>
                  </a:ext>
                </a:extLst>
              </p:cNvPr>
              <p:cNvSpPr/>
              <p:nvPr/>
            </p:nvSpPr>
            <p:spPr>
              <a:xfrm>
                <a:off x="3769519" y="388858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13" name="Freeform: Shape 512">
                <a:extLst>
                  <a:ext uri="{FF2B5EF4-FFF2-40B4-BE49-F238E27FC236}">
                    <a16:creationId xmlns:a16="http://schemas.microsoft.com/office/drawing/2014/main" id="{1E8DC428-3ADD-4F9A-A52D-B29838BDE2D5}"/>
                  </a:ext>
                </a:extLst>
              </p:cNvPr>
              <p:cNvSpPr/>
              <p:nvPr/>
            </p:nvSpPr>
            <p:spPr>
              <a:xfrm>
                <a:off x="3769519" y="409051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14" name="Freeform: Shape 513">
                <a:extLst>
                  <a:ext uri="{FF2B5EF4-FFF2-40B4-BE49-F238E27FC236}">
                    <a16:creationId xmlns:a16="http://schemas.microsoft.com/office/drawing/2014/main" id="{83B38C26-549D-41B7-8A87-D31D61C2CC81}"/>
                  </a:ext>
                </a:extLst>
              </p:cNvPr>
              <p:cNvSpPr/>
              <p:nvPr/>
            </p:nvSpPr>
            <p:spPr>
              <a:xfrm>
                <a:off x="3769519" y="429244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15" name="Freeform: Shape 514">
                <a:extLst>
                  <a:ext uri="{FF2B5EF4-FFF2-40B4-BE49-F238E27FC236}">
                    <a16:creationId xmlns:a16="http://schemas.microsoft.com/office/drawing/2014/main" id="{0AB10B92-6416-4026-B803-01C2A30BD7F4}"/>
                  </a:ext>
                </a:extLst>
              </p:cNvPr>
              <p:cNvSpPr/>
              <p:nvPr/>
            </p:nvSpPr>
            <p:spPr>
              <a:xfrm>
                <a:off x="3769519" y="4495323"/>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endParaRPr lang="en-US"/>
              </a:p>
            </p:txBody>
          </p:sp>
          <p:sp>
            <p:nvSpPr>
              <p:cNvPr id="516" name="Freeform: Shape 515">
                <a:extLst>
                  <a:ext uri="{FF2B5EF4-FFF2-40B4-BE49-F238E27FC236}">
                    <a16:creationId xmlns:a16="http://schemas.microsoft.com/office/drawing/2014/main" id="{802CA5BA-E97C-4FFE-88A2-23957214B679}"/>
                  </a:ext>
                </a:extLst>
              </p:cNvPr>
              <p:cNvSpPr/>
              <p:nvPr/>
            </p:nvSpPr>
            <p:spPr>
              <a:xfrm>
                <a:off x="3565684" y="226933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17" name="Freeform: Shape 516">
                <a:extLst>
                  <a:ext uri="{FF2B5EF4-FFF2-40B4-BE49-F238E27FC236}">
                    <a16:creationId xmlns:a16="http://schemas.microsoft.com/office/drawing/2014/main" id="{CEED4741-7A9C-471F-8E96-655ECC0BA211}"/>
                  </a:ext>
                </a:extLst>
              </p:cNvPr>
              <p:cNvSpPr/>
              <p:nvPr/>
            </p:nvSpPr>
            <p:spPr>
              <a:xfrm>
                <a:off x="3565684" y="247126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18" name="Freeform: Shape 517">
                <a:extLst>
                  <a:ext uri="{FF2B5EF4-FFF2-40B4-BE49-F238E27FC236}">
                    <a16:creationId xmlns:a16="http://schemas.microsoft.com/office/drawing/2014/main" id="{3C9DE3E3-5177-47B9-A3EF-64A7A383AF8A}"/>
                  </a:ext>
                </a:extLst>
              </p:cNvPr>
              <p:cNvSpPr/>
              <p:nvPr/>
            </p:nvSpPr>
            <p:spPr>
              <a:xfrm>
                <a:off x="3565684" y="267319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19" name="Freeform: Shape 518">
                <a:extLst>
                  <a:ext uri="{FF2B5EF4-FFF2-40B4-BE49-F238E27FC236}">
                    <a16:creationId xmlns:a16="http://schemas.microsoft.com/office/drawing/2014/main" id="{B19F1617-30CF-48B6-AFE7-5A75E8A77594}"/>
                  </a:ext>
                </a:extLst>
              </p:cNvPr>
              <p:cNvSpPr/>
              <p:nvPr/>
            </p:nvSpPr>
            <p:spPr>
              <a:xfrm>
                <a:off x="3565684" y="287607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0" name="Freeform: Shape 519">
                <a:extLst>
                  <a:ext uri="{FF2B5EF4-FFF2-40B4-BE49-F238E27FC236}">
                    <a16:creationId xmlns:a16="http://schemas.microsoft.com/office/drawing/2014/main" id="{6C5F3357-0686-4BD7-A7A1-AF3219E51CCF}"/>
                  </a:ext>
                </a:extLst>
              </p:cNvPr>
              <p:cNvSpPr/>
              <p:nvPr/>
            </p:nvSpPr>
            <p:spPr>
              <a:xfrm>
                <a:off x="3565684" y="307800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1" name="Freeform: Shape 520">
                <a:extLst>
                  <a:ext uri="{FF2B5EF4-FFF2-40B4-BE49-F238E27FC236}">
                    <a16:creationId xmlns:a16="http://schemas.microsoft.com/office/drawing/2014/main" id="{6EE0A247-FDBE-473C-86AB-314C3023743A}"/>
                  </a:ext>
                </a:extLst>
              </p:cNvPr>
              <p:cNvSpPr/>
              <p:nvPr/>
            </p:nvSpPr>
            <p:spPr>
              <a:xfrm>
                <a:off x="3565684" y="327993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2" name="Freeform: Shape 521">
                <a:extLst>
                  <a:ext uri="{FF2B5EF4-FFF2-40B4-BE49-F238E27FC236}">
                    <a16:creationId xmlns:a16="http://schemas.microsoft.com/office/drawing/2014/main" id="{07BC3A32-35F2-4EBA-ABFE-17687AE26762}"/>
                  </a:ext>
                </a:extLst>
              </p:cNvPr>
              <p:cNvSpPr/>
              <p:nvPr/>
            </p:nvSpPr>
            <p:spPr>
              <a:xfrm>
                <a:off x="3565684" y="348186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3" name="Freeform: Shape 522">
                <a:extLst>
                  <a:ext uri="{FF2B5EF4-FFF2-40B4-BE49-F238E27FC236}">
                    <a16:creationId xmlns:a16="http://schemas.microsoft.com/office/drawing/2014/main" id="{35DBB1C0-1200-4432-95EC-F3DC349E81AB}"/>
                  </a:ext>
                </a:extLst>
              </p:cNvPr>
              <p:cNvSpPr/>
              <p:nvPr/>
            </p:nvSpPr>
            <p:spPr>
              <a:xfrm>
                <a:off x="3565684" y="368474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4" name="Freeform: Shape 523">
                <a:extLst>
                  <a:ext uri="{FF2B5EF4-FFF2-40B4-BE49-F238E27FC236}">
                    <a16:creationId xmlns:a16="http://schemas.microsoft.com/office/drawing/2014/main" id="{2C31D903-D243-43D4-8FE3-AD11B5AD54B4}"/>
                  </a:ext>
                </a:extLst>
              </p:cNvPr>
              <p:cNvSpPr/>
              <p:nvPr/>
            </p:nvSpPr>
            <p:spPr>
              <a:xfrm>
                <a:off x="3565684" y="388667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5" name="Freeform: Shape 524">
                <a:extLst>
                  <a:ext uri="{FF2B5EF4-FFF2-40B4-BE49-F238E27FC236}">
                    <a16:creationId xmlns:a16="http://schemas.microsoft.com/office/drawing/2014/main" id="{EBCC7D73-ACBF-4B61-87EC-D6FF08745543}"/>
                  </a:ext>
                </a:extLst>
              </p:cNvPr>
              <p:cNvSpPr/>
              <p:nvPr/>
            </p:nvSpPr>
            <p:spPr>
              <a:xfrm>
                <a:off x="3565684" y="408860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8813182F-F8BE-4F50-AA48-814F698DA386}"/>
                  </a:ext>
                </a:extLst>
              </p:cNvPr>
              <p:cNvSpPr/>
              <p:nvPr/>
            </p:nvSpPr>
            <p:spPr>
              <a:xfrm>
                <a:off x="3565684" y="429053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7" name="Freeform: Shape 526">
                <a:extLst>
                  <a:ext uri="{FF2B5EF4-FFF2-40B4-BE49-F238E27FC236}">
                    <a16:creationId xmlns:a16="http://schemas.microsoft.com/office/drawing/2014/main" id="{24174054-6283-45DE-9F93-740BF7111425}"/>
                  </a:ext>
                </a:extLst>
              </p:cNvPr>
              <p:cNvSpPr/>
              <p:nvPr/>
            </p:nvSpPr>
            <p:spPr>
              <a:xfrm>
                <a:off x="3565684" y="4493418"/>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endParaRPr lang="en-US"/>
              </a:p>
            </p:txBody>
          </p:sp>
          <p:sp>
            <p:nvSpPr>
              <p:cNvPr id="528" name="Freeform: Shape 527">
                <a:extLst>
                  <a:ext uri="{FF2B5EF4-FFF2-40B4-BE49-F238E27FC236}">
                    <a16:creationId xmlns:a16="http://schemas.microsoft.com/office/drawing/2014/main" id="{DB17D6FC-5046-4F25-9B52-E023D5BF2E00}"/>
                  </a:ext>
                </a:extLst>
              </p:cNvPr>
              <p:cNvSpPr/>
              <p:nvPr/>
            </p:nvSpPr>
            <p:spPr>
              <a:xfrm>
                <a:off x="3360896" y="226742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29" name="Freeform: Shape 528">
                <a:extLst>
                  <a:ext uri="{FF2B5EF4-FFF2-40B4-BE49-F238E27FC236}">
                    <a16:creationId xmlns:a16="http://schemas.microsoft.com/office/drawing/2014/main" id="{D3283834-5511-496D-BA3D-9FD607B4F48F}"/>
                  </a:ext>
                </a:extLst>
              </p:cNvPr>
              <p:cNvSpPr/>
              <p:nvPr/>
            </p:nvSpPr>
            <p:spPr>
              <a:xfrm>
                <a:off x="3360896" y="246935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0" name="Freeform: Shape 529">
                <a:extLst>
                  <a:ext uri="{FF2B5EF4-FFF2-40B4-BE49-F238E27FC236}">
                    <a16:creationId xmlns:a16="http://schemas.microsoft.com/office/drawing/2014/main" id="{C94EE410-9115-422E-BD56-D5F3130F0495}"/>
                  </a:ext>
                </a:extLst>
              </p:cNvPr>
              <p:cNvSpPr/>
              <p:nvPr/>
            </p:nvSpPr>
            <p:spPr>
              <a:xfrm>
                <a:off x="3360896" y="267128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1" name="Freeform: Shape 530">
                <a:extLst>
                  <a:ext uri="{FF2B5EF4-FFF2-40B4-BE49-F238E27FC236}">
                    <a16:creationId xmlns:a16="http://schemas.microsoft.com/office/drawing/2014/main" id="{998ED375-19A9-492D-85C4-BCB42AB60452}"/>
                  </a:ext>
                </a:extLst>
              </p:cNvPr>
              <p:cNvSpPr/>
              <p:nvPr/>
            </p:nvSpPr>
            <p:spPr>
              <a:xfrm>
                <a:off x="3361849" y="2874168"/>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endParaRPr lang="en-US"/>
              </a:p>
            </p:txBody>
          </p:sp>
          <p:sp>
            <p:nvSpPr>
              <p:cNvPr id="532" name="Freeform: Shape 531">
                <a:extLst>
                  <a:ext uri="{FF2B5EF4-FFF2-40B4-BE49-F238E27FC236}">
                    <a16:creationId xmlns:a16="http://schemas.microsoft.com/office/drawing/2014/main" id="{CA698D42-B9BC-4E9D-926C-F06C1A1F05BD}"/>
                  </a:ext>
                </a:extLst>
              </p:cNvPr>
              <p:cNvSpPr/>
              <p:nvPr/>
            </p:nvSpPr>
            <p:spPr>
              <a:xfrm>
                <a:off x="3360896" y="307609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3" name="Freeform: Shape 532">
                <a:extLst>
                  <a:ext uri="{FF2B5EF4-FFF2-40B4-BE49-F238E27FC236}">
                    <a16:creationId xmlns:a16="http://schemas.microsoft.com/office/drawing/2014/main" id="{6C28550C-0C95-42D9-8B8A-B57D685F3E02}"/>
                  </a:ext>
                </a:extLst>
              </p:cNvPr>
              <p:cNvSpPr/>
              <p:nvPr/>
            </p:nvSpPr>
            <p:spPr>
              <a:xfrm>
                <a:off x="3360896" y="327802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4" name="Freeform: Shape 533">
                <a:extLst>
                  <a:ext uri="{FF2B5EF4-FFF2-40B4-BE49-F238E27FC236}">
                    <a16:creationId xmlns:a16="http://schemas.microsoft.com/office/drawing/2014/main" id="{B8FA96EB-8AB4-48A1-BD52-94A24A7F45BC}"/>
                  </a:ext>
                </a:extLst>
              </p:cNvPr>
              <p:cNvSpPr/>
              <p:nvPr/>
            </p:nvSpPr>
            <p:spPr>
              <a:xfrm>
                <a:off x="3360896" y="347995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5" name="Freeform: Shape 534">
                <a:extLst>
                  <a:ext uri="{FF2B5EF4-FFF2-40B4-BE49-F238E27FC236}">
                    <a16:creationId xmlns:a16="http://schemas.microsoft.com/office/drawing/2014/main" id="{70DC73A5-BA2F-47AF-B8CC-E2D1CABA6865}"/>
                  </a:ext>
                </a:extLst>
              </p:cNvPr>
              <p:cNvSpPr/>
              <p:nvPr/>
            </p:nvSpPr>
            <p:spPr>
              <a:xfrm>
                <a:off x="3360896" y="368284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369BFF76-DAFC-466F-8713-625725F1A62F}"/>
                  </a:ext>
                </a:extLst>
              </p:cNvPr>
              <p:cNvSpPr/>
              <p:nvPr/>
            </p:nvSpPr>
            <p:spPr>
              <a:xfrm>
                <a:off x="3360896" y="388477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7" name="Freeform: Shape 536">
                <a:extLst>
                  <a:ext uri="{FF2B5EF4-FFF2-40B4-BE49-F238E27FC236}">
                    <a16:creationId xmlns:a16="http://schemas.microsoft.com/office/drawing/2014/main" id="{376ADDD7-6B8E-4E1B-9C8C-3265A8C69E7F}"/>
                  </a:ext>
                </a:extLst>
              </p:cNvPr>
              <p:cNvSpPr/>
              <p:nvPr/>
            </p:nvSpPr>
            <p:spPr>
              <a:xfrm>
                <a:off x="3361849" y="4086701"/>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endParaRPr lang="en-US"/>
              </a:p>
            </p:txBody>
          </p:sp>
          <p:sp>
            <p:nvSpPr>
              <p:cNvPr id="538" name="Freeform: Shape 537">
                <a:extLst>
                  <a:ext uri="{FF2B5EF4-FFF2-40B4-BE49-F238E27FC236}">
                    <a16:creationId xmlns:a16="http://schemas.microsoft.com/office/drawing/2014/main" id="{D20EF56C-E904-4BC6-A4A0-028A086E608B}"/>
                  </a:ext>
                </a:extLst>
              </p:cNvPr>
              <p:cNvSpPr/>
              <p:nvPr/>
            </p:nvSpPr>
            <p:spPr>
              <a:xfrm>
                <a:off x="3360896" y="428863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39" name="Freeform: Shape 538">
                <a:extLst>
                  <a:ext uri="{FF2B5EF4-FFF2-40B4-BE49-F238E27FC236}">
                    <a16:creationId xmlns:a16="http://schemas.microsoft.com/office/drawing/2014/main" id="{6A4CA3B3-482E-4526-97EA-8D05301A9788}"/>
                  </a:ext>
                </a:extLst>
              </p:cNvPr>
              <p:cNvSpPr/>
              <p:nvPr/>
            </p:nvSpPr>
            <p:spPr>
              <a:xfrm>
                <a:off x="3360896" y="4491513"/>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endParaRPr lang="en-US"/>
              </a:p>
            </p:txBody>
          </p:sp>
          <p:sp>
            <p:nvSpPr>
              <p:cNvPr id="540" name="Freeform: Shape 539">
                <a:extLst>
                  <a:ext uri="{FF2B5EF4-FFF2-40B4-BE49-F238E27FC236}">
                    <a16:creationId xmlns:a16="http://schemas.microsoft.com/office/drawing/2014/main" id="{93F78F18-EFC9-4A06-B7C1-0EC44944DB44}"/>
                  </a:ext>
                </a:extLst>
              </p:cNvPr>
              <p:cNvSpPr/>
              <p:nvPr/>
            </p:nvSpPr>
            <p:spPr>
              <a:xfrm>
                <a:off x="3158014" y="226647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1" name="Freeform: Shape 540">
                <a:extLst>
                  <a:ext uri="{FF2B5EF4-FFF2-40B4-BE49-F238E27FC236}">
                    <a16:creationId xmlns:a16="http://schemas.microsoft.com/office/drawing/2014/main" id="{0F9A0200-02A1-4C84-BEA2-285F1BC1944D}"/>
                  </a:ext>
                </a:extLst>
              </p:cNvPr>
              <p:cNvSpPr/>
              <p:nvPr/>
            </p:nvSpPr>
            <p:spPr>
              <a:xfrm>
                <a:off x="3158014" y="246840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2" name="Freeform: Shape 541">
                <a:extLst>
                  <a:ext uri="{FF2B5EF4-FFF2-40B4-BE49-F238E27FC236}">
                    <a16:creationId xmlns:a16="http://schemas.microsoft.com/office/drawing/2014/main" id="{40C0B9F9-B5BC-49AE-82E9-80ACB83480DF}"/>
                  </a:ext>
                </a:extLst>
              </p:cNvPr>
              <p:cNvSpPr/>
              <p:nvPr/>
            </p:nvSpPr>
            <p:spPr>
              <a:xfrm>
                <a:off x="3158014" y="267033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3" name="Freeform: Shape 542">
                <a:extLst>
                  <a:ext uri="{FF2B5EF4-FFF2-40B4-BE49-F238E27FC236}">
                    <a16:creationId xmlns:a16="http://schemas.microsoft.com/office/drawing/2014/main" id="{49947A84-DBD2-45DC-B53B-28D544BD1DC0}"/>
                  </a:ext>
                </a:extLst>
              </p:cNvPr>
              <p:cNvSpPr/>
              <p:nvPr/>
            </p:nvSpPr>
            <p:spPr>
              <a:xfrm>
                <a:off x="3158014" y="287321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4" name="Freeform: Shape 543">
                <a:extLst>
                  <a:ext uri="{FF2B5EF4-FFF2-40B4-BE49-F238E27FC236}">
                    <a16:creationId xmlns:a16="http://schemas.microsoft.com/office/drawing/2014/main" id="{2E40EEC1-F554-4E8D-96CC-7F23406C3898}"/>
                  </a:ext>
                </a:extLst>
              </p:cNvPr>
              <p:cNvSpPr/>
              <p:nvPr/>
            </p:nvSpPr>
            <p:spPr>
              <a:xfrm>
                <a:off x="3158014" y="307514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5" name="Freeform: Shape 544">
                <a:extLst>
                  <a:ext uri="{FF2B5EF4-FFF2-40B4-BE49-F238E27FC236}">
                    <a16:creationId xmlns:a16="http://schemas.microsoft.com/office/drawing/2014/main" id="{F95E8AB6-139B-4990-9395-EB71E6B26ADD}"/>
                  </a:ext>
                </a:extLst>
              </p:cNvPr>
              <p:cNvSpPr/>
              <p:nvPr/>
            </p:nvSpPr>
            <p:spPr>
              <a:xfrm>
                <a:off x="3158014" y="327707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6" name="Freeform: Shape 545">
                <a:extLst>
                  <a:ext uri="{FF2B5EF4-FFF2-40B4-BE49-F238E27FC236}">
                    <a16:creationId xmlns:a16="http://schemas.microsoft.com/office/drawing/2014/main" id="{C878B51C-0485-4711-83D2-4BA81F77E639}"/>
                  </a:ext>
                </a:extLst>
              </p:cNvPr>
              <p:cNvSpPr/>
              <p:nvPr/>
            </p:nvSpPr>
            <p:spPr>
              <a:xfrm>
                <a:off x="3158014" y="347900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7" name="Freeform: Shape 546">
                <a:extLst>
                  <a:ext uri="{FF2B5EF4-FFF2-40B4-BE49-F238E27FC236}">
                    <a16:creationId xmlns:a16="http://schemas.microsoft.com/office/drawing/2014/main" id="{89CEB1CB-6643-46F3-9637-67E34646DA21}"/>
                  </a:ext>
                </a:extLst>
              </p:cNvPr>
              <p:cNvSpPr/>
              <p:nvPr/>
            </p:nvSpPr>
            <p:spPr>
              <a:xfrm>
                <a:off x="3158014" y="368188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8" name="Freeform: Shape 547">
                <a:extLst>
                  <a:ext uri="{FF2B5EF4-FFF2-40B4-BE49-F238E27FC236}">
                    <a16:creationId xmlns:a16="http://schemas.microsoft.com/office/drawing/2014/main" id="{FEA27509-2E74-4FAD-B6B9-C61AA3BCE0EC}"/>
                  </a:ext>
                </a:extLst>
              </p:cNvPr>
              <p:cNvSpPr/>
              <p:nvPr/>
            </p:nvSpPr>
            <p:spPr>
              <a:xfrm>
                <a:off x="3158014" y="388381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49" name="Freeform: Shape 548">
                <a:extLst>
                  <a:ext uri="{FF2B5EF4-FFF2-40B4-BE49-F238E27FC236}">
                    <a16:creationId xmlns:a16="http://schemas.microsoft.com/office/drawing/2014/main" id="{CEE7DEE1-4191-4564-A293-6928137B6506}"/>
                  </a:ext>
                </a:extLst>
              </p:cNvPr>
              <p:cNvSpPr/>
              <p:nvPr/>
            </p:nvSpPr>
            <p:spPr>
              <a:xfrm>
                <a:off x="3158014" y="408574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50" name="Freeform: Shape 549">
                <a:extLst>
                  <a:ext uri="{FF2B5EF4-FFF2-40B4-BE49-F238E27FC236}">
                    <a16:creationId xmlns:a16="http://schemas.microsoft.com/office/drawing/2014/main" id="{AC61C481-5600-4BEA-8B47-17060DC65A45}"/>
                  </a:ext>
                </a:extLst>
              </p:cNvPr>
              <p:cNvSpPr/>
              <p:nvPr/>
            </p:nvSpPr>
            <p:spPr>
              <a:xfrm>
                <a:off x="3158014" y="428767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51" name="Freeform: Shape 550">
                <a:extLst>
                  <a:ext uri="{FF2B5EF4-FFF2-40B4-BE49-F238E27FC236}">
                    <a16:creationId xmlns:a16="http://schemas.microsoft.com/office/drawing/2014/main" id="{5818D9D5-1484-4D34-977E-3BD3959851EC}"/>
                  </a:ext>
                </a:extLst>
              </p:cNvPr>
              <p:cNvSpPr/>
              <p:nvPr/>
            </p:nvSpPr>
            <p:spPr>
              <a:xfrm>
                <a:off x="3158014" y="4490561"/>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endParaRPr lang="en-US"/>
              </a:p>
            </p:txBody>
          </p:sp>
          <p:sp>
            <p:nvSpPr>
              <p:cNvPr id="552" name="Freeform: Shape 551">
                <a:extLst>
                  <a:ext uri="{FF2B5EF4-FFF2-40B4-BE49-F238E27FC236}">
                    <a16:creationId xmlns:a16="http://schemas.microsoft.com/office/drawing/2014/main" id="{EA2D57B8-F1A0-4F5C-ADD0-66EFBBA4E849}"/>
                  </a:ext>
                </a:extLst>
              </p:cNvPr>
              <p:cNvSpPr/>
              <p:nvPr/>
            </p:nvSpPr>
            <p:spPr>
              <a:xfrm>
                <a:off x="2954179" y="226456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53" name="Freeform: Shape 552">
                <a:extLst>
                  <a:ext uri="{FF2B5EF4-FFF2-40B4-BE49-F238E27FC236}">
                    <a16:creationId xmlns:a16="http://schemas.microsoft.com/office/drawing/2014/main" id="{6F24452A-B563-4489-B847-9208B79E257D}"/>
                  </a:ext>
                </a:extLst>
              </p:cNvPr>
              <p:cNvSpPr/>
              <p:nvPr/>
            </p:nvSpPr>
            <p:spPr>
              <a:xfrm>
                <a:off x="2954179" y="246649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54" name="Freeform: Shape 553">
                <a:extLst>
                  <a:ext uri="{FF2B5EF4-FFF2-40B4-BE49-F238E27FC236}">
                    <a16:creationId xmlns:a16="http://schemas.microsoft.com/office/drawing/2014/main" id="{19D0D1B7-7C25-4301-8A0A-126DD5AEBFB7}"/>
                  </a:ext>
                </a:extLst>
              </p:cNvPr>
              <p:cNvSpPr/>
              <p:nvPr/>
            </p:nvSpPr>
            <p:spPr>
              <a:xfrm>
                <a:off x="2954179" y="266842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55" name="Freeform: Shape 554">
                <a:extLst>
                  <a:ext uri="{FF2B5EF4-FFF2-40B4-BE49-F238E27FC236}">
                    <a16:creationId xmlns:a16="http://schemas.microsoft.com/office/drawing/2014/main" id="{E19A272A-B063-43E5-9BC0-742D50EC3265}"/>
                  </a:ext>
                </a:extLst>
              </p:cNvPr>
              <p:cNvSpPr/>
              <p:nvPr/>
            </p:nvSpPr>
            <p:spPr>
              <a:xfrm>
                <a:off x="2954179" y="287131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56" name="Freeform: Shape 555">
                <a:extLst>
                  <a:ext uri="{FF2B5EF4-FFF2-40B4-BE49-F238E27FC236}">
                    <a16:creationId xmlns:a16="http://schemas.microsoft.com/office/drawing/2014/main" id="{17F3473D-F2C0-4BE6-BC3B-46F6575A34CA}"/>
                  </a:ext>
                </a:extLst>
              </p:cNvPr>
              <p:cNvSpPr/>
              <p:nvPr/>
            </p:nvSpPr>
            <p:spPr>
              <a:xfrm>
                <a:off x="2954179" y="307324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57" name="Freeform: Shape 556">
                <a:extLst>
                  <a:ext uri="{FF2B5EF4-FFF2-40B4-BE49-F238E27FC236}">
                    <a16:creationId xmlns:a16="http://schemas.microsoft.com/office/drawing/2014/main" id="{38166860-DEBE-4037-BFD8-0E6DD89F34AA}"/>
                  </a:ext>
                </a:extLst>
              </p:cNvPr>
              <p:cNvSpPr/>
              <p:nvPr/>
            </p:nvSpPr>
            <p:spPr>
              <a:xfrm>
                <a:off x="2954179" y="327517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58" name="Freeform: Shape 557">
                <a:extLst>
                  <a:ext uri="{FF2B5EF4-FFF2-40B4-BE49-F238E27FC236}">
                    <a16:creationId xmlns:a16="http://schemas.microsoft.com/office/drawing/2014/main" id="{1AC271CC-50CF-4203-9333-8412D80CEEDA}"/>
                  </a:ext>
                </a:extLst>
              </p:cNvPr>
              <p:cNvSpPr/>
              <p:nvPr/>
            </p:nvSpPr>
            <p:spPr>
              <a:xfrm>
                <a:off x="2954179" y="347710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59" name="Freeform: Shape 558">
                <a:extLst>
                  <a:ext uri="{FF2B5EF4-FFF2-40B4-BE49-F238E27FC236}">
                    <a16:creationId xmlns:a16="http://schemas.microsoft.com/office/drawing/2014/main" id="{5857A0FE-85B8-438E-A0BE-839C2FF4C9DC}"/>
                  </a:ext>
                </a:extLst>
              </p:cNvPr>
              <p:cNvSpPr/>
              <p:nvPr/>
            </p:nvSpPr>
            <p:spPr>
              <a:xfrm>
                <a:off x="2954179" y="367998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60" name="Freeform: Shape 559">
                <a:extLst>
                  <a:ext uri="{FF2B5EF4-FFF2-40B4-BE49-F238E27FC236}">
                    <a16:creationId xmlns:a16="http://schemas.microsoft.com/office/drawing/2014/main" id="{005F5AC8-DE3F-4ECE-8073-F2397BCBB5B1}"/>
                  </a:ext>
                </a:extLst>
              </p:cNvPr>
              <p:cNvSpPr/>
              <p:nvPr/>
            </p:nvSpPr>
            <p:spPr>
              <a:xfrm>
                <a:off x="2954179" y="388191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61" name="Freeform: Shape 560">
                <a:extLst>
                  <a:ext uri="{FF2B5EF4-FFF2-40B4-BE49-F238E27FC236}">
                    <a16:creationId xmlns:a16="http://schemas.microsoft.com/office/drawing/2014/main" id="{80DEF41C-E318-4DA1-83EF-AE89DEC37627}"/>
                  </a:ext>
                </a:extLst>
              </p:cNvPr>
              <p:cNvSpPr/>
              <p:nvPr/>
            </p:nvSpPr>
            <p:spPr>
              <a:xfrm>
                <a:off x="2954179" y="4083843"/>
                <a:ext cx="123825" cy="123825"/>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pFill/>
              <a:ln w="9525" cap="flat">
                <a:noFill/>
                <a:prstDash val="solid"/>
                <a:miter/>
              </a:ln>
            </p:spPr>
            <p:txBody>
              <a:bodyPr rtlCol="0" anchor="ctr"/>
              <a:lstStyle/>
              <a:p>
                <a:endParaRPr lang="en-US"/>
              </a:p>
            </p:txBody>
          </p:sp>
          <p:sp>
            <p:nvSpPr>
              <p:cNvPr id="562" name="Freeform: Shape 561">
                <a:extLst>
                  <a:ext uri="{FF2B5EF4-FFF2-40B4-BE49-F238E27FC236}">
                    <a16:creationId xmlns:a16="http://schemas.microsoft.com/office/drawing/2014/main" id="{A63A381C-109A-4FED-B1EC-F92D2F80F38E}"/>
                  </a:ext>
                </a:extLst>
              </p:cNvPr>
              <p:cNvSpPr/>
              <p:nvPr/>
            </p:nvSpPr>
            <p:spPr>
              <a:xfrm>
                <a:off x="2954179" y="428577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63" name="Freeform: Shape 562">
                <a:extLst>
                  <a:ext uri="{FF2B5EF4-FFF2-40B4-BE49-F238E27FC236}">
                    <a16:creationId xmlns:a16="http://schemas.microsoft.com/office/drawing/2014/main" id="{D30398CE-2E0F-428F-A45A-AC10D7875CEF}"/>
                  </a:ext>
                </a:extLst>
              </p:cNvPr>
              <p:cNvSpPr/>
              <p:nvPr/>
            </p:nvSpPr>
            <p:spPr>
              <a:xfrm>
                <a:off x="2954179" y="4488656"/>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endParaRPr lang="en-US"/>
              </a:p>
            </p:txBody>
          </p:sp>
          <p:sp>
            <p:nvSpPr>
              <p:cNvPr id="564" name="Freeform: Shape 563">
                <a:extLst>
                  <a:ext uri="{FF2B5EF4-FFF2-40B4-BE49-F238E27FC236}">
                    <a16:creationId xmlns:a16="http://schemas.microsoft.com/office/drawing/2014/main" id="{166937DD-FEBB-4FC4-B91C-F5B4B0DF6D98}"/>
                  </a:ext>
                </a:extLst>
              </p:cNvPr>
              <p:cNvSpPr/>
              <p:nvPr/>
            </p:nvSpPr>
            <p:spPr>
              <a:xfrm>
                <a:off x="2751296" y="226361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65" name="Freeform: Shape 564">
                <a:extLst>
                  <a:ext uri="{FF2B5EF4-FFF2-40B4-BE49-F238E27FC236}">
                    <a16:creationId xmlns:a16="http://schemas.microsoft.com/office/drawing/2014/main" id="{D0C02B50-FE6C-4E78-913A-E204C8C5A8DC}"/>
                  </a:ext>
                </a:extLst>
              </p:cNvPr>
              <p:cNvSpPr/>
              <p:nvPr/>
            </p:nvSpPr>
            <p:spPr>
              <a:xfrm>
                <a:off x="2751296" y="246554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66" name="Freeform: Shape 565">
                <a:extLst>
                  <a:ext uri="{FF2B5EF4-FFF2-40B4-BE49-F238E27FC236}">
                    <a16:creationId xmlns:a16="http://schemas.microsoft.com/office/drawing/2014/main" id="{CD2604C0-F467-469F-A563-8B600B6227F6}"/>
                  </a:ext>
                </a:extLst>
              </p:cNvPr>
              <p:cNvSpPr/>
              <p:nvPr/>
            </p:nvSpPr>
            <p:spPr>
              <a:xfrm>
                <a:off x="2751296" y="266747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67" name="Freeform: Shape 566">
                <a:extLst>
                  <a:ext uri="{FF2B5EF4-FFF2-40B4-BE49-F238E27FC236}">
                    <a16:creationId xmlns:a16="http://schemas.microsoft.com/office/drawing/2014/main" id="{50C4A98D-B6CF-47E4-9130-BE45834E5FE2}"/>
                  </a:ext>
                </a:extLst>
              </p:cNvPr>
              <p:cNvSpPr/>
              <p:nvPr/>
            </p:nvSpPr>
            <p:spPr>
              <a:xfrm>
                <a:off x="2751296" y="287035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68" name="Freeform: Shape 567">
                <a:extLst>
                  <a:ext uri="{FF2B5EF4-FFF2-40B4-BE49-F238E27FC236}">
                    <a16:creationId xmlns:a16="http://schemas.microsoft.com/office/drawing/2014/main" id="{FDBDC8BB-17AE-4A89-9FAA-05619A9E268E}"/>
                  </a:ext>
                </a:extLst>
              </p:cNvPr>
              <p:cNvSpPr/>
              <p:nvPr/>
            </p:nvSpPr>
            <p:spPr>
              <a:xfrm>
                <a:off x="2751296" y="307228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69" name="Freeform: Shape 568">
                <a:extLst>
                  <a:ext uri="{FF2B5EF4-FFF2-40B4-BE49-F238E27FC236}">
                    <a16:creationId xmlns:a16="http://schemas.microsoft.com/office/drawing/2014/main" id="{9F98BC8A-896C-4472-A444-CFDC6982563B}"/>
                  </a:ext>
                </a:extLst>
              </p:cNvPr>
              <p:cNvSpPr/>
              <p:nvPr/>
            </p:nvSpPr>
            <p:spPr>
              <a:xfrm>
                <a:off x="2751296" y="327421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70" name="Freeform: Shape 569">
                <a:extLst>
                  <a:ext uri="{FF2B5EF4-FFF2-40B4-BE49-F238E27FC236}">
                    <a16:creationId xmlns:a16="http://schemas.microsoft.com/office/drawing/2014/main" id="{64724F89-43F4-4B41-8EB7-0DFFB7207820}"/>
                  </a:ext>
                </a:extLst>
              </p:cNvPr>
              <p:cNvSpPr/>
              <p:nvPr/>
            </p:nvSpPr>
            <p:spPr>
              <a:xfrm>
                <a:off x="2751296" y="347614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71" name="Freeform: Shape 570">
                <a:extLst>
                  <a:ext uri="{FF2B5EF4-FFF2-40B4-BE49-F238E27FC236}">
                    <a16:creationId xmlns:a16="http://schemas.microsoft.com/office/drawing/2014/main" id="{A29297BA-B9AB-4A33-B614-E607AD9C5598}"/>
                  </a:ext>
                </a:extLst>
              </p:cNvPr>
              <p:cNvSpPr/>
              <p:nvPr/>
            </p:nvSpPr>
            <p:spPr>
              <a:xfrm>
                <a:off x="2751296" y="367903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72" name="Freeform: Shape 571">
                <a:extLst>
                  <a:ext uri="{FF2B5EF4-FFF2-40B4-BE49-F238E27FC236}">
                    <a16:creationId xmlns:a16="http://schemas.microsoft.com/office/drawing/2014/main" id="{4F1E6BF6-93F7-48A0-B625-871B626D4142}"/>
                  </a:ext>
                </a:extLst>
              </p:cNvPr>
              <p:cNvSpPr/>
              <p:nvPr/>
            </p:nvSpPr>
            <p:spPr>
              <a:xfrm>
                <a:off x="2751296" y="388096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73" name="Freeform: Shape 572">
                <a:extLst>
                  <a:ext uri="{FF2B5EF4-FFF2-40B4-BE49-F238E27FC236}">
                    <a16:creationId xmlns:a16="http://schemas.microsoft.com/office/drawing/2014/main" id="{1551ABB6-7714-4567-8909-2C9602C2ACCB}"/>
                  </a:ext>
                </a:extLst>
              </p:cNvPr>
              <p:cNvSpPr/>
              <p:nvPr/>
            </p:nvSpPr>
            <p:spPr>
              <a:xfrm>
                <a:off x="2751296" y="408289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74" name="Freeform: Shape 573">
                <a:extLst>
                  <a:ext uri="{FF2B5EF4-FFF2-40B4-BE49-F238E27FC236}">
                    <a16:creationId xmlns:a16="http://schemas.microsoft.com/office/drawing/2014/main" id="{C3A2A8A2-990B-4445-B0E8-C5E435BD3C66}"/>
                  </a:ext>
                </a:extLst>
              </p:cNvPr>
              <p:cNvSpPr/>
              <p:nvPr/>
            </p:nvSpPr>
            <p:spPr>
              <a:xfrm>
                <a:off x="2751296" y="428482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pFill/>
              <a:ln w="9525" cap="flat">
                <a:noFill/>
                <a:prstDash val="solid"/>
                <a:miter/>
              </a:ln>
            </p:spPr>
            <p:txBody>
              <a:bodyPr rtlCol="0" anchor="ctr"/>
              <a:lstStyle/>
              <a:p>
                <a:endParaRPr lang="en-US"/>
              </a:p>
            </p:txBody>
          </p:sp>
          <p:sp>
            <p:nvSpPr>
              <p:cNvPr id="575" name="Freeform: Shape 574">
                <a:extLst>
                  <a:ext uri="{FF2B5EF4-FFF2-40B4-BE49-F238E27FC236}">
                    <a16:creationId xmlns:a16="http://schemas.microsoft.com/office/drawing/2014/main" id="{0A8D21C1-2A57-444D-82B5-BCFCB44D1346}"/>
                  </a:ext>
                </a:extLst>
              </p:cNvPr>
              <p:cNvSpPr/>
              <p:nvPr/>
            </p:nvSpPr>
            <p:spPr>
              <a:xfrm>
                <a:off x="2751296" y="4487703"/>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endParaRPr lang="en-US"/>
              </a:p>
            </p:txBody>
          </p:sp>
          <p:sp>
            <p:nvSpPr>
              <p:cNvPr id="576" name="Freeform: Shape 575">
                <a:extLst>
                  <a:ext uri="{FF2B5EF4-FFF2-40B4-BE49-F238E27FC236}">
                    <a16:creationId xmlns:a16="http://schemas.microsoft.com/office/drawing/2014/main" id="{CBC14117-3AFA-4572-8CA6-92A3ED08C1B2}"/>
                  </a:ext>
                </a:extLst>
              </p:cNvPr>
              <p:cNvSpPr/>
              <p:nvPr/>
            </p:nvSpPr>
            <p:spPr>
              <a:xfrm>
                <a:off x="2546509" y="226171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77" name="Freeform: Shape 576">
                <a:extLst>
                  <a:ext uri="{FF2B5EF4-FFF2-40B4-BE49-F238E27FC236}">
                    <a16:creationId xmlns:a16="http://schemas.microsoft.com/office/drawing/2014/main" id="{011FF659-D6E9-471B-BC21-741F5D70CC29}"/>
                  </a:ext>
                </a:extLst>
              </p:cNvPr>
              <p:cNvSpPr/>
              <p:nvPr/>
            </p:nvSpPr>
            <p:spPr>
              <a:xfrm>
                <a:off x="2546509" y="246364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78" name="Freeform: Shape 577">
                <a:extLst>
                  <a:ext uri="{FF2B5EF4-FFF2-40B4-BE49-F238E27FC236}">
                    <a16:creationId xmlns:a16="http://schemas.microsoft.com/office/drawing/2014/main" id="{DCC77D7D-6B3F-4003-AB48-8D51BF207753}"/>
                  </a:ext>
                </a:extLst>
              </p:cNvPr>
              <p:cNvSpPr/>
              <p:nvPr/>
            </p:nvSpPr>
            <p:spPr>
              <a:xfrm>
                <a:off x="2546509" y="266557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6"/>
                      <a:pt x="129064" y="68104"/>
                    </a:cubicBezTo>
                    <a:close/>
                  </a:path>
                </a:pathLst>
              </a:custGeom>
              <a:grpFill/>
              <a:ln w="9525" cap="flat">
                <a:noFill/>
                <a:prstDash val="solid"/>
                <a:miter/>
              </a:ln>
            </p:spPr>
            <p:txBody>
              <a:bodyPr rtlCol="0" anchor="ctr"/>
              <a:lstStyle/>
              <a:p>
                <a:endParaRPr lang="en-US"/>
              </a:p>
            </p:txBody>
          </p:sp>
          <p:sp>
            <p:nvSpPr>
              <p:cNvPr id="579" name="Freeform: Shape 578">
                <a:extLst>
                  <a:ext uri="{FF2B5EF4-FFF2-40B4-BE49-F238E27FC236}">
                    <a16:creationId xmlns:a16="http://schemas.microsoft.com/office/drawing/2014/main" id="{A348E402-43FE-4FAE-A3C3-A32122D429E1}"/>
                  </a:ext>
                </a:extLst>
              </p:cNvPr>
              <p:cNvSpPr/>
              <p:nvPr/>
            </p:nvSpPr>
            <p:spPr>
              <a:xfrm>
                <a:off x="2546509" y="286845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80" name="Freeform: Shape 579">
                <a:extLst>
                  <a:ext uri="{FF2B5EF4-FFF2-40B4-BE49-F238E27FC236}">
                    <a16:creationId xmlns:a16="http://schemas.microsoft.com/office/drawing/2014/main" id="{F8D57583-80B1-426A-A0B0-CE23363BE858}"/>
                  </a:ext>
                </a:extLst>
              </p:cNvPr>
              <p:cNvSpPr/>
              <p:nvPr/>
            </p:nvSpPr>
            <p:spPr>
              <a:xfrm>
                <a:off x="2546509" y="3070383"/>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3814"/>
                      <a:pt x="7144" y="68104"/>
                    </a:cubicBezTo>
                    <a:close/>
                  </a:path>
                </a:pathLst>
              </a:custGeom>
              <a:grpFill/>
              <a:ln w="9525" cap="flat">
                <a:noFill/>
                <a:prstDash val="solid"/>
                <a:miter/>
              </a:ln>
            </p:spPr>
            <p:txBody>
              <a:bodyPr rtlCol="0" anchor="ctr"/>
              <a:lstStyle/>
              <a:p>
                <a:endParaRPr lang="en-US"/>
              </a:p>
            </p:txBody>
          </p:sp>
          <p:sp>
            <p:nvSpPr>
              <p:cNvPr id="581" name="Freeform: Shape 580">
                <a:extLst>
                  <a:ext uri="{FF2B5EF4-FFF2-40B4-BE49-F238E27FC236}">
                    <a16:creationId xmlns:a16="http://schemas.microsoft.com/office/drawing/2014/main" id="{98D781C1-1BB4-46A4-9A65-466F951A882A}"/>
                  </a:ext>
                </a:extLst>
              </p:cNvPr>
              <p:cNvSpPr/>
              <p:nvPr/>
            </p:nvSpPr>
            <p:spPr>
              <a:xfrm>
                <a:off x="2546509" y="327231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82" name="Freeform: Shape 581">
                <a:extLst>
                  <a:ext uri="{FF2B5EF4-FFF2-40B4-BE49-F238E27FC236}">
                    <a16:creationId xmlns:a16="http://schemas.microsoft.com/office/drawing/2014/main" id="{9F571EEF-3346-45EA-807B-977A74B8F9EA}"/>
                  </a:ext>
                </a:extLst>
              </p:cNvPr>
              <p:cNvSpPr/>
              <p:nvPr/>
            </p:nvSpPr>
            <p:spPr>
              <a:xfrm>
                <a:off x="2546509" y="347424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83" name="Freeform: Shape 582">
                <a:extLst>
                  <a:ext uri="{FF2B5EF4-FFF2-40B4-BE49-F238E27FC236}">
                    <a16:creationId xmlns:a16="http://schemas.microsoft.com/office/drawing/2014/main" id="{03ACC9CD-A712-438C-AE58-0826B4AC7D44}"/>
                  </a:ext>
                </a:extLst>
              </p:cNvPr>
              <p:cNvSpPr/>
              <p:nvPr/>
            </p:nvSpPr>
            <p:spPr>
              <a:xfrm>
                <a:off x="2546509" y="367712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84" name="Freeform: Shape 583">
                <a:extLst>
                  <a:ext uri="{FF2B5EF4-FFF2-40B4-BE49-F238E27FC236}">
                    <a16:creationId xmlns:a16="http://schemas.microsoft.com/office/drawing/2014/main" id="{10998F2A-E365-46F5-97E5-015EC6516030}"/>
                  </a:ext>
                </a:extLst>
              </p:cNvPr>
              <p:cNvSpPr/>
              <p:nvPr/>
            </p:nvSpPr>
            <p:spPr>
              <a:xfrm>
                <a:off x="2546509" y="387905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85" name="Freeform: Shape 584">
                <a:extLst>
                  <a:ext uri="{FF2B5EF4-FFF2-40B4-BE49-F238E27FC236}">
                    <a16:creationId xmlns:a16="http://schemas.microsoft.com/office/drawing/2014/main" id="{4CF097FC-A4DC-45CF-A6D2-5EB3A81619D7}"/>
                  </a:ext>
                </a:extLst>
              </p:cNvPr>
              <p:cNvSpPr/>
              <p:nvPr/>
            </p:nvSpPr>
            <p:spPr>
              <a:xfrm>
                <a:off x="2546509" y="4080986"/>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pFill/>
              <a:ln w="9525" cap="flat">
                <a:noFill/>
                <a:prstDash val="solid"/>
                <a:miter/>
              </a:ln>
            </p:spPr>
            <p:txBody>
              <a:bodyPr rtlCol="0" anchor="ctr"/>
              <a:lstStyle/>
              <a:p>
                <a:endParaRPr lang="en-US"/>
              </a:p>
            </p:txBody>
          </p:sp>
          <p:sp>
            <p:nvSpPr>
              <p:cNvPr id="586" name="Freeform: Shape 585">
                <a:extLst>
                  <a:ext uri="{FF2B5EF4-FFF2-40B4-BE49-F238E27FC236}">
                    <a16:creationId xmlns:a16="http://schemas.microsoft.com/office/drawing/2014/main" id="{E39E20F7-6ACB-4E05-9D1C-32CBA05611FE}"/>
                  </a:ext>
                </a:extLst>
              </p:cNvPr>
              <p:cNvSpPr/>
              <p:nvPr/>
            </p:nvSpPr>
            <p:spPr>
              <a:xfrm>
                <a:off x="2546509" y="428291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87" name="Freeform: Shape 586">
                <a:extLst>
                  <a:ext uri="{FF2B5EF4-FFF2-40B4-BE49-F238E27FC236}">
                    <a16:creationId xmlns:a16="http://schemas.microsoft.com/office/drawing/2014/main" id="{6F36FBBF-572D-448B-B59B-A9C50C0462E9}"/>
                  </a:ext>
                </a:extLst>
              </p:cNvPr>
              <p:cNvSpPr/>
              <p:nvPr/>
            </p:nvSpPr>
            <p:spPr>
              <a:xfrm>
                <a:off x="2546509" y="4485798"/>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endParaRPr lang="en-US"/>
              </a:p>
            </p:txBody>
          </p:sp>
          <p:sp>
            <p:nvSpPr>
              <p:cNvPr id="588" name="Freeform: Shape 587">
                <a:extLst>
                  <a:ext uri="{FF2B5EF4-FFF2-40B4-BE49-F238E27FC236}">
                    <a16:creationId xmlns:a16="http://schemas.microsoft.com/office/drawing/2014/main" id="{27445F18-574A-4BE7-8999-1B58A96BE7F7}"/>
                  </a:ext>
                </a:extLst>
              </p:cNvPr>
              <p:cNvSpPr/>
              <p:nvPr/>
            </p:nvSpPr>
            <p:spPr>
              <a:xfrm>
                <a:off x="2342674" y="225980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89" name="Freeform: Shape 588">
                <a:extLst>
                  <a:ext uri="{FF2B5EF4-FFF2-40B4-BE49-F238E27FC236}">
                    <a16:creationId xmlns:a16="http://schemas.microsoft.com/office/drawing/2014/main" id="{9148811E-4E76-4EEE-80D4-B2E494CB1C0D}"/>
                  </a:ext>
                </a:extLst>
              </p:cNvPr>
              <p:cNvSpPr/>
              <p:nvPr/>
            </p:nvSpPr>
            <p:spPr>
              <a:xfrm>
                <a:off x="2342674" y="246173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0" name="Freeform: Shape 589">
                <a:extLst>
                  <a:ext uri="{FF2B5EF4-FFF2-40B4-BE49-F238E27FC236}">
                    <a16:creationId xmlns:a16="http://schemas.microsoft.com/office/drawing/2014/main" id="{692303BB-12B6-4B0C-B310-01E6EA6B3EB9}"/>
                  </a:ext>
                </a:extLst>
              </p:cNvPr>
              <p:cNvSpPr/>
              <p:nvPr/>
            </p:nvSpPr>
            <p:spPr>
              <a:xfrm>
                <a:off x="2342674" y="266366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1" name="Freeform: Shape 590">
                <a:extLst>
                  <a:ext uri="{FF2B5EF4-FFF2-40B4-BE49-F238E27FC236}">
                    <a16:creationId xmlns:a16="http://schemas.microsoft.com/office/drawing/2014/main" id="{BDA2D6F9-6377-4A74-9B0D-163E7E91D712}"/>
                  </a:ext>
                </a:extLst>
              </p:cNvPr>
              <p:cNvSpPr/>
              <p:nvPr/>
            </p:nvSpPr>
            <p:spPr>
              <a:xfrm>
                <a:off x="2342674" y="286654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2" name="Freeform: Shape 591">
                <a:extLst>
                  <a:ext uri="{FF2B5EF4-FFF2-40B4-BE49-F238E27FC236}">
                    <a16:creationId xmlns:a16="http://schemas.microsoft.com/office/drawing/2014/main" id="{944AA7A9-C8C6-4F73-A56F-5E9B5C1AE5FF}"/>
                  </a:ext>
                </a:extLst>
              </p:cNvPr>
              <p:cNvSpPr/>
              <p:nvPr/>
            </p:nvSpPr>
            <p:spPr>
              <a:xfrm>
                <a:off x="2342674" y="306847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3" name="Freeform: Shape 592">
                <a:extLst>
                  <a:ext uri="{FF2B5EF4-FFF2-40B4-BE49-F238E27FC236}">
                    <a16:creationId xmlns:a16="http://schemas.microsoft.com/office/drawing/2014/main" id="{7033AA90-8E29-47EC-BF7B-929E96E05CCB}"/>
                  </a:ext>
                </a:extLst>
              </p:cNvPr>
              <p:cNvSpPr/>
              <p:nvPr/>
            </p:nvSpPr>
            <p:spPr>
              <a:xfrm>
                <a:off x="2342674" y="327040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4" name="Freeform: Shape 593">
                <a:extLst>
                  <a:ext uri="{FF2B5EF4-FFF2-40B4-BE49-F238E27FC236}">
                    <a16:creationId xmlns:a16="http://schemas.microsoft.com/office/drawing/2014/main" id="{A106395A-D2E4-49DC-B241-F9A50BA1E5CC}"/>
                  </a:ext>
                </a:extLst>
              </p:cNvPr>
              <p:cNvSpPr/>
              <p:nvPr/>
            </p:nvSpPr>
            <p:spPr>
              <a:xfrm>
                <a:off x="2342674" y="347233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5" name="Freeform: Shape 594">
                <a:extLst>
                  <a:ext uri="{FF2B5EF4-FFF2-40B4-BE49-F238E27FC236}">
                    <a16:creationId xmlns:a16="http://schemas.microsoft.com/office/drawing/2014/main" id="{8FFD466B-60F1-42EC-A718-DEDEC1EF8C93}"/>
                  </a:ext>
                </a:extLst>
              </p:cNvPr>
              <p:cNvSpPr/>
              <p:nvPr/>
            </p:nvSpPr>
            <p:spPr>
              <a:xfrm>
                <a:off x="2342674" y="367522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6" name="Freeform: Shape 595">
                <a:extLst>
                  <a:ext uri="{FF2B5EF4-FFF2-40B4-BE49-F238E27FC236}">
                    <a16:creationId xmlns:a16="http://schemas.microsoft.com/office/drawing/2014/main" id="{CEC70D4B-7CA7-4A2C-A24B-36A0466D7D30}"/>
                  </a:ext>
                </a:extLst>
              </p:cNvPr>
              <p:cNvSpPr/>
              <p:nvPr/>
            </p:nvSpPr>
            <p:spPr>
              <a:xfrm>
                <a:off x="2342674" y="387715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7" name="Freeform: Shape 596">
                <a:extLst>
                  <a:ext uri="{FF2B5EF4-FFF2-40B4-BE49-F238E27FC236}">
                    <a16:creationId xmlns:a16="http://schemas.microsoft.com/office/drawing/2014/main" id="{BD9CE9D8-A5A7-4B61-9445-1E3B91AA1948}"/>
                  </a:ext>
                </a:extLst>
              </p:cNvPr>
              <p:cNvSpPr/>
              <p:nvPr/>
            </p:nvSpPr>
            <p:spPr>
              <a:xfrm>
                <a:off x="2342674" y="407908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8" name="Freeform: Shape 597">
                <a:extLst>
                  <a:ext uri="{FF2B5EF4-FFF2-40B4-BE49-F238E27FC236}">
                    <a16:creationId xmlns:a16="http://schemas.microsoft.com/office/drawing/2014/main" id="{A9256400-A93D-41CE-9BC3-4B50FF2F5977}"/>
                  </a:ext>
                </a:extLst>
              </p:cNvPr>
              <p:cNvSpPr/>
              <p:nvPr/>
            </p:nvSpPr>
            <p:spPr>
              <a:xfrm>
                <a:off x="2342674" y="428101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599" name="Freeform: Shape 598">
                <a:extLst>
                  <a:ext uri="{FF2B5EF4-FFF2-40B4-BE49-F238E27FC236}">
                    <a16:creationId xmlns:a16="http://schemas.microsoft.com/office/drawing/2014/main" id="{78E1A0C3-ACEE-4488-8D74-9DDA8BC771E3}"/>
                  </a:ext>
                </a:extLst>
              </p:cNvPr>
              <p:cNvSpPr/>
              <p:nvPr/>
            </p:nvSpPr>
            <p:spPr>
              <a:xfrm>
                <a:off x="2342674" y="4483893"/>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endParaRPr lang="en-US"/>
              </a:p>
            </p:txBody>
          </p:sp>
          <p:sp>
            <p:nvSpPr>
              <p:cNvPr id="600" name="Freeform: Shape 599">
                <a:extLst>
                  <a:ext uri="{FF2B5EF4-FFF2-40B4-BE49-F238E27FC236}">
                    <a16:creationId xmlns:a16="http://schemas.microsoft.com/office/drawing/2014/main" id="{FB9A54C0-934B-4442-A2A0-42934E774BFC}"/>
                  </a:ext>
                </a:extLst>
              </p:cNvPr>
              <p:cNvSpPr/>
              <p:nvPr/>
            </p:nvSpPr>
            <p:spPr>
              <a:xfrm>
                <a:off x="2138839" y="225790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01" name="Freeform: Shape 600">
                <a:extLst>
                  <a:ext uri="{FF2B5EF4-FFF2-40B4-BE49-F238E27FC236}">
                    <a16:creationId xmlns:a16="http://schemas.microsoft.com/office/drawing/2014/main" id="{CD717B94-1F9D-4EDF-B2FC-8CE32E0D96C3}"/>
                  </a:ext>
                </a:extLst>
              </p:cNvPr>
              <p:cNvSpPr/>
              <p:nvPr/>
            </p:nvSpPr>
            <p:spPr>
              <a:xfrm>
                <a:off x="2138839" y="245983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02" name="Freeform: Shape 601">
                <a:extLst>
                  <a:ext uri="{FF2B5EF4-FFF2-40B4-BE49-F238E27FC236}">
                    <a16:creationId xmlns:a16="http://schemas.microsoft.com/office/drawing/2014/main" id="{1D50F41A-FC7F-4E77-89C6-5979D0210ECF}"/>
                  </a:ext>
                </a:extLst>
              </p:cNvPr>
              <p:cNvSpPr/>
              <p:nvPr/>
            </p:nvSpPr>
            <p:spPr>
              <a:xfrm>
                <a:off x="2138839" y="266176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03" name="Freeform: Shape 602">
                <a:extLst>
                  <a:ext uri="{FF2B5EF4-FFF2-40B4-BE49-F238E27FC236}">
                    <a16:creationId xmlns:a16="http://schemas.microsoft.com/office/drawing/2014/main" id="{FAFEEBDE-C19B-4F15-A86B-D5F50FE978EE}"/>
                  </a:ext>
                </a:extLst>
              </p:cNvPr>
              <p:cNvSpPr/>
              <p:nvPr/>
            </p:nvSpPr>
            <p:spPr>
              <a:xfrm>
                <a:off x="2138839" y="286464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04" name="Freeform: Shape 603">
                <a:extLst>
                  <a:ext uri="{FF2B5EF4-FFF2-40B4-BE49-F238E27FC236}">
                    <a16:creationId xmlns:a16="http://schemas.microsoft.com/office/drawing/2014/main" id="{F2767653-8777-4BF0-9BE6-9FB6DDF9C8B4}"/>
                  </a:ext>
                </a:extLst>
              </p:cNvPr>
              <p:cNvSpPr/>
              <p:nvPr/>
            </p:nvSpPr>
            <p:spPr>
              <a:xfrm>
                <a:off x="2138839" y="306657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05" name="Freeform: Shape 604">
                <a:extLst>
                  <a:ext uri="{FF2B5EF4-FFF2-40B4-BE49-F238E27FC236}">
                    <a16:creationId xmlns:a16="http://schemas.microsoft.com/office/drawing/2014/main" id="{576AB618-8DA1-49E9-B919-1AF4CD5E0670}"/>
                  </a:ext>
                </a:extLst>
              </p:cNvPr>
              <p:cNvSpPr/>
              <p:nvPr/>
            </p:nvSpPr>
            <p:spPr>
              <a:xfrm>
                <a:off x="2138839" y="326850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endParaRPr lang="en-US"/>
              </a:p>
            </p:txBody>
          </p:sp>
          <p:sp>
            <p:nvSpPr>
              <p:cNvPr id="606" name="Freeform: Shape 605">
                <a:extLst>
                  <a:ext uri="{FF2B5EF4-FFF2-40B4-BE49-F238E27FC236}">
                    <a16:creationId xmlns:a16="http://schemas.microsoft.com/office/drawing/2014/main" id="{2C1547B8-6666-4A09-A8C5-246F655F82CE}"/>
                  </a:ext>
                </a:extLst>
              </p:cNvPr>
              <p:cNvSpPr/>
              <p:nvPr/>
            </p:nvSpPr>
            <p:spPr>
              <a:xfrm>
                <a:off x="2138839" y="347043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07" name="Freeform: Shape 606">
                <a:extLst>
                  <a:ext uri="{FF2B5EF4-FFF2-40B4-BE49-F238E27FC236}">
                    <a16:creationId xmlns:a16="http://schemas.microsoft.com/office/drawing/2014/main" id="{BAAB933F-F21E-48C7-8C57-3295124102B3}"/>
                  </a:ext>
                </a:extLst>
              </p:cNvPr>
              <p:cNvSpPr/>
              <p:nvPr/>
            </p:nvSpPr>
            <p:spPr>
              <a:xfrm>
                <a:off x="2138839" y="367331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endParaRPr lang="en-US"/>
              </a:p>
            </p:txBody>
          </p:sp>
          <p:sp>
            <p:nvSpPr>
              <p:cNvPr id="608" name="Freeform: Shape 607">
                <a:extLst>
                  <a:ext uri="{FF2B5EF4-FFF2-40B4-BE49-F238E27FC236}">
                    <a16:creationId xmlns:a16="http://schemas.microsoft.com/office/drawing/2014/main" id="{D26577A6-A871-434A-93FD-FB8B34A2BB9C}"/>
                  </a:ext>
                </a:extLst>
              </p:cNvPr>
              <p:cNvSpPr/>
              <p:nvPr/>
            </p:nvSpPr>
            <p:spPr>
              <a:xfrm>
                <a:off x="2138839" y="387524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09" name="Freeform: Shape 608">
                <a:extLst>
                  <a:ext uri="{FF2B5EF4-FFF2-40B4-BE49-F238E27FC236}">
                    <a16:creationId xmlns:a16="http://schemas.microsoft.com/office/drawing/2014/main" id="{6025FFC3-04C4-41AC-946C-9DB10DD7E872}"/>
                  </a:ext>
                </a:extLst>
              </p:cNvPr>
              <p:cNvSpPr/>
              <p:nvPr/>
            </p:nvSpPr>
            <p:spPr>
              <a:xfrm>
                <a:off x="2138839" y="407717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10" name="Freeform: Shape 609">
                <a:extLst>
                  <a:ext uri="{FF2B5EF4-FFF2-40B4-BE49-F238E27FC236}">
                    <a16:creationId xmlns:a16="http://schemas.microsoft.com/office/drawing/2014/main" id="{FBAD812F-F0A0-4722-9E4C-F612A92F7385}"/>
                  </a:ext>
                </a:extLst>
              </p:cNvPr>
              <p:cNvSpPr/>
              <p:nvPr/>
            </p:nvSpPr>
            <p:spPr>
              <a:xfrm>
                <a:off x="2138839" y="427910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sp>
            <p:nvSpPr>
              <p:cNvPr id="611" name="Freeform: Shape 610">
                <a:extLst>
                  <a:ext uri="{FF2B5EF4-FFF2-40B4-BE49-F238E27FC236}">
                    <a16:creationId xmlns:a16="http://schemas.microsoft.com/office/drawing/2014/main" id="{1D2FD959-48FB-4F51-895F-A6B10305A858}"/>
                  </a:ext>
                </a:extLst>
              </p:cNvPr>
              <p:cNvSpPr/>
              <p:nvPr/>
            </p:nvSpPr>
            <p:spPr>
              <a:xfrm>
                <a:off x="2138839" y="4481988"/>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endParaRPr lang="en-US"/>
              </a:p>
            </p:txBody>
          </p:sp>
        </p:grpSp>
        <p:sp>
          <p:nvSpPr>
            <p:cNvPr id="12" name="Freeform: Shape 11">
              <a:extLst>
                <a:ext uri="{FF2B5EF4-FFF2-40B4-BE49-F238E27FC236}">
                  <a16:creationId xmlns:a16="http://schemas.microsoft.com/office/drawing/2014/main" id="{0E25DB5F-01FB-46D0-8771-AE917C8C724A}"/>
                </a:ext>
              </a:extLst>
            </p:cNvPr>
            <p:cNvSpPr/>
            <p:nvPr/>
          </p:nvSpPr>
          <p:spPr>
            <a:xfrm rot="5400000">
              <a:off x="2996310"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1053084-A5F9-4224-B40B-D8E8A4904582}"/>
                </a:ext>
              </a:extLst>
            </p:cNvPr>
            <p:cNvSpPr/>
            <p:nvPr/>
          </p:nvSpPr>
          <p:spPr>
            <a:xfrm rot="5400000">
              <a:off x="2918931"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42B6142-A41B-431C-B283-68475E493B8C}"/>
                </a:ext>
              </a:extLst>
            </p:cNvPr>
            <p:cNvSpPr/>
            <p:nvPr/>
          </p:nvSpPr>
          <p:spPr>
            <a:xfrm rot="5400000">
              <a:off x="2841188"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96423FC-3FEE-4D93-A523-A024BDCD9EE5}"/>
                </a:ext>
              </a:extLst>
            </p:cNvPr>
            <p:cNvSpPr/>
            <p:nvPr/>
          </p:nvSpPr>
          <p:spPr>
            <a:xfrm rot="5400000">
              <a:off x="2996675" y="2988006"/>
              <a:ext cx="3650" cy="3650"/>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C97E3C9-8B0D-4510-BBFA-D8995BBE63E9}"/>
                </a:ext>
              </a:extLst>
            </p:cNvPr>
            <p:cNvSpPr/>
            <p:nvPr/>
          </p:nvSpPr>
          <p:spPr>
            <a:xfrm rot="5400000">
              <a:off x="2919296"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2761940-A9DE-4408-96E2-06AF018C7883}"/>
                </a:ext>
              </a:extLst>
            </p:cNvPr>
            <p:cNvSpPr/>
            <p:nvPr/>
          </p:nvSpPr>
          <p:spPr>
            <a:xfrm rot="5400000">
              <a:off x="2841553"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44AE851-2F42-41F9-A393-03544D51D49D}"/>
                </a:ext>
              </a:extLst>
            </p:cNvPr>
            <p:cNvSpPr/>
            <p:nvPr/>
          </p:nvSpPr>
          <p:spPr>
            <a:xfrm rot="5400000">
              <a:off x="2993755"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6E397E7-D600-4953-A5E5-DEF75F23BC3B}"/>
                </a:ext>
              </a:extLst>
            </p:cNvPr>
            <p:cNvSpPr/>
            <p:nvPr/>
          </p:nvSpPr>
          <p:spPr>
            <a:xfrm rot="5400000">
              <a:off x="2916376"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5366245-A579-4B2D-B633-A4714A8AC665}"/>
                </a:ext>
              </a:extLst>
            </p:cNvPr>
            <p:cNvSpPr/>
            <p:nvPr/>
          </p:nvSpPr>
          <p:spPr>
            <a:xfrm rot="5400000">
              <a:off x="2838633"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EBBD594-7ADC-442E-8492-C44FCC3086B6}"/>
                </a:ext>
              </a:extLst>
            </p:cNvPr>
            <p:cNvSpPr/>
            <p:nvPr/>
          </p:nvSpPr>
          <p:spPr>
            <a:xfrm rot="5400000">
              <a:off x="2994120"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D8443C6-C7B9-4636-B94E-510AF2C4B809}"/>
                </a:ext>
              </a:extLst>
            </p:cNvPr>
            <p:cNvSpPr/>
            <p:nvPr/>
          </p:nvSpPr>
          <p:spPr>
            <a:xfrm rot="5400000">
              <a:off x="2916741"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8B3109-22D6-4C11-8F6D-20BA2761215F}"/>
                </a:ext>
              </a:extLst>
            </p:cNvPr>
            <p:cNvSpPr/>
            <p:nvPr/>
          </p:nvSpPr>
          <p:spPr>
            <a:xfrm rot="5400000">
              <a:off x="2838998"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35539AD-7377-4E81-AB8E-373C563C8810}"/>
                </a:ext>
              </a:extLst>
            </p:cNvPr>
            <p:cNvSpPr/>
            <p:nvPr/>
          </p:nvSpPr>
          <p:spPr>
            <a:xfrm rot="5400000">
              <a:off x="2994850"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9E77033-5EF3-490A-B823-948DE87F18E4}"/>
                </a:ext>
              </a:extLst>
            </p:cNvPr>
            <p:cNvSpPr/>
            <p:nvPr/>
          </p:nvSpPr>
          <p:spPr>
            <a:xfrm rot="5400000">
              <a:off x="2917471"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7138BC1-A9CD-4622-802A-DF7238824F6C}"/>
                </a:ext>
              </a:extLst>
            </p:cNvPr>
            <p:cNvSpPr/>
            <p:nvPr/>
          </p:nvSpPr>
          <p:spPr>
            <a:xfrm rot="5400000">
              <a:off x="2839728"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EEFFABB-C8B2-4F22-B12E-C00392BAE52D}"/>
                </a:ext>
              </a:extLst>
            </p:cNvPr>
            <p:cNvSpPr/>
            <p:nvPr/>
          </p:nvSpPr>
          <p:spPr>
            <a:xfrm rot="5400000">
              <a:off x="2991930"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FC5C5304-F427-4D1C-A828-E29D16ABBA56}"/>
                </a:ext>
              </a:extLst>
            </p:cNvPr>
            <p:cNvSpPr/>
            <p:nvPr/>
          </p:nvSpPr>
          <p:spPr>
            <a:xfrm rot="5400000">
              <a:off x="2914552"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6E0C98D-5972-4120-BD8B-33B6D85B8C38}"/>
                </a:ext>
              </a:extLst>
            </p:cNvPr>
            <p:cNvSpPr/>
            <p:nvPr/>
          </p:nvSpPr>
          <p:spPr>
            <a:xfrm rot="5400000">
              <a:off x="2836808"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126BE7D-64CE-4960-BCE4-49849C452BD8}"/>
                </a:ext>
              </a:extLst>
            </p:cNvPr>
            <p:cNvSpPr/>
            <p:nvPr/>
          </p:nvSpPr>
          <p:spPr>
            <a:xfrm rot="5400000">
              <a:off x="2992660"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97E7ED3-B728-47AB-B276-D5DBC4B205EC}"/>
                </a:ext>
              </a:extLst>
            </p:cNvPr>
            <p:cNvSpPr/>
            <p:nvPr/>
          </p:nvSpPr>
          <p:spPr>
            <a:xfrm rot="5400000">
              <a:off x="2915281"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DC7F9F1-B27E-4545-8E8E-F6CDB0889A22}"/>
                </a:ext>
              </a:extLst>
            </p:cNvPr>
            <p:cNvSpPr/>
            <p:nvPr/>
          </p:nvSpPr>
          <p:spPr>
            <a:xfrm rot="5400000">
              <a:off x="2837538"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4113EE6-9655-40E7-9A5D-7BB9B4DD68A5}"/>
                </a:ext>
              </a:extLst>
            </p:cNvPr>
            <p:cNvSpPr/>
            <p:nvPr/>
          </p:nvSpPr>
          <p:spPr>
            <a:xfrm rot="5400000">
              <a:off x="2993025"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B6EA6B0-563F-4A03-AD90-64483B28E27D}"/>
                </a:ext>
              </a:extLst>
            </p:cNvPr>
            <p:cNvSpPr/>
            <p:nvPr/>
          </p:nvSpPr>
          <p:spPr>
            <a:xfrm rot="5400000">
              <a:off x="2915646"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2739A4D-C952-4A20-9EBE-F50A10DAA9CB}"/>
                </a:ext>
              </a:extLst>
            </p:cNvPr>
            <p:cNvSpPr/>
            <p:nvPr/>
          </p:nvSpPr>
          <p:spPr>
            <a:xfrm rot="5400000">
              <a:off x="2837903"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90C40E2-81B8-4059-B6DB-FBA3849AF3B7}"/>
                </a:ext>
              </a:extLst>
            </p:cNvPr>
            <p:cNvSpPr/>
            <p:nvPr/>
          </p:nvSpPr>
          <p:spPr>
            <a:xfrm rot="5400000">
              <a:off x="2990105"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D90E377-8F2D-4817-B1E0-44544B6B6715}"/>
                </a:ext>
              </a:extLst>
            </p:cNvPr>
            <p:cNvSpPr/>
            <p:nvPr/>
          </p:nvSpPr>
          <p:spPr>
            <a:xfrm rot="5400000">
              <a:off x="2912726"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BFEA6E30-3281-4A83-9741-D6DE5D9A16DF}"/>
                </a:ext>
              </a:extLst>
            </p:cNvPr>
            <p:cNvSpPr/>
            <p:nvPr/>
          </p:nvSpPr>
          <p:spPr>
            <a:xfrm rot="5400000">
              <a:off x="2834983"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08679D3-FB70-4EB8-9F41-1EF12139EDEE}"/>
                </a:ext>
              </a:extLst>
            </p:cNvPr>
            <p:cNvSpPr/>
            <p:nvPr/>
          </p:nvSpPr>
          <p:spPr>
            <a:xfrm rot="5400000">
              <a:off x="2990835"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62ACC2B-1AF6-46BD-985C-81AFDEFF70A6}"/>
                </a:ext>
              </a:extLst>
            </p:cNvPr>
            <p:cNvSpPr/>
            <p:nvPr/>
          </p:nvSpPr>
          <p:spPr>
            <a:xfrm rot="5400000">
              <a:off x="2913456"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C9CDFA8-9AC0-41BA-814B-574DB9399888}"/>
                </a:ext>
              </a:extLst>
            </p:cNvPr>
            <p:cNvSpPr/>
            <p:nvPr/>
          </p:nvSpPr>
          <p:spPr>
            <a:xfrm rot="5400000">
              <a:off x="2835713"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6D2742-01C7-4313-B26A-9268F1FEB2DC}"/>
                </a:ext>
              </a:extLst>
            </p:cNvPr>
            <p:cNvSpPr/>
            <p:nvPr/>
          </p:nvSpPr>
          <p:spPr>
            <a:xfrm rot="5400000">
              <a:off x="2987915"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8C4A63A-7A24-4014-88B5-9A67EC8B52FE}"/>
                </a:ext>
              </a:extLst>
            </p:cNvPr>
            <p:cNvSpPr/>
            <p:nvPr/>
          </p:nvSpPr>
          <p:spPr>
            <a:xfrm rot="5400000">
              <a:off x="2910536"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B2DCF3D-C17C-4CD0-9D5B-5C72A7DF3AC8}"/>
                </a:ext>
              </a:extLst>
            </p:cNvPr>
            <p:cNvSpPr/>
            <p:nvPr/>
          </p:nvSpPr>
          <p:spPr>
            <a:xfrm rot="5400000">
              <a:off x="2832793"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954FA075-BA96-4F28-9C2A-76633B6A511A}"/>
                </a:ext>
              </a:extLst>
            </p:cNvPr>
            <p:cNvSpPr/>
            <p:nvPr/>
          </p:nvSpPr>
          <p:spPr>
            <a:xfrm rot="5400000">
              <a:off x="2988280"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33B2AC4-D21D-4819-BA12-F11ED04AFD12}"/>
                </a:ext>
              </a:extLst>
            </p:cNvPr>
            <p:cNvSpPr/>
            <p:nvPr/>
          </p:nvSpPr>
          <p:spPr>
            <a:xfrm rot="5400000">
              <a:off x="2910902"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DA86DEC-23B3-4B78-8B83-643C91AF6EE8}"/>
                </a:ext>
              </a:extLst>
            </p:cNvPr>
            <p:cNvSpPr/>
            <p:nvPr/>
          </p:nvSpPr>
          <p:spPr>
            <a:xfrm rot="5400000">
              <a:off x="2833158"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5C0E8F16-ACC4-4B0C-BAE6-AACADCB002AC}"/>
                </a:ext>
              </a:extLst>
            </p:cNvPr>
            <p:cNvSpPr/>
            <p:nvPr/>
          </p:nvSpPr>
          <p:spPr>
            <a:xfrm rot="5400000">
              <a:off x="2989010"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56C2891-CB8D-4E29-99AD-6FE39606B9AB}"/>
                </a:ext>
              </a:extLst>
            </p:cNvPr>
            <p:cNvSpPr/>
            <p:nvPr/>
          </p:nvSpPr>
          <p:spPr>
            <a:xfrm rot="5400000">
              <a:off x="2911632"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319A924-6018-4B82-BEC8-1BABF64CB2C0}"/>
                </a:ext>
              </a:extLst>
            </p:cNvPr>
            <p:cNvSpPr/>
            <p:nvPr/>
          </p:nvSpPr>
          <p:spPr>
            <a:xfrm rot="5400000">
              <a:off x="2833888"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D65946E-315F-4B12-A693-CEDB3EF442B8}"/>
                </a:ext>
              </a:extLst>
            </p:cNvPr>
            <p:cNvSpPr/>
            <p:nvPr/>
          </p:nvSpPr>
          <p:spPr>
            <a:xfrm rot="5400000">
              <a:off x="2986090"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7BD8185F-4460-43D1-A379-E11FB0C148CB}"/>
                </a:ext>
              </a:extLst>
            </p:cNvPr>
            <p:cNvSpPr/>
            <p:nvPr/>
          </p:nvSpPr>
          <p:spPr>
            <a:xfrm rot="5400000">
              <a:off x="2908712"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C2C35CFC-09B3-46CC-9F0A-B6D0A281946C}"/>
                </a:ext>
              </a:extLst>
            </p:cNvPr>
            <p:cNvSpPr/>
            <p:nvPr/>
          </p:nvSpPr>
          <p:spPr>
            <a:xfrm rot="5400000">
              <a:off x="2830968"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F87AC2E4-34D5-4473-9C1E-B79F51A85C98}"/>
                </a:ext>
              </a:extLst>
            </p:cNvPr>
            <p:cNvSpPr/>
            <p:nvPr/>
          </p:nvSpPr>
          <p:spPr>
            <a:xfrm rot="5400000">
              <a:off x="2986455"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9C80870-8AB3-4DF9-B085-D6B55423D2B5}"/>
                </a:ext>
              </a:extLst>
            </p:cNvPr>
            <p:cNvSpPr/>
            <p:nvPr/>
          </p:nvSpPr>
          <p:spPr>
            <a:xfrm rot="5400000">
              <a:off x="2909076"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82613BE-344A-43B0-9E15-9E9B11AD561D}"/>
                </a:ext>
              </a:extLst>
            </p:cNvPr>
            <p:cNvSpPr/>
            <p:nvPr/>
          </p:nvSpPr>
          <p:spPr>
            <a:xfrm rot="5400000">
              <a:off x="2831333"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E9828C6A-A98D-4681-A636-9F7D0D84B933}"/>
                </a:ext>
              </a:extLst>
            </p:cNvPr>
            <p:cNvSpPr/>
            <p:nvPr/>
          </p:nvSpPr>
          <p:spPr>
            <a:xfrm rot="5400000">
              <a:off x="2987185"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4C8C0D3B-EBBA-450C-B569-3FFDFF509D66}"/>
                </a:ext>
              </a:extLst>
            </p:cNvPr>
            <p:cNvSpPr/>
            <p:nvPr/>
          </p:nvSpPr>
          <p:spPr>
            <a:xfrm rot="5400000">
              <a:off x="2909806"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35C565B-6D0B-4D2C-91FD-3EAFE8483107}"/>
                </a:ext>
              </a:extLst>
            </p:cNvPr>
            <p:cNvSpPr/>
            <p:nvPr/>
          </p:nvSpPr>
          <p:spPr>
            <a:xfrm rot="5400000">
              <a:off x="2832063"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A078289-2418-49BF-8785-FFECF4ACC5F5}"/>
                </a:ext>
              </a:extLst>
            </p:cNvPr>
            <p:cNvSpPr/>
            <p:nvPr/>
          </p:nvSpPr>
          <p:spPr>
            <a:xfrm rot="5400000">
              <a:off x="2984265"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B09DD9C-9A6D-4EFD-BCD3-FCE416663BA8}"/>
                </a:ext>
              </a:extLst>
            </p:cNvPr>
            <p:cNvSpPr/>
            <p:nvPr/>
          </p:nvSpPr>
          <p:spPr>
            <a:xfrm rot="5400000">
              <a:off x="2906886"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9AA3B53C-BDA7-4624-9538-04289C2A8F02}"/>
                </a:ext>
              </a:extLst>
            </p:cNvPr>
            <p:cNvSpPr/>
            <p:nvPr/>
          </p:nvSpPr>
          <p:spPr>
            <a:xfrm rot="5400000">
              <a:off x="2829143"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8B4B0CB-A68F-4C90-9C54-8628988FBFF5}"/>
                </a:ext>
              </a:extLst>
            </p:cNvPr>
            <p:cNvSpPr/>
            <p:nvPr/>
          </p:nvSpPr>
          <p:spPr>
            <a:xfrm rot="5400000">
              <a:off x="2984630"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0985A6A-09C6-4855-8033-273E0FA07AE2}"/>
                </a:ext>
              </a:extLst>
            </p:cNvPr>
            <p:cNvSpPr/>
            <p:nvPr/>
          </p:nvSpPr>
          <p:spPr>
            <a:xfrm rot="5400000">
              <a:off x="2907252"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C8E8843-8B0F-48F7-BE9B-E19358D13F78}"/>
                </a:ext>
              </a:extLst>
            </p:cNvPr>
            <p:cNvSpPr/>
            <p:nvPr/>
          </p:nvSpPr>
          <p:spPr>
            <a:xfrm rot="5400000">
              <a:off x="2829508"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6342562E-7A6F-48CA-9A3E-835E1294D903}"/>
                </a:ext>
              </a:extLst>
            </p:cNvPr>
            <p:cNvSpPr/>
            <p:nvPr/>
          </p:nvSpPr>
          <p:spPr>
            <a:xfrm rot="5400000">
              <a:off x="2985360"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51DBF79-74BD-44B4-909C-6A6E0999077B}"/>
                </a:ext>
              </a:extLst>
            </p:cNvPr>
            <p:cNvSpPr/>
            <p:nvPr/>
          </p:nvSpPr>
          <p:spPr>
            <a:xfrm rot="5400000">
              <a:off x="2907982"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B8F9D10-2A00-470B-98D9-2D97327AB7F2}"/>
                </a:ext>
              </a:extLst>
            </p:cNvPr>
            <p:cNvSpPr/>
            <p:nvPr/>
          </p:nvSpPr>
          <p:spPr>
            <a:xfrm rot="5400000">
              <a:off x="2830238"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B9A116B3-EAAE-4EF1-95AF-5FD954E22DB6}"/>
                </a:ext>
              </a:extLst>
            </p:cNvPr>
            <p:cNvSpPr/>
            <p:nvPr/>
          </p:nvSpPr>
          <p:spPr>
            <a:xfrm rot="5400000">
              <a:off x="2982805"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D98D876E-DFC6-4EEC-8547-D15568DED99C}"/>
                </a:ext>
              </a:extLst>
            </p:cNvPr>
            <p:cNvSpPr/>
            <p:nvPr/>
          </p:nvSpPr>
          <p:spPr>
            <a:xfrm rot="5400000">
              <a:off x="2905427"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7BE7C6A-DC10-4A82-B815-E6C17179A607}"/>
                </a:ext>
              </a:extLst>
            </p:cNvPr>
            <p:cNvSpPr/>
            <p:nvPr/>
          </p:nvSpPr>
          <p:spPr>
            <a:xfrm rot="5400000">
              <a:off x="2827683"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953A2B20-2068-44CA-BF2B-DE1C9130E3BF}"/>
                </a:ext>
              </a:extLst>
            </p:cNvPr>
            <p:cNvSpPr/>
            <p:nvPr/>
          </p:nvSpPr>
          <p:spPr>
            <a:xfrm rot="5400000">
              <a:off x="2983170"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3D65FE71-20A4-4DF0-93A5-2BF3D1972E24}"/>
                </a:ext>
              </a:extLst>
            </p:cNvPr>
            <p:cNvSpPr/>
            <p:nvPr/>
          </p:nvSpPr>
          <p:spPr>
            <a:xfrm rot="5400000">
              <a:off x="2905792"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61671A6-FBAD-475A-9910-E47610B32DF4}"/>
                </a:ext>
              </a:extLst>
            </p:cNvPr>
            <p:cNvSpPr/>
            <p:nvPr/>
          </p:nvSpPr>
          <p:spPr>
            <a:xfrm rot="5400000">
              <a:off x="2828048"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1C0DC6E6-E67B-44ED-8E83-92A1D1E57577}"/>
                </a:ext>
              </a:extLst>
            </p:cNvPr>
            <p:cNvSpPr/>
            <p:nvPr/>
          </p:nvSpPr>
          <p:spPr>
            <a:xfrm rot="5400000">
              <a:off x="2983535"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83A36515-8A5F-490D-BB32-2680EF0F0B15}"/>
                </a:ext>
              </a:extLst>
            </p:cNvPr>
            <p:cNvSpPr/>
            <p:nvPr/>
          </p:nvSpPr>
          <p:spPr>
            <a:xfrm rot="5400000">
              <a:off x="2906522" y="1426206"/>
              <a:ext cx="29199" cy="29199"/>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965F9B75-B0BB-4476-AA3A-69FDB640EEC1}"/>
                </a:ext>
              </a:extLst>
            </p:cNvPr>
            <p:cNvSpPr/>
            <p:nvPr/>
          </p:nvSpPr>
          <p:spPr>
            <a:xfrm rot="5400000">
              <a:off x="2828413"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2AF6FCB-614D-45C6-8C01-F60CAEA318F8}"/>
                </a:ext>
              </a:extLst>
            </p:cNvPr>
            <p:cNvSpPr/>
            <p:nvPr/>
          </p:nvSpPr>
          <p:spPr>
            <a:xfrm rot="5400000">
              <a:off x="2980615"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D2641CC8-B1D4-4214-A5CE-CDB38C28064F}"/>
                </a:ext>
              </a:extLst>
            </p:cNvPr>
            <p:cNvSpPr/>
            <p:nvPr/>
          </p:nvSpPr>
          <p:spPr>
            <a:xfrm rot="5400000">
              <a:off x="2903237"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68DDCDB-F10D-4ACE-B9BF-3F1684586F09}"/>
                </a:ext>
              </a:extLst>
            </p:cNvPr>
            <p:cNvSpPr/>
            <p:nvPr/>
          </p:nvSpPr>
          <p:spPr>
            <a:xfrm rot="5400000">
              <a:off x="2825493"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F77BE2C-BFFC-4E56-B60D-BBB45014ED08}"/>
                </a:ext>
              </a:extLst>
            </p:cNvPr>
            <p:cNvSpPr/>
            <p:nvPr/>
          </p:nvSpPr>
          <p:spPr>
            <a:xfrm rot="5400000">
              <a:off x="2981345"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E7A3361C-2E4B-4F94-BF10-93E78448A302}"/>
                </a:ext>
              </a:extLst>
            </p:cNvPr>
            <p:cNvSpPr/>
            <p:nvPr/>
          </p:nvSpPr>
          <p:spPr>
            <a:xfrm rot="5400000">
              <a:off x="2903967"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DDF6091-696B-4FFC-A7E7-78A18345F5CF}"/>
                </a:ext>
              </a:extLst>
            </p:cNvPr>
            <p:cNvSpPr/>
            <p:nvPr/>
          </p:nvSpPr>
          <p:spPr>
            <a:xfrm rot="5400000">
              <a:off x="2826223"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CB12A7DA-6D97-4B02-94C7-221A7269A691}"/>
                </a:ext>
              </a:extLst>
            </p:cNvPr>
            <p:cNvSpPr/>
            <p:nvPr/>
          </p:nvSpPr>
          <p:spPr>
            <a:xfrm rot="5400000">
              <a:off x="2982075"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F6E64E8D-BA66-47BC-89E4-C1626C24BC2B}"/>
                </a:ext>
              </a:extLst>
            </p:cNvPr>
            <p:cNvSpPr/>
            <p:nvPr/>
          </p:nvSpPr>
          <p:spPr>
            <a:xfrm rot="5400000">
              <a:off x="2904697"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6D3733AB-0372-4354-9B20-6EEA978A61FF}"/>
                </a:ext>
              </a:extLst>
            </p:cNvPr>
            <p:cNvSpPr/>
            <p:nvPr/>
          </p:nvSpPr>
          <p:spPr>
            <a:xfrm rot="5400000">
              <a:off x="2826953"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1A42DC9A-A36C-4E7E-8EFA-69FA23348BA1}"/>
                </a:ext>
              </a:extLst>
            </p:cNvPr>
            <p:cNvSpPr/>
            <p:nvPr/>
          </p:nvSpPr>
          <p:spPr>
            <a:xfrm rot="5400000">
              <a:off x="2979155"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E477AB1-C99C-4F2A-9324-8B072D1B6290}"/>
                </a:ext>
              </a:extLst>
            </p:cNvPr>
            <p:cNvSpPr/>
            <p:nvPr/>
          </p:nvSpPr>
          <p:spPr>
            <a:xfrm rot="5400000">
              <a:off x="2901777"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3CF70B1E-5A24-459D-A46D-C1E7B3881321}"/>
                </a:ext>
              </a:extLst>
            </p:cNvPr>
            <p:cNvSpPr/>
            <p:nvPr/>
          </p:nvSpPr>
          <p:spPr>
            <a:xfrm rot="5400000">
              <a:off x="2824034"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F05F40EA-3C0D-46E6-B12F-4CC9CE528ED8}"/>
                </a:ext>
              </a:extLst>
            </p:cNvPr>
            <p:cNvSpPr/>
            <p:nvPr/>
          </p:nvSpPr>
          <p:spPr>
            <a:xfrm rot="5400000">
              <a:off x="2979520"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82FE527-6971-4E82-B6E1-67C5BC8E4CCF}"/>
                </a:ext>
              </a:extLst>
            </p:cNvPr>
            <p:cNvSpPr/>
            <p:nvPr/>
          </p:nvSpPr>
          <p:spPr>
            <a:xfrm rot="5400000">
              <a:off x="2902142"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A8CD8847-74E2-4D15-BFA6-4DCB8C89EBDC}"/>
                </a:ext>
              </a:extLst>
            </p:cNvPr>
            <p:cNvSpPr/>
            <p:nvPr/>
          </p:nvSpPr>
          <p:spPr>
            <a:xfrm rot="5400000">
              <a:off x="2824398"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A0958AF-E779-4443-A24D-4F3FAD410A7A}"/>
                </a:ext>
              </a:extLst>
            </p:cNvPr>
            <p:cNvSpPr/>
            <p:nvPr/>
          </p:nvSpPr>
          <p:spPr>
            <a:xfrm rot="5400000">
              <a:off x="2980250"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429F328C-BF63-40C3-9071-35AE4291AECC}"/>
                </a:ext>
              </a:extLst>
            </p:cNvPr>
            <p:cNvSpPr/>
            <p:nvPr/>
          </p:nvSpPr>
          <p:spPr>
            <a:xfrm rot="5400000">
              <a:off x="2902872"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90725A6-65D6-4F6C-93F0-66FDB1B8FB8C}"/>
                </a:ext>
              </a:extLst>
            </p:cNvPr>
            <p:cNvSpPr/>
            <p:nvPr/>
          </p:nvSpPr>
          <p:spPr>
            <a:xfrm rot="5400000">
              <a:off x="2825128"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B093EA3-F8B4-4816-8F34-35CB7E617160}"/>
                </a:ext>
              </a:extLst>
            </p:cNvPr>
            <p:cNvSpPr/>
            <p:nvPr/>
          </p:nvSpPr>
          <p:spPr>
            <a:xfrm rot="5400000">
              <a:off x="2977330"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DA8429E3-B0A7-420A-B645-5ACB47DAFF80}"/>
                </a:ext>
              </a:extLst>
            </p:cNvPr>
            <p:cNvSpPr/>
            <p:nvPr/>
          </p:nvSpPr>
          <p:spPr>
            <a:xfrm rot="5400000">
              <a:off x="2899952"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68170E40-4DD4-4F4B-A121-16959DCB9523}"/>
                </a:ext>
              </a:extLst>
            </p:cNvPr>
            <p:cNvSpPr/>
            <p:nvPr/>
          </p:nvSpPr>
          <p:spPr>
            <a:xfrm rot="5400000">
              <a:off x="2822208"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3028C637-4887-4F0E-B54E-04B0DC7AD951}"/>
                </a:ext>
              </a:extLst>
            </p:cNvPr>
            <p:cNvSpPr/>
            <p:nvPr/>
          </p:nvSpPr>
          <p:spPr>
            <a:xfrm rot="5400000">
              <a:off x="2978060"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B7649E32-4990-401A-A4C2-21848D6B56C3}"/>
                </a:ext>
              </a:extLst>
            </p:cNvPr>
            <p:cNvSpPr/>
            <p:nvPr/>
          </p:nvSpPr>
          <p:spPr>
            <a:xfrm rot="5400000">
              <a:off x="2900682"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6D4C51CE-D9D8-4240-9628-450FAB4CFBBF}"/>
                </a:ext>
              </a:extLst>
            </p:cNvPr>
            <p:cNvSpPr/>
            <p:nvPr/>
          </p:nvSpPr>
          <p:spPr>
            <a:xfrm rot="5400000">
              <a:off x="2822938"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2FDC62F3-77A9-42EB-B384-D6941438FC2D}"/>
                </a:ext>
              </a:extLst>
            </p:cNvPr>
            <p:cNvSpPr/>
            <p:nvPr/>
          </p:nvSpPr>
          <p:spPr>
            <a:xfrm rot="5400000">
              <a:off x="2978425"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C7588256-8690-4E9C-BB06-2DDBF8467DCA}"/>
                </a:ext>
              </a:extLst>
            </p:cNvPr>
            <p:cNvSpPr/>
            <p:nvPr/>
          </p:nvSpPr>
          <p:spPr>
            <a:xfrm rot="5400000">
              <a:off x="2901047"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C9092A73-2DB8-476F-9499-6757BB21C084}"/>
                </a:ext>
              </a:extLst>
            </p:cNvPr>
            <p:cNvSpPr/>
            <p:nvPr/>
          </p:nvSpPr>
          <p:spPr>
            <a:xfrm rot="5400000">
              <a:off x="2823304"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FF2DF3B6-98C6-455C-A5A9-4530D30A3715}"/>
                </a:ext>
              </a:extLst>
            </p:cNvPr>
            <p:cNvSpPr/>
            <p:nvPr/>
          </p:nvSpPr>
          <p:spPr>
            <a:xfrm rot="5400000">
              <a:off x="2975505"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0987937A-837F-468B-A933-9C46220CD6A3}"/>
                </a:ext>
              </a:extLst>
            </p:cNvPr>
            <p:cNvSpPr/>
            <p:nvPr/>
          </p:nvSpPr>
          <p:spPr>
            <a:xfrm rot="5400000">
              <a:off x="2898127"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CCB9B15-8BFB-4AA3-951D-09E0C63045BE}"/>
                </a:ext>
              </a:extLst>
            </p:cNvPr>
            <p:cNvSpPr/>
            <p:nvPr/>
          </p:nvSpPr>
          <p:spPr>
            <a:xfrm rot="5400000">
              <a:off x="2820384"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FF71191-2BE0-41A0-9355-BEF65B6EC551}"/>
                </a:ext>
              </a:extLst>
            </p:cNvPr>
            <p:cNvSpPr/>
            <p:nvPr/>
          </p:nvSpPr>
          <p:spPr>
            <a:xfrm rot="5400000">
              <a:off x="2976235"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CD2A10A9-35C6-43C5-B47C-F598836B7548}"/>
                </a:ext>
              </a:extLst>
            </p:cNvPr>
            <p:cNvSpPr/>
            <p:nvPr/>
          </p:nvSpPr>
          <p:spPr>
            <a:xfrm rot="5400000">
              <a:off x="2898857"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B52826BF-88A1-4E7A-B013-A49239440E70}"/>
                </a:ext>
              </a:extLst>
            </p:cNvPr>
            <p:cNvSpPr/>
            <p:nvPr/>
          </p:nvSpPr>
          <p:spPr>
            <a:xfrm rot="5400000">
              <a:off x="2821114"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6847CF0F-1FBC-4219-BA9A-E068847F5CC2}"/>
                </a:ext>
              </a:extLst>
            </p:cNvPr>
            <p:cNvSpPr/>
            <p:nvPr/>
          </p:nvSpPr>
          <p:spPr>
            <a:xfrm rot="5400000">
              <a:off x="2973315" y="488907"/>
              <a:ext cx="47449" cy="47449"/>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387F660C-FA2C-46CB-ABB6-17FA9AB45215}"/>
                </a:ext>
              </a:extLst>
            </p:cNvPr>
            <p:cNvSpPr/>
            <p:nvPr/>
          </p:nvSpPr>
          <p:spPr>
            <a:xfrm rot="5400000">
              <a:off x="2895937"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6A28B8A1-DBBC-4DB6-9C73-350EABD87756}"/>
                </a:ext>
              </a:extLst>
            </p:cNvPr>
            <p:cNvSpPr/>
            <p:nvPr/>
          </p:nvSpPr>
          <p:spPr>
            <a:xfrm rot="5400000">
              <a:off x="2818194"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309D7A0-3391-43B3-B8C0-97733A0E8DF6}"/>
                </a:ext>
              </a:extLst>
            </p:cNvPr>
            <p:cNvSpPr/>
            <p:nvPr/>
          </p:nvSpPr>
          <p:spPr>
            <a:xfrm rot="5400000">
              <a:off x="2973680"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A342532F-70F3-4B29-ACFD-6C88EC807831}"/>
                </a:ext>
              </a:extLst>
            </p:cNvPr>
            <p:cNvSpPr/>
            <p:nvPr/>
          </p:nvSpPr>
          <p:spPr>
            <a:xfrm rot="5400000">
              <a:off x="2896302"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2CF42CB-9906-45EF-8C31-75F101C2B4C6}"/>
                </a:ext>
              </a:extLst>
            </p:cNvPr>
            <p:cNvSpPr/>
            <p:nvPr/>
          </p:nvSpPr>
          <p:spPr>
            <a:xfrm rot="5400000">
              <a:off x="2818558"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67564F0-F022-43E0-9160-EA739DA8F2BE}"/>
                </a:ext>
              </a:extLst>
            </p:cNvPr>
            <p:cNvSpPr/>
            <p:nvPr/>
          </p:nvSpPr>
          <p:spPr>
            <a:xfrm rot="5400000">
              <a:off x="2974410" y="332690"/>
              <a:ext cx="47449" cy="47449"/>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7C85B885-6F77-4343-BE1A-4C23FB47A6CE}"/>
                </a:ext>
              </a:extLst>
            </p:cNvPr>
            <p:cNvSpPr/>
            <p:nvPr/>
          </p:nvSpPr>
          <p:spPr>
            <a:xfrm rot="5400000">
              <a:off x="2897032"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CF11A5FD-5943-4FDF-928D-F464789A419A}"/>
                </a:ext>
              </a:extLst>
            </p:cNvPr>
            <p:cNvSpPr/>
            <p:nvPr/>
          </p:nvSpPr>
          <p:spPr>
            <a:xfrm rot="5400000">
              <a:off x="2819288"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357A4792-4C01-4C59-B657-403DA0019CC9}"/>
                </a:ext>
              </a:extLst>
            </p:cNvPr>
            <p:cNvSpPr/>
            <p:nvPr/>
          </p:nvSpPr>
          <p:spPr>
            <a:xfrm rot="5400000">
              <a:off x="2974775"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DC669DE-FD06-4D6B-959F-76699A8A658B}"/>
                </a:ext>
              </a:extLst>
            </p:cNvPr>
            <p:cNvSpPr/>
            <p:nvPr/>
          </p:nvSpPr>
          <p:spPr>
            <a:xfrm rot="5400000">
              <a:off x="2897397"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6A5413F8-58D0-460C-93F5-8A59D9AE1609}"/>
                </a:ext>
              </a:extLst>
            </p:cNvPr>
            <p:cNvSpPr/>
            <p:nvPr/>
          </p:nvSpPr>
          <p:spPr>
            <a:xfrm rot="5400000">
              <a:off x="2819654"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685399DC-0ED5-4DA3-B8CA-44EEAAE8A397}"/>
                </a:ext>
              </a:extLst>
            </p:cNvPr>
            <p:cNvSpPr/>
            <p:nvPr/>
          </p:nvSpPr>
          <p:spPr>
            <a:xfrm rot="5400000">
              <a:off x="2971855" y="176474"/>
              <a:ext cx="51099" cy="51099"/>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8126721-31AE-43AA-93F5-74058CB95605}"/>
                </a:ext>
              </a:extLst>
            </p:cNvPr>
            <p:cNvSpPr/>
            <p:nvPr/>
          </p:nvSpPr>
          <p:spPr>
            <a:xfrm rot="5400000">
              <a:off x="2894477"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2B949E33-BCF3-42EA-83BE-7B7677117F38}"/>
                </a:ext>
              </a:extLst>
            </p:cNvPr>
            <p:cNvSpPr/>
            <p:nvPr/>
          </p:nvSpPr>
          <p:spPr>
            <a:xfrm rot="5400000">
              <a:off x="2816734"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B6AA12D1-0A58-436F-8CB2-C4F4CC8B71DA}"/>
                </a:ext>
              </a:extLst>
            </p:cNvPr>
            <p:cNvSpPr/>
            <p:nvPr/>
          </p:nvSpPr>
          <p:spPr>
            <a:xfrm rot="5400000">
              <a:off x="2972585"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20B14417-6A24-4838-947D-F87E85CE38C8}"/>
                </a:ext>
              </a:extLst>
            </p:cNvPr>
            <p:cNvSpPr/>
            <p:nvPr/>
          </p:nvSpPr>
          <p:spPr>
            <a:xfrm rot="5400000">
              <a:off x="2895207"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C72AC09-AB45-4700-B371-04C6D644498B}"/>
                </a:ext>
              </a:extLst>
            </p:cNvPr>
            <p:cNvSpPr/>
            <p:nvPr/>
          </p:nvSpPr>
          <p:spPr>
            <a:xfrm rot="5400000">
              <a:off x="2817464"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0EBAFC1-0BE4-4F4B-A25F-E6ED9776432D}"/>
                </a:ext>
              </a:extLst>
            </p:cNvPr>
            <p:cNvSpPr/>
            <p:nvPr/>
          </p:nvSpPr>
          <p:spPr>
            <a:xfrm rot="5400000">
              <a:off x="2969665"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9D1D1C8-92C8-4677-ABE0-8DD13282A46C}"/>
                </a:ext>
              </a:extLst>
            </p:cNvPr>
            <p:cNvSpPr/>
            <p:nvPr/>
          </p:nvSpPr>
          <p:spPr>
            <a:xfrm rot="5400000">
              <a:off x="2892287"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A8CE442E-472D-48E3-A699-3FEF7DD30733}"/>
                </a:ext>
              </a:extLst>
            </p:cNvPr>
            <p:cNvSpPr/>
            <p:nvPr/>
          </p:nvSpPr>
          <p:spPr>
            <a:xfrm rot="5400000">
              <a:off x="2814544"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grpSp>
      <p:sp>
        <p:nvSpPr>
          <p:cNvPr id="612" name="Text Placeholder 514">
            <a:extLst>
              <a:ext uri="{FF2B5EF4-FFF2-40B4-BE49-F238E27FC236}">
                <a16:creationId xmlns:a16="http://schemas.microsoft.com/office/drawing/2014/main" id="{FE9A38D0-C995-4749-8303-D3D6C39F59FF}"/>
              </a:ext>
            </a:extLst>
          </p:cNvPr>
          <p:cNvSpPr>
            <a:spLocks noGrp="1"/>
          </p:cNvSpPr>
          <p:nvPr>
            <p:ph type="body" sz="quarter" idx="11" hasCustomPrompt="1"/>
          </p:nvPr>
        </p:nvSpPr>
        <p:spPr>
          <a:xfrm>
            <a:off x="442315" y="4178774"/>
            <a:ext cx="1617443" cy="646331"/>
          </a:xfrm>
          <a:prstGeom prst="rect">
            <a:avLst/>
          </a:prstGeom>
          <a:noFill/>
        </p:spPr>
        <p:txBody>
          <a:bodyPr wrap="square" rtlCol="0">
            <a:spAutoFit/>
          </a:bodyPr>
          <a:lstStyle>
            <a:lvl1pPr marL="0" indent="0" algn="ctr">
              <a:buClr>
                <a:srgbClr val="F27228"/>
              </a:buClr>
              <a:buFont typeface="Arial" panose="020B0604020202020204" pitchFamily="34" charset="0"/>
              <a:buNone/>
              <a:defRPr lang="en-US" sz="4000" dirty="0">
                <a:solidFill>
                  <a:schemeClr val="bg1"/>
                </a:solidFill>
                <a:latin typeface="Segoe UI Light" panose="020B0502040204020203" pitchFamily="34" charset="0"/>
                <a:cs typeface="Segoe UI Light" panose="020B0502040204020203" pitchFamily="34" charset="0"/>
              </a:defRPr>
            </a:lvl1pPr>
          </a:lstStyle>
          <a:p>
            <a:pPr marL="0" lvl="0"/>
            <a:r>
              <a:rPr lang="en-US" dirty="0"/>
              <a:t>1</a:t>
            </a:r>
          </a:p>
        </p:txBody>
      </p:sp>
      <p:sp>
        <p:nvSpPr>
          <p:cNvPr id="613" name="Text Placeholder 514">
            <a:extLst>
              <a:ext uri="{FF2B5EF4-FFF2-40B4-BE49-F238E27FC236}">
                <a16:creationId xmlns:a16="http://schemas.microsoft.com/office/drawing/2014/main" id="{7D0C6DF9-C2A4-40C7-881C-3B69DCB4D3DA}"/>
              </a:ext>
            </a:extLst>
          </p:cNvPr>
          <p:cNvSpPr>
            <a:spLocks noGrp="1"/>
          </p:cNvSpPr>
          <p:nvPr>
            <p:ph type="body" sz="quarter" idx="10" hasCustomPrompt="1"/>
          </p:nvPr>
        </p:nvSpPr>
        <p:spPr>
          <a:xfrm>
            <a:off x="1857931" y="3045031"/>
            <a:ext cx="7725022" cy="757130"/>
          </a:xfrm>
          <a:prstGeom prst="rect">
            <a:avLst/>
          </a:prstGeom>
          <a:noFill/>
        </p:spPr>
        <p:txBody>
          <a:bodyPr wrap="square" rtlCol="0">
            <a:spAutoFit/>
          </a:bodyPr>
          <a:lstStyle>
            <a:lvl1pPr marL="0" indent="0" algn="l" defTabSz="914400" rtl="0" eaLnBrk="1" latinLnBrk="0" hangingPunct="1">
              <a:buClr>
                <a:srgbClr val="F27228"/>
              </a:buClr>
              <a:buFont typeface="Arial" panose="020B0604020202020204" pitchFamily="34" charset="0"/>
              <a:buNone/>
              <a:defRPr lang="en-US" sz="4800" b="1" kern="1200" dirty="0">
                <a:solidFill>
                  <a:srgbClr val="36365C"/>
                </a:solidFill>
                <a:latin typeface="Segoe UI" panose="020B0502040204020203" pitchFamily="34" charset="0"/>
                <a:ea typeface="Segoe UI Black" panose="020B0A02040204020203" pitchFamily="34" charset="0"/>
                <a:cs typeface="Segoe UI" panose="020B0502040204020203" pitchFamily="34" charset="0"/>
              </a:defRPr>
            </a:lvl1pPr>
          </a:lstStyle>
          <a:p>
            <a:pPr marL="0" lvl="0"/>
            <a:r>
              <a:rPr lang="en-US" dirty="0"/>
              <a:t>TITLE</a:t>
            </a:r>
          </a:p>
        </p:txBody>
      </p:sp>
      <p:sp>
        <p:nvSpPr>
          <p:cNvPr id="615" name="Text Placeholder 514">
            <a:extLst>
              <a:ext uri="{FF2B5EF4-FFF2-40B4-BE49-F238E27FC236}">
                <a16:creationId xmlns:a16="http://schemas.microsoft.com/office/drawing/2014/main" id="{CF8D0149-EC27-408E-8DAF-D0029A5712C5}"/>
              </a:ext>
            </a:extLst>
          </p:cNvPr>
          <p:cNvSpPr>
            <a:spLocks noGrp="1"/>
          </p:cNvSpPr>
          <p:nvPr>
            <p:ph type="body" sz="quarter" idx="12" hasCustomPrompt="1"/>
          </p:nvPr>
        </p:nvSpPr>
        <p:spPr>
          <a:xfrm>
            <a:off x="1871786" y="3829871"/>
            <a:ext cx="7725022" cy="646331"/>
          </a:xfrm>
          <a:prstGeom prst="rect">
            <a:avLst/>
          </a:prstGeom>
          <a:noFill/>
        </p:spPr>
        <p:txBody>
          <a:bodyPr wrap="square" rtlCol="0">
            <a:spAutoFit/>
          </a:bodyPr>
          <a:lstStyle>
            <a:lvl1pPr marL="0" indent="0" algn="l" defTabSz="914400" rtl="0" eaLnBrk="1" latinLnBrk="0" hangingPunct="1">
              <a:buClr>
                <a:srgbClr val="F27228"/>
              </a:buClr>
              <a:buFont typeface="Arial" panose="020B0604020202020204" pitchFamily="34" charset="0"/>
              <a:buNone/>
              <a:defRPr lang="en-US" sz="4000" kern="1200" dirty="0">
                <a:solidFill>
                  <a:srgbClr val="36365C"/>
                </a:solidFill>
                <a:latin typeface="Segoe UI Light" panose="020B0502040204020203" pitchFamily="34" charset="0"/>
                <a:ea typeface="+mn-ea"/>
                <a:cs typeface="Segoe UI Light" panose="020B0502040204020203" pitchFamily="34" charset="0"/>
              </a:defRPr>
            </a:lvl1pPr>
          </a:lstStyle>
          <a:p>
            <a:pPr marL="0" lvl="0"/>
            <a:r>
              <a:rPr lang="en-US" dirty="0"/>
              <a:t>SUBTITLE</a:t>
            </a:r>
          </a:p>
        </p:txBody>
      </p:sp>
    </p:spTree>
    <p:extLst>
      <p:ext uri="{BB962C8B-B14F-4D97-AF65-F5344CB8AC3E}">
        <p14:creationId xmlns:p14="http://schemas.microsoft.com/office/powerpoint/2010/main" val="1855733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 descr="C:\Users\HaLT15\Desktop\FPT Software Doc.png">
            <a:extLst>
              <a:ext uri="{FF2B5EF4-FFF2-40B4-BE49-F238E27FC236}">
                <a16:creationId xmlns:a16="http://schemas.microsoft.com/office/drawing/2014/main" id="{280B20FA-1539-4993-90F7-377D68401812}"/>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b="32751"/>
          <a:stretch/>
        </p:blipFill>
        <p:spPr bwMode="auto">
          <a:xfrm>
            <a:off x="11502095" y="152400"/>
            <a:ext cx="461305" cy="292194"/>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45148FD0-2CE1-43DA-BBFB-0931F5FB5A0A}"/>
              </a:ext>
            </a:extLst>
          </p:cNvPr>
          <p:cNvCxnSpPr>
            <a:cxnSpLocks/>
          </p:cNvCxnSpPr>
          <p:nvPr userDrawn="1"/>
        </p:nvCxnSpPr>
        <p:spPr>
          <a:xfrm>
            <a:off x="1095436" y="813375"/>
            <a:ext cx="10287000" cy="0"/>
          </a:xfrm>
          <a:prstGeom prst="line">
            <a:avLst/>
          </a:prstGeom>
          <a:ln>
            <a:solidFill>
              <a:srgbClr val="36365C"/>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6268E1F-7088-4024-8DAE-1E0A6B4E7641}"/>
              </a:ext>
            </a:extLst>
          </p:cNvPr>
          <p:cNvGrpSpPr/>
          <p:nvPr userDrawn="1"/>
        </p:nvGrpSpPr>
        <p:grpSpPr>
          <a:xfrm>
            <a:off x="-380999" y="294771"/>
            <a:ext cx="1261502" cy="424916"/>
            <a:chOff x="-380999" y="294771"/>
            <a:chExt cx="1261502" cy="424916"/>
          </a:xfrm>
        </p:grpSpPr>
        <p:sp>
          <p:nvSpPr>
            <p:cNvPr id="11" name="Freeform: Shape 10">
              <a:extLst>
                <a:ext uri="{FF2B5EF4-FFF2-40B4-BE49-F238E27FC236}">
                  <a16:creationId xmlns:a16="http://schemas.microsoft.com/office/drawing/2014/main" id="{743F0488-2F7E-410A-BCA1-6C3B97F5DA02}"/>
                </a:ext>
              </a:extLst>
            </p:cNvPr>
            <p:cNvSpPr/>
            <p:nvPr/>
          </p:nvSpPr>
          <p:spPr>
            <a:xfrm rot="10800000">
              <a:off x="-380999" y="57356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5D06DC8-0968-4582-A534-A226D046990B}"/>
                </a:ext>
              </a:extLst>
            </p:cNvPr>
            <p:cNvSpPr/>
            <p:nvPr/>
          </p:nvSpPr>
          <p:spPr>
            <a:xfrm rot="10800000">
              <a:off x="-380999" y="52899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A6E1E4F3-0BDB-4F81-AADD-7BF988DCA25D}"/>
                </a:ext>
              </a:extLst>
            </p:cNvPr>
            <p:cNvSpPr/>
            <p:nvPr/>
          </p:nvSpPr>
          <p:spPr>
            <a:xfrm rot="10800000">
              <a:off x="-380999" y="48420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E45EE3E-C07E-450D-9295-99C847BC78AB}"/>
                </a:ext>
              </a:extLst>
            </p:cNvPr>
            <p:cNvSpPr/>
            <p:nvPr/>
          </p:nvSpPr>
          <p:spPr>
            <a:xfrm rot="10800000">
              <a:off x="-380999" y="43963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ACBA76E-3FF5-4BA8-AED8-4E4ED2049CC4}"/>
                </a:ext>
              </a:extLst>
            </p:cNvPr>
            <p:cNvSpPr/>
            <p:nvPr/>
          </p:nvSpPr>
          <p:spPr>
            <a:xfrm rot="10800000">
              <a:off x="-380999" y="39506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C652581-D11A-44CC-A7A7-E63B07E09D5F}"/>
                </a:ext>
              </a:extLst>
            </p:cNvPr>
            <p:cNvSpPr/>
            <p:nvPr/>
          </p:nvSpPr>
          <p:spPr>
            <a:xfrm rot="10800000">
              <a:off x="-380999" y="35048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1149F66-C99F-4684-92A3-EC6B5A460C61}"/>
                </a:ext>
              </a:extLst>
            </p:cNvPr>
            <p:cNvSpPr/>
            <p:nvPr/>
          </p:nvSpPr>
          <p:spPr>
            <a:xfrm rot="10800000">
              <a:off x="-380999" y="305704"/>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DF8F55B-0006-4C4A-ABC3-0F4609C2BA64}"/>
                </a:ext>
              </a:extLst>
            </p:cNvPr>
            <p:cNvSpPr/>
            <p:nvPr/>
          </p:nvSpPr>
          <p:spPr>
            <a:xfrm rot="10800000">
              <a:off x="-336216" y="573773"/>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159EBB7-850D-4006-98EE-631C79B93CEB}"/>
                </a:ext>
              </a:extLst>
            </p:cNvPr>
            <p:cNvSpPr/>
            <p:nvPr/>
          </p:nvSpPr>
          <p:spPr>
            <a:xfrm rot="10800000">
              <a:off x="-336216" y="529200"/>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876132F-ADE3-4700-9D25-5A5876CB053B}"/>
                </a:ext>
              </a:extLst>
            </p:cNvPr>
            <p:cNvSpPr/>
            <p:nvPr/>
          </p:nvSpPr>
          <p:spPr>
            <a:xfrm rot="10800000">
              <a:off x="-336216" y="48441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A6B360B-5E0D-4E72-8EEE-59CAE6E5E800}"/>
                </a:ext>
              </a:extLst>
            </p:cNvPr>
            <p:cNvSpPr/>
            <p:nvPr/>
          </p:nvSpPr>
          <p:spPr>
            <a:xfrm rot="10800000">
              <a:off x="-336216" y="43984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6F9EF2-F27C-4186-AF44-A2DB33EBC0D1}"/>
                </a:ext>
              </a:extLst>
            </p:cNvPr>
            <p:cNvSpPr/>
            <p:nvPr/>
          </p:nvSpPr>
          <p:spPr>
            <a:xfrm rot="10800000">
              <a:off x="-336216" y="395271"/>
              <a:ext cx="2103" cy="2103"/>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FA8A96D-7FC4-4E30-AABA-8A54B8ECE0B6}"/>
                </a:ext>
              </a:extLst>
            </p:cNvPr>
            <p:cNvSpPr/>
            <p:nvPr/>
          </p:nvSpPr>
          <p:spPr>
            <a:xfrm rot="10800000">
              <a:off x="-336216" y="35069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E4EDE5D-DF19-4B58-8E4B-C49AF33B569D}"/>
                </a:ext>
              </a:extLst>
            </p:cNvPr>
            <p:cNvSpPr/>
            <p:nvPr/>
          </p:nvSpPr>
          <p:spPr>
            <a:xfrm rot="10800000">
              <a:off x="-336216" y="30591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4B39B71-129F-42E2-A377-C38E668F45F3}"/>
                </a:ext>
              </a:extLst>
            </p:cNvPr>
            <p:cNvSpPr/>
            <p:nvPr/>
          </p:nvSpPr>
          <p:spPr>
            <a:xfrm rot="10800000">
              <a:off x="-293325" y="572091"/>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27111C4-FCFD-4006-A42E-AC6E132F2FF8}"/>
                </a:ext>
              </a:extLst>
            </p:cNvPr>
            <p:cNvSpPr/>
            <p:nvPr/>
          </p:nvSpPr>
          <p:spPr>
            <a:xfrm rot="10800000">
              <a:off x="-293325" y="52751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B158087-C279-49B2-B54A-FAFB404D5507}"/>
                </a:ext>
              </a:extLst>
            </p:cNvPr>
            <p:cNvSpPr/>
            <p:nvPr/>
          </p:nvSpPr>
          <p:spPr>
            <a:xfrm rot="10800000">
              <a:off x="-293325" y="48273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7AE6387-138A-4E95-9003-AC09B14FC6DB}"/>
                </a:ext>
              </a:extLst>
            </p:cNvPr>
            <p:cNvSpPr/>
            <p:nvPr/>
          </p:nvSpPr>
          <p:spPr>
            <a:xfrm rot="10800000">
              <a:off x="-293325" y="43816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86F34D8-457A-4AB1-8EE7-C5755CD79D6F}"/>
                </a:ext>
              </a:extLst>
            </p:cNvPr>
            <p:cNvSpPr/>
            <p:nvPr/>
          </p:nvSpPr>
          <p:spPr>
            <a:xfrm rot="10800000">
              <a:off x="-293325" y="39358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492EB34-A440-412F-9751-E87BF0A5942A}"/>
                </a:ext>
              </a:extLst>
            </p:cNvPr>
            <p:cNvSpPr/>
            <p:nvPr/>
          </p:nvSpPr>
          <p:spPr>
            <a:xfrm rot="10800000">
              <a:off x="-293325" y="34901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A780E1-F104-4827-802A-BCECC632A082}"/>
                </a:ext>
              </a:extLst>
            </p:cNvPr>
            <p:cNvSpPr/>
            <p:nvPr/>
          </p:nvSpPr>
          <p:spPr>
            <a:xfrm rot="10800000">
              <a:off x="-293325" y="30423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167AEEA-D66C-443E-BABF-0A96075E1362}"/>
                </a:ext>
              </a:extLst>
            </p:cNvPr>
            <p:cNvSpPr/>
            <p:nvPr/>
          </p:nvSpPr>
          <p:spPr>
            <a:xfrm rot="10800000">
              <a:off x="-248542" y="572301"/>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39E023C-80D5-414F-85BA-A031D032A53B}"/>
                </a:ext>
              </a:extLst>
            </p:cNvPr>
            <p:cNvSpPr/>
            <p:nvPr/>
          </p:nvSpPr>
          <p:spPr>
            <a:xfrm rot="10800000">
              <a:off x="-248542" y="527728"/>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E77D6533-1759-474D-A77D-A3A8A9173708}"/>
                </a:ext>
              </a:extLst>
            </p:cNvPr>
            <p:cNvSpPr/>
            <p:nvPr/>
          </p:nvSpPr>
          <p:spPr>
            <a:xfrm rot="10800000">
              <a:off x="-248542" y="482945"/>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9078FD9-9CFE-43FB-84B5-A8DBF77B1628}"/>
                </a:ext>
              </a:extLst>
            </p:cNvPr>
            <p:cNvSpPr/>
            <p:nvPr/>
          </p:nvSpPr>
          <p:spPr>
            <a:xfrm rot="10800000">
              <a:off x="-248542" y="43837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F4D42FC6-B083-4AF8-A997-D3338DBAD75D}"/>
                </a:ext>
              </a:extLst>
            </p:cNvPr>
            <p:cNvSpPr/>
            <p:nvPr/>
          </p:nvSpPr>
          <p:spPr>
            <a:xfrm rot="10800000">
              <a:off x="-248542" y="393799"/>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174E100-72BF-4BB0-BA45-DD23E12A248F}"/>
                </a:ext>
              </a:extLst>
            </p:cNvPr>
            <p:cNvSpPr/>
            <p:nvPr/>
          </p:nvSpPr>
          <p:spPr>
            <a:xfrm rot="10800000">
              <a:off x="-248542" y="349226"/>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4449C228-0642-4388-833C-812078C2CF26}"/>
                </a:ext>
              </a:extLst>
            </p:cNvPr>
            <p:cNvSpPr/>
            <p:nvPr/>
          </p:nvSpPr>
          <p:spPr>
            <a:xfrm rot="10800000">
              <a:off x="-248542" y="30444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F4EFD51-270B-4C02-9A10-BE2E8581B8FD}"/>
                </a:ext>
              </a:extLst>
            </p:cNvPr>
            <p:cNvSpPr/>
            <p:nvPr/>
          </p:nvSpPr>
          <p:spPr>
            <a:xfrm rot="10800000">
              <a:off x="-203338" y="57272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D496613-CBFF-4A7A-8849-6BBBBCC64C76}"/>
                </a:ext>
              </a:extLst>
            </p:cNvPr>
            <p:cNvSpPr/>
            <p:nvPr/>
          </p:nvSpPr>
          <p:spPr>
            <a:xfrm rot="10800000">
              <a:off x="-203338" y="52814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E47D463-FBA0-4525-B725-609E1D1CF31F}"/>
                </a:ext>
              </a:extLst>
            </p:cNvPr>
            <p:cNvSpPr/>
            <p:nvPr/>
          </p:nvSpPr>
          <p:spPr>
            <a:xfrm rot="10800000">
              <a:off x="-203338" y="48336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136C2247-17D7-4E93-8697-A39992E40A6C}"/>
                </a:ext>
              </a:extLst>
            </p:cNvPr>
            <p:cNvSpPr/>
            <p:nvPr/>
          </p:nvSpPr>
          <p:spPr>
            <a:xfrm rot="10800000">
              <a:off x="-203338" y="43879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8C15FA6-6202-462B-BA6C-A6EA0DA79C26}"/>
                </a:ext>
              </a:extLst>
            </p:cNvPr>
            <p:cNvSpPr/>
            <p:nvPr/>
          </p:nvSpPr>
          <p:spPr>
            <a:xfrm rot="10800000">
              <a:off x="-203338" y="39421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EB41ABB-97B1-4D0B-82DA-66B9365ABDE0}"/>
                </a:ext>
              </a:extLst>
            </p:cNvPr>
            <p:cNvSpPr/>
            <p:nvPr/>
          </p:nvSpPr>
          <p:spPr>
            <a:xfrm rot="10800000">
              <a:off x="-203338" y="34964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948489EA-7309-4505-B879-4422B7BE23B9}"/>
                </a:ext>
              </a:extLst>
            </p:cNvPr>
            <p:cNvSpPr/>
            <p:nvPr/>
          </p:nvSpPr>
          <p:spPr>
            <a:xfrm rot="10800000">
              <a:off x="-203338" y="304863"/>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D5BF7943-3368-4B88-85B5-B6A5C156DE46}"/>
                </a:ext>
              </a:extLst>
            </p:cNvPr>
            <p:cNvSpPr/>
            <p:nvPr/>
          </p:nvSpPr>
          <p:spPr>
            <a:xfrm rot="10800000">
              <a:off x="-160447" y="57104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96A518D-19A0-4267-91F3-EF6C336E00D1}"/>
                </a:ext>
              </a:extLst>
            </p:cNvPr>
            <p:cNvSpPr/>
            <p:nvPr/>
          </p:nvSpPr>
          <p:spPr>
            <a:xfrm rot="10800000">
              <a:off x="-160447" y="52646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FFEDF1FF-89A8-4147-A3F1-E171BC74D089}"/>
                </a:ext>
              </a:extLst>
            </p:cNvPr>
            <p:cNvSpPr/>
            <p:nvPr/>
          </p:nvSpPr>
          <p:spPr>
            <a:xfrm rot="10800000">
              <a:off x="-160447" y="48168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A4913F7-B42F-4FD5-9BFC-C270597CCBC4}"/>
                </a:ext>
              </a:extLst>
            </p:cNvPr>
            <p:cNvSpPr/>
            <p:nvPr/>
          </p:nvSpPr>
          <p:spPr>
            <a:xfrm rot="10800000">
              <a:off x="-160447" y="43711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92F3FD3-5877-4A17-BE9D-4BC63F7B2B13}"/>
                </a:ext>
              </a:extLst>
            </p:cNvPr>
            <p:cNvSpPr/>
            <p:nvPr/>
          </p:nvSpPr>
          <p:spPr>
            <a:xfrm rot="10800000">
              <a:off x="-160447" y="39253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73632184-D6AD-472C-A07A-D551DDDC87AD}"/>
                </a:ext>
              </a:extLst>
            </p:cNvPr>
            <p:cNvSpPr/>
            <p:nvPr/>
          </p:nvSpPr>
          <p:spPr>
            <a:xfrm rot="10800000">
              <a:off x="-160447" y="34796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12AC2042-6990-4AA6-A1AD-B6BDEF2C573C}"/>
                </a:ext>
              </a:extLst>
            </p:cNvPr>
            <p:cNvSpPr/>
            <p:nvPr/>
          </p:nvSpPr>
          <p:spPr>
            <a:xfrm rot="10800000">
              <a:off x="-160447" y="303181"/>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250C563-DBC3-403F-A10F-C325C1E80725}"/>
                </a:ext>
              </a:extLst>
            </p:cNvPr>
            <p:cNvSpPr/>
            <p:nvPr/>
          </p:nvSpPr>
          <p:spPr>
            <a:xfrm rot="10800000">
              <a:off x="-115453" y="571460"/>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793266B-9F45-4F32-A3B3-481F6797B940}"/>
                </a:ext>
              </a:extLst>
            </p:cNvPr>
            <p:cNvSpPr/>
            <p:nvPr/>
          </p:nvSpPr>
          <p:spPr>
            <a:xfrm rot="10800000">
              <a:off x="-115453" y="526887"/>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486DA869-8798-4EBD-AF05-0E1B3A86C11A}"/>
                </a:ext>
              </a:extLst>
            </p:cNvPr>
            <p:cNvSpPr/>
            <p:nvPr/>
          </p:nvSpPr>
          <p:spPr>
            <a:xfrm rot="10800000">
              <a:off x="-115453" y="482104"/>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3A7F0FF-5764-4521-9A24-1C5F0C5832C6}"/>
                </a:ext>
              </a:extLst>
            </p:cNvPr>
            <p:cNvSpPr/>
            <p:nvPr/>
          </p:nvSpPr>
          <p:spPr>
            <a:xfrm rot="10800000">
              <a:off x="-115453" y="43753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9CBED53E-425E-4919-BBCD-30879F9075D9}"/>
                </a:ext>
              </a:extLst>
            </p:cNvPr>
            <p:cNvSpPr/>
            <p:nvPr/>
          </p:nvSpPr>
          <p:spPr>
            <a:xfrm rot="10800000">
              <a:off x="-115453" y="392958"/>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42909BC4-590F-4445-87DD-BB2D64A543BF}"/>
                </a:ext>
              </a:extLst>
            </p:cNvPr>
            <p:cNvSpPr/>
            <p:nvPr/>
          </p:nvSpPr>
          <p:spPr>
            <a:xfrm rot="10800000">
              <a:off x="-115453" y="348385"/>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9DB9C33-A297-4AB9-87ED-933BC0BFB2FE}"/>
                </a:ext>
              </a:extLst>
            </p:cNvPr>
            <p:cNvSpPr/>
            <p:nvPr/>
          </p:nvSpPr>
          <p:spPr>
            <a:xfrm rot="10800000">
              <a:off x="-115453" y="30360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8E80A8C-1592-4F3F-A92F-3A25B29EE52B}"/>
                </a:ext>
              </a:extLst>
            </p:cNvPr>
            <p:cNvSpPr/>
            <p:nvPr/>
          </p:nvSpPr>
          <p:spPr>
            <a:xfrm rot="10800000">
              <a:off x="-70670" y="57167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489CCA-B1BD-40B2-A953-97FFF89A2564}"/>
                </a:ext>
              </a:extLst>
            </p:cNvPr>
            <p:cNvSpPr/>
            <p:nvPr/>
          </p:nvSpPr>
          <p:spPr>
            <a:xfrm rot="10800000">
              <a:off x="-70670" y="52709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FFAA128C-0EE0-44DC-B17C-1E546F30CBE4}"/>
                </a:ext>
              </a:extLst>
            </p:cNvPr>
            <p:cNvSpPr/>
            <p:nvPr/>
          </p:nvSpPr>
          <p:spPr>
            <a:xfrm rot="10800000">
              <a:off x="-70670" y="482314"/>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63A587B-725D-4BA8-8236-D34E345EC720}"/>
                </a:ext>
              </a:extLst>
            </p:cNvPr>
            <p:cNvSpPr/>
            <p:nvPr/>
          </p:nvSpPr>
          <p:spPr>
            <a:xfrm rot="10800000">
              <a:off x="-70670" y="43774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81EF8839-3268-4DE7-B7D1-9F419E1870CC}"/>
                </a:ext>
              </a:extLst>
            </p:cNvPr>
            <p:cNvSpPr/>
            <p:nvPr/>
          </p:nvSpPr>
          <p:spPr>
            <a:xfrm rot="10800000">
              <a:off x="-70670" y="39316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E15E523B-93D2-452B-8736-4E5E429DF210}"/>
                </a:ext>
              </a:extLst>
            </p:cNvPr>
            <p:cNvSpPr/>
            <p:nvPr/>
          </p:nvSpPr>
          <p:spPr>
            <a:xfrm rot="10800000">
              <a:off x="-70670" y="348595"/>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1B513EB0-CD9F-4BC5-A6AB-6762BD60DA93}"/>
                </a:ext>
              </a:extLst>
            </p:cNvPr>
            <p:cNvSpPr/>
            <p:nvPr/>
          </p:nvSpPr>
          <p:spPr>
            <a:xfrm rot="10800000">
              <a:off x="-70670" y="303812"/>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326F3C0F-47B6-490E-A869-25A3A8B393F7}"/>
                </a:ext>
              </a:extLst>
            </p:cNvPr>
            <p:cNvSpPr/>
            <p:nvPr/>
          </p:nvSpPr>
          <p:spPr>
            <a:xfrm rot="10800000">
              <a:off x="-27568" y="56998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EF987AA-C929-4D84-802F-9F7864C762B6}"/>
                </a:ext>
              </a:extLst>
            </p:cNvPr>
            <p:cNvSpPr/>
            <p:nvPr/>
          </p:nvSpPr>
          <p:spPr>
            <a:xfrm rot="10800000">
              <a:off x="-27568" y="52541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1116037-679B-4258-8C3A-6E849F70E35D}"/>
                </a:ext>
              </a:extLst>
            </p:cNvPr>
            <p:cNvSpPr/>
            <p:nvPr/>
          </p:nvSpPr>
          <p:spPr>
            <a:xfrm rot="10800000">
              <a:off x="-27568" y="480632"/>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1A7B3A93-9941-4760-8BBA-CEA19C56475A}"/>
                </a:ext>
              </a:extLst>
            </p:cNvPr>
            <p:cNvSpPr/>
            <p:nvPr/>
          </p:nvSpPr>
          <p:spPr>
            <a:xfrm rot="10800000">
              <a:off x="-27568" y="43605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10A4C9FA-CC62-4701-A791-F402F86392BD}"/>
                </a:ext>
              </a:extLst>
            </p:cNvPr>
            <p:cNvSpPr/>
            <p:nvPr/>
          </p:nvSpPr>
          <p:spPr>
            <a:xfrm rot="10800000">
              <a:off x="-27568" y="39148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1E9A862C-74CA-4CB1-84F5-522705506160}"/>
                </a:ext>
              </a:extLst>
            </p:cNvPr>
            <p:cNvSpPr/>
            <p:nvPr/>
          </p:nvSpPr>
          <p:spPr>
            <a:xfrm rot="10800000">
              <a:off x="-27568" y="346913"/>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C2D9E701-A357-44AD-A58B-F097E46ECAEB}"/>
                </a:ext>
              </a:extLst>
            </p:cNvPr>
            <p:cNvSpPr/>
            <p:nvPr/>
          </p:nvSpPr>
          <p:spPr>
            <a:xfrm rot="10800000">
              <a:off x="-27568" y="302130"/>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F7EE5950-ECA0-43B8-B647-6315EB61268A}"/>
                </a:ext>
              </a:extLst>
            </p:cNvPr>
            <p:cNvSpPr/>
            <p:nvPr/>
          </p:nvSpPr>
          <p:spPr>
            <a:xfrm rot="10800000">
              <a:off x="17425" y="570409"/>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DC137C0-F672-4DF2-87AE-4C4D2C6D15A4}"/>
                </a:ext>
              </a:extLst>
            </p:cNvPr>
            <p:cNvSpPr/>
            <p:nvPr/>
          </p:nvSpPr>
          <p:spPr>
            <a:xfrm rot="10800000">
              <a:off x="17425" y="52583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D21F7046-ADF5-42CB-B6AD-9B9DC8CFE1ED}"/>
                </a:ext>
              </a:extLst>
            </p:cNvPr>
            <p:cNvSpPr/>
            <p:nvPr/>
          </p:nvSpPr>
          <p:spPr>
            <a:xfrm rot="10800000">
              <a:off x="17425" y="48105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769F333-215F-40F4-9282-90367AE9A13B}"/>
                </a:ext>
              </a:extLst>
            </p:cNvPr>
            <p:cNvSpPr/>
            <p:nvPr/>
          </p:nvSpPr>
          <p:spPr>
            <a:xfrm rot="10800000">
              <a:off x="17425" y="43648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97B2908D-2B4D-4519-BB1D-4455B68559E0}"/>
                </a:ext>
              </a:extLst>
            </p:cNvPr>
            <p:cNvSpPr/>
            <p:nvPr/>
          </p:nvSpPr>
          <p:spPr>
            <a:xfrm rot="10800000">
              <a:off x="17425" y="39190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933C04A3-7DDA-40C8-AAFE-1C56525EA2EC}"/>
                </a:ext>
              </a:extLst>
            </p:cNvPr>
            <p:cNvSpPr/>
            <p:nvPr/>
          </p:nvSpPr>
          <p:spPr>
            <a:xfrm rot="10800000">
              <a:off x="17425" y="34733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D1945F28-FDE9-423A-B2FD-9756DEC8A1FE}"/>
                </a:ext>
              </a:extLst>
            </p:cNvPr>
            <p:cNvSpPr/>
            <p:nvPr/>
          </p:nvSpPr>
          <p:spPr>
            <a:xfrm rot="10800000">
              <a:off x="17425" y="30255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76B13175-23E2-453B-B9A2-B573DBD9535B}"/>
                </a:ext>
              </a:extLst>
            </p:cNvPr>
            <p:cNvSpPr/>
            <p:nvPr/>
          </p:nvSpPr>
          <p:spPr>
            <a:xfrm rot="10800000">
              <a:off x="60316" y="568727"/>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8575DB90-77B5-4FFE-BBAC-03B5F1B5E6F8}"/>
                </a:ext>
              </a:extLst>
            </p:cNvPr>
            <p:cNvSpPr/>
            <p:nvPr/>
          </p:nvSpPr>
          <p:spPr>
            <a:xfrm rot="10800000">
              <a:off x="60316" y="52415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E4E57C7A-3801-4A24-97CC-EC54F9BF86A6}"/>
                </a:ext>
              </a:extLst>
            </p:cNvPr>
            <p:cNvSpPr/>
            <p:nvPr/>
          </p:nvSpPr>
          <p:spPr>
            <a:xfrm rot="10800000">
              <a:off x="60316" y="47937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0C9ABD37-BC1D-439A-A611-D19CD621BDD3}"/>
                </a:ext>
              </a:extLst>
            </p:cNvPr>
            <p:cNvSpPr/>
            <p:nvPr/>
          </p:nvSpPr>
          <p:spPr>
            <a:xfrm rot="10800000">
              <a:off x="60316" y="43479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22C05A0D-3BB8-4A06-B0AA-9941B4C89259}"/>
                </a:ext>
              </a:extLst>
            </p:cNvPr>
            <p:cNvSpPr/>
            <p:nvPr/>
          </p:nvSpPr>
          <p:spPr>
            <a:xfrm rot="10800000">
              <a:off x="60316" y="39022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60E204E1-8CCE-464C-8333-706FD24A6443}"/>
                </a:ext>
              </a:extLst>
            </p:cNvPr>
            <p:cNvSpPr/>
            <p:nvPr/>
          </p:nvSpPr>
          <p:spPr>
            <a:xfrm rot="10800000">
              <a:off x="60316" y="34565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13A6E5BA-8ABD-4EFA-9DDE-282F8D2968AB}"/>
                </a:ext>
              </a:extLst>
            </p:cNvPr>
            <p:cNvSpPr/>
            <p:nvPr/>
          </p:nvSpPr>
          <p:spPr>
            <a:xfrm rot="10800000">
              <a:off x="60316" y="30086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021313F-0198-44B9-BA26-AACCA9571A4D}"/>
                </a:ext>
              </a:extLst>
            </p:cNvPr>
            <p:cNvSpPr/>
            <p:nvPr/>
          </p:nvSpPr>
          <p:spPr>
            <a:xfrm rot="10800000">
              <a:off x="105099" y="568937"/>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9876FA25-9147-44AF-A651-B63C695DC620}"/>
                </a:ext>
              </a:extLst>
            </p:cNvPr>
            <p:cNvSpPr/>
            <p:nvPr/>
          </p:nvSpPr>
          <p:spPr>
            <a:xfrm rot="10800000">
              <a:off x="105099" y="524364"/>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3CE1189-FD26-43C1-AA9F-9266AB226436}"/>
                </a:ext>
              </a:extLst>
            </p:cNvPr>
            <p:cNvSpPr/>
            <p:nvPr/>
          </p:nvSpPr>
          <p:spPr>
            <a:xfrm rot="10800000">
              <a:off x="105099" y="479581"/>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A4156075-3CE4-4487-8666-8F2CCEFD44D9}"/>
                </a:ext>
              </a:extLst>
            </p:cNvPr>
            <p:cNvSpPr/>
            <p:nvPr/>
          </p:nvSpPr>
          <p:spPr>
            <a:xfrm rot="10800000">
              <a:off x="105099" y="43500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363CF3D7-D37D-46BF-A880-C95F75AACB27}"/>
                </a:ext>
              </a:extLst>
            </p:cNvPr>
            <p:cNvSpPr/>
            <p:nvPr/>
          </p:nvSpPr>
          <p:spPr>
            <a:xfrm rot="10800000">
              <a:off x="105099" y="390435"/>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082D0C86-F7D0-4FB0-A765-C76C264A7E24}"/>
                </a:ext>
              </a:extLst>
            </p:cNvPr>
            <p:cNvSpPr/>
            <p:nvPr/>
          </p:nvSpPr>
          <p:spPr>
            <a:xfrm rot="10800000">
              <a:off x="105099" y="345862"/>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BB3737C4-79FA-48A1-A534-645DE051C916}"/>
                </a:ext>
              </a:extLst>
            </p:cNvPr>
            <p:cNvSpPr/>
            <p:nvPr/>
          </p:nvSpPr>
          <p:spPr>
            <a:xfrm rot="10800000">
              <a:off x="105099" y="30107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BCCBBF2-88A9-4811-B201-5CC84C00F658}"/>
                </a:ext>
              </a:extLst>
            </p:cNvPr>
            <p:cNvSpPr/>
            <p:nvPr/>
          </p:nvSpPr>
          <p:spPr>
            <a:xfrm rot="10800000">
              <a:off x="150303" y="613931"/>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E6E41366-77BD-41B2-B9D8-30B32D23E391}"/>
                </a:ext>
              </a:extLst>
            </p:cNvPr>
            <p:cNvSpPr/>
            <p:nvPr/>
          </p:nvSpPr>
          <p:spPr>
            <a:xfrm rot="10800000">
              <a:off x="150303" y="56935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6052FE7-F7E3-44C8-8D54-F4916708EFD3}"/>
                </a:ext>
              </a:extLst>
            </p:cNvPr>
            <p:cNvSpPr/>
            <p:nvPr/>
          </p:nvSpPr>
          <p:spPr>
            <a:xfrm rot="10800000">
              <a:off x="150303" y="52478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E801AD7-67B3-4A58-9EF9-039AD3A5EA14}"/>
                </a:ext>
              </a:extLst>
            </p:cNvPr>
            <p:cNvSpPr/>
            <p:nvPr/>
          </p:nvSpPr>
          <p:spPr>
            <a:xfrm rot="10800000">
              <a:off x="150303" y="48000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5AE243A-20DD-4F53-BB8D-2E9D678A6EF0}"/>
                </a:ext>
              </a:extLst>
            </p:cNvPr>
            <p:cNvSpPr/>
            <p:nvPr/>
          </p:nvSpPr>
          <p:spPr>
            <a:xfrm rot="10800000">
              <a:off x="150303" y="43542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FC41484-08F0-4D66-99F2-2153AE13202B}"/>
                </a:ext>
              </a:extLst>
            </p:cNvPr>
            <p:cNvSpPr/>
            <p:nvPr/>
          </p:nvSpPr>
          <p:spPr>
            <a:xfrm rot="10800000">
              <a:off x="150303" y="39085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E0B57E8F-792A-41FB-95E5-2DA8A23A0BC9}"/>
                </a:ext>
              </a:extLst>
            </p:cNvPr>
            <p:cNvSpPr/>
            <p:nvPr/>
          </p:nvSpPr>
          <p:spPr>
            <a:xfrm rot="10800000">
              <a:off x="150303" y="34628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2ED5AB38-BB6F-48B5-8EBD-5FCD23869E75}"/>
                </a:ext>
              </a:extLst>
            </p:cNvPr>
            <p:cNvSpPr/>
            <p:nvPr/>
          </p:nvSpPr>
          <p:spPr>
            <a:xfrm rot="10800000">
              <a:off x="150303" y="301499"/>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FF3F3B70-A583-4423-B35C-677E07E89E6E}"/>
                </a:ext>
              </a:extLst>
            </p:cNvPr>
            <p:cNvSpPr/>
            <p:nvPr/>
          </p:nvSpPr>
          <p:spPr>
            <a:xfrm rot="10800000">
              <a:off x="193194" y="612249"/>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76C3C5C7-68B0-4A8D-8C2B-7681A4BFF6F7}"/>
                </a:ext>
              </a:extLst>
            </p:cNvPr>
            <p:cNvSpPr/>
            <p:nvPr/>
          </p:nvSpPr>
          <p:spPr>
            <a:xfrm rot="10800000">
              <a:off x="193194" y="56767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63247D9-0846-4BD8-862F-F20C3F14DBB5}"/>
                </a:ext>
              </a:extLst>
            </p:cNvPr>
            <p:cNvSpPr/>
            <p:nvPr/>
          </p:nvSpPr>
          <p:spPr>
            <a:xfrm rot="10800000">
              <a:off x="193194" y="52310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8E4BDC13-6640-4F1E-B646-E21690D726CC}"/>
                </a:ext>
              </a:extLst>
            </p:cNvPr>
            <p:cNvSpPr/>
            <p:nvPr/>
          </p:nvSpPr>
          <p:spPr>
            <a:xfrm rot="10800000">
              <a:off x="193194" y="47832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0E669B5E-5A0C-4D36-9FC6-4BBC7A60BFF1}"/>
                </a:ext>
              </a:extLst>
            </p:cNvPr>
            <p:cNvSpPr/>
            <p:nvPr/>
          </p:nvSpPr>
          <p:spPr>
            <a:xfrm rot="10800000">
              <a:off x="193194" y="43374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EE69F52-8761-473B-9890-C48C38140E3C}"/>
                </a:ext>
              </a:extLst>
            </p:cNvPr>
            <p:cNvSpPr/>
            <p:nvPr/>
          </p:nvSpPr>
          <p:spPr>
            <a:xfrm rot="10800000">
              <a:off x="193194" y="38917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882BE4D-3696-489E-A566-026BB8AE0C36}"/>
                </a:ext>
              </a:extLst>
            </p:cNvPr>
            <p:cNvSpPr/>
            <p:nvPr/>
          </p:nvSpPr>
          <p:spPr>
            <a:xfrm rot="10800000">
              <a:off x="193194" y="34460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A32E52CB-2469-4AF9-BA04-2BFE7A715CA7}"/>
                </a:ext>
              </a:extLst>
            </p:cNvPr>
            <p:cNvSpPr/>
            <p:nvPr/>
          </p:nvSpPr>
          <p:spPr>
            <a:xfrm rot="10800000">
              <a:off x="193194" y="299817"/>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B09220A-97C6-4896-9C3E-6AFC6B53AC75}"/>
                </a:ext>
              </a:extLst>
            </p:cNvPr>
            <p:cNvSpPr/>
            <p:nvPr/>
          </p:nvSpPr>
          <p:spPr>
            <a:xfrm rot="10800000">
              <a:off x="237978" y="612459"/>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3CEC7F54-EBCD-4409-8450-462DA9E0EAE6}"/>
                </a:ext>
              </a:extLst>
            </p:cNvPr>
            <p:cNvSpPr/>
            <p:nvPr/>
          </p:nvSpPr>
          <p:spPr>
            <a:xfrm rot="10800000">
              <a:off x="237978" y="567886"/>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F4BF457B-7763-433B-B6C1-1E25452DE61E}"/>
                </a:ext>
              </a:extLst>
            </p:cNvPr>
            <p:cNvSpPr/>
            <p:nvPr/>
          </p:nvSpPr>
          <p:spPr>
            <a:xfrm rot="10800000">
              <a:off x="237978" y="52331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BFFA88C9-D149-4CA9-914E-440BAE13A952}"/>
                </a:ext>
              </a:extLst>
            </p:cNvPr>
            <p:cNvSpPr/>
            <p:nvPr/>
          </p:nvSpPr>
          <p:spPr>
            <a:xfrm rot="10800000">
              <a:off x="237978" y="47853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6FB1EB29-C973-4CF8-A19E-0EE73BC21CDA}"/>
                </a:ext>
              </a:extLst>
            </p:cNvPr>
            <p:cNvSpPr/>
            <p:nvPr/>
          </p:nvSpPr>
          <p:spPr>
            <a:xfrm rot="10800000">
              <a:off x="237978" y="43395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B4902745-C909-4B01-AC1A-11834A94DDDA}"/>
                </a:ext>
              </a:extLst>
            </p:cNvPr>
            <p:cNvSpPr/>
            <p:nvPr/>
          </p:nvSpPr>
          <p:spPr>
            <a:xfrm rot="10800000">
              <a:off x="237978" y="38938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7FE9EA67-B412-4FAD-9469-FBFF853EE416}"/>
                </a:ext>
              </a:extLst>
            </p:cNvPr>
            <p:cNvSpPr/>
            <p:nvPr/>
          </p:nvSpPr>
          <p:spPr>
            <a:xfrm rot="10800000">
              <a:off x="237978" y="34481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BB772F1-F97A-4955-BAF8-536C3105B61D}"/>
                </a:ext>
              </a:extLst>
            </p:cNvPr>
            <p:cNvSpPr/>
            <p:nvPr/>
          </p:nvSpPr>
          <p:spPr>
            <a:xfrm rot="10800000">
              <a:off x="237978" y="30002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2223199-F21A-486F-99EC-612E1A7AA2CB}"/>
                </a:ext>
              </a:extLst>
            </p:cNvPr>
            <p:cNvSpPr/>
            <p:nvPr/>
          </p:nvSpPr>
          <p:spPr>
            <a:xfrm rot="10800000">
              <a:off x="282971" y="61288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2B441799-AD5E-43E8-9CC4-1EEEADE89FAA}"/>
                </a:ext>
              </a:extLst>
            </p:cNvPr>
            <p:cNvSpPr/>
            <p:nvPr/>
          </p:nvSpPr>
          <p:spPr>
            <a:xfrm rot="10800000">
              <a:off x="282971" y="56830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47BC31F-6569-46C7-B7EC-00F8C1D3D5D9}"/>
                </a:ext>
              </a:extLst>
            </p:cNvPr>
            <p:cNvSpPr/>
            <p:nvPr/>
          </p:nvSpPr>
          <p:spPr>
            <a:xfrm rot="10800000">
              <a:off x="282971" y="52373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99BBB61F-1687-4C55-A1CA-DD22BD6DAC3E}"/>
                </a:ext>
              </a:extLst>
            </p:cNvPr>
            <p:cNvSpPr/>
            <p:nvPr/>
          </p:nvSpPr>
          <p:spPr>
            <a:xfrm rot="10800000">
              <a:off x="282971" y="47895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D0C65674-7A78-475C-9957-655ABEE8511E}"/>
                </a:ext>
              </a:extLst>
            </p:cNvPr>
            <p:cNvSpPr/>
            <p:nvPr/>
          </p:nvSpPr>
          <p:spPr>
            <a:xfrm rot="10800000">
              <a:off x="282971" y="43437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82EF330-3E78-42B0-8010-226DEF59D149}"/>
                </a:ext>
              </a:extLst>
            </p:cNvPr>
            <p:cNvSpPr/>
            <p:nvPr/>
          </p:nvSpPr>
          <p:spPr>
            <a:xfrm rot="10800000">
              <a:off x="282971" y="38980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4EE47E52-7E93-44F4-8325-87294FBAA080}"/>
                </a:ext>
              </a:extLst>
            </p:cNvPr>
            <p:cNvSpPr/>
            <p:nvPr/>
          </p:nvSpPr>
          <p:spPr>
            <a:xfrm rot="10800000">
              <a:off x="282971" y="345231"/>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C50EA9E3-FBEE-4340-BF5F-E3A27B3AECD9}"/>
                </a:ext>
              </a:extLst>
            </p:cNvPr>
            <p:cNvSpPr/>
            <p:nvPr/>
          </p:nvSpPr>
          <p:spPr>
            <a:xfrm rot="10800000">
              <a:off x="282971" y="300448"/>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2D4F0D7-897F-4988-8A7F-071EF7147E33}"/>
                </a:ext>
              </a:extLst>
            </p:cNvPr>
            <p:cNvSpPr/>
            <p:nvPr/>
          </p:nvSpPr>
          <p:spPr>
            <a:xfrm rot="10800000">
              <a:off x="326073" y="61119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E2A791C-31CE-49BD-AF18-E05BA218F6E2}"/>
                </a:ext>
              </a:extLst>
            </p:cNvPr>
            <p:cNvSpPr/>
            <p:nvPr/>
          </p:nvSpPr>
          <p:spPr>
            <a:xfrm rot="10800000">
              <a:off x="326073" y="56662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78F71578-6180-41DD-9BD4-0D3E9D36AB3A}"/>
                </a:ext>
              </a:extLst>
            </p:cNvPr>
            <p:cNvSpPr/>
            <p:nvPr/>
          </p:nvSpPr>
          <p:spPr>
            <a:xfrm rot="10800000">
              <a:off x="326073" y="52205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F2D7563D-8A0C-4E74-B7D3-E7E8F1C9057F}"/>
                </a:ext>
              </a:extLst>
            </p:cNvPr>
            <p:cNvSpPr/>
            <p:nvPr/>
          </p:nvSpPr>
          <p:spPr>
            <a:xfrm rot="10800000">
              <a:off x="326073" y="47726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E928A258-EF88-43EF-8A47-6F32D27CC823}"/>
                </a:ext>
              </a:extLst>
            </p:cNvPr>
            <p:cNvSpPr/>
            <p:nvPr/>
          </p:nvSpPr>
          <p:spPr>
            <a:xfrm rot="10800000">
              <a:off x="326073" y="43269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31989986-A958-4E8B-B690-E2A7E9DAF3D1}"/>
                </a:ext>
              </a:extLst>
            </p:cNvPr>
            <p:cNvSpPr/>
            <p:nvPr/>
          </p:nvSpPr>
          <p:spPr>
            <a:xfrm rot="10800000">
              <a:off x="326073" y="38812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30F9C2DC-26DE-4F33-9389-CCD86B55989B}"/>
                </a:ext>
              </a:extLst>
            </p:cNvPr>
            <p:cNvSpPr/>
            <p:nvPr/>
          </p:nvSpPr>
          <p:spPr>
            <a:xfrm rot="10800000">
              <a:off x="326073" y="343549"/>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61DDA702-4839-49E0-A12B-AE3BBE66EF12}"/>
                </a:ext>
              </a:extLst>
            </p:cNvPr>
            <p:cNvSpPr/>
            <p:nvPr/>
          </p:nvSpPr>
          <p:spPr>
            <a:xfrm rot="10800000">
              <a:off x="326073" y="298766"/>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E75D1BB-36E6-42BF-AB2F-4B511C08A509}"/>
                </a:ext>
              </a:extLst>
            </p:cNvPr>
            <p:cNvSpPr/>
            <p:nvPr/>
          </p:nvSpPr>
          <p:spPr>
            <a:xfrm rot="10800000">
              <a:off x="370856" y="655981"/>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CF601919-AD8C-48A7-A273-404A0F87FE0E}"/>
                </a:ext>
              </a:extLst>
            </p:cNvPr>
            <p:cNvSpPr/>
            <p:nvPr/>
          </p:nvSpPr>
          <p:spPr>
            <a:xfrm rot="10800000">
              <a:off x="370856" y="611408"/>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C9BD4587-D2B9-41E9-8FEE-59010C314BC1}"/>
                </a:ext>
              </a:extLst>
            </p:cNvPr>
            <p:cNvSpPr/>
            <p:nvPr/>
          </p:nvSpPr>
          <p:spPr>
            <a:xfrm rot="10800000">
              <a:off x="370856" y="56683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2FD32A2E-74FE-4BA1-8E71-AD602A29CA1F}"/>
                </a:ext>
              </a:extLst>
            </p:cNvPr>
            <p:cNvSpPr/>
            <p:nvPr/>
          </p:nvSpPr>
          <p:spPr>
            <a:xfrm rot="10800000">
              <a:off x="370856" y="52226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CD0B4528-AA53-49FB-AE8F-DD3678AC0BAB}"/>
                </a:ext>
              </a:extLst>
            </p:cNvPr>
            <p:cNvSpPr/>
            <p:nvPr/>
          </p:nvSpPr>
          <p:spPr>
            <a:xfrm rot="10800000">
              <a:off x="370856" y="47747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831669D1-66C5-4976-9E38-02258A8F3B44}"/>
                </a:ext>
              </a:extLst>
            </p:cNvPr>
            <p:cNvSpPr/>
            <p:nvPr/>
          </p:nvSpPr>
          <p:spPr>
            <a:xfrm rot="10800000">
              <a:off x="370856" y="43290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1C498A8C-7E06-4FA5-BFCB-54754CA95067}"/>
                </a:ext>
              </a:extLst>
            </p:cNvPr>
            <p:cNvSpPr/>
            <p:nvPr/>
          </p:nvSpPr>
          <p:spPr>
            <a:xfrm rot="10800000">
              <a:off x="370856" y="38833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BDD480B-D0F4-4160-8396-6B785CE92CEB}"/>
                </a:ext>
              </a:extLst>
            </p:cNvPr>
            <p:cNvSpPr/>
            <p:nvPr/>
          </p:nvSpPr>
          <p:spPr>
            <a:xfrm rot="10800000">
              <a:off x="370856" y="34375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38EB2CDC-D316-442A-A386-7D52AA7DA176}"/>
                </a:ext>
              </a:extLst>
            </p:cNvPr>
            <p:cNvSpPr/>
            <p:nvPr/>
          </p:nvSpPr>
          <p:spPr>
            <a:xfrm rot="10800000">
              <a:off x="370856" y="298976"/>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7EDABE1E-AC3A-4D65-8DEB-D6B97260A88E}"/>
                </a:ext>
              </a:extLst>
            </p:cNvPr>
            <p:cNvSpPr/>
            <p:nvPr/>
          </p:nvSpPr>
          <p:spPr>
            <a:xfrm rot="10800000">
              <a:off x="415849" y="65640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6170DC6D-6D2E-4D32-8857-7FCF1F6579CC}"/>
                </a:ext>
              </a:extLst>
            </p:cNvPr>
            <p:cNvSpPr/>
            <p:nvPr/>
          </p:nvSpPr>
          <p:spPr>
            <a:xfrm rot="10800000">
              <a:off x="415849" y="611828"/>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B6314760-0B69-4DB4-B43F-85594DA1EC23}"/>
                </a:ext>
              </a:extLst>
            </p:cNvPr>
            <p:cNvSpPr/>
            <p:nvPr/>
          </p:nvSpPr>
          <p:spPr>
            <a:xfrm rot="10800000">
              <a:off x="415849" y="567255"/>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F045B021-7AB0-457F-8574-D4CBA0AD57DB}"/>
                </a:ext>
              </a:extLst>
            </p:cNvPr>
            <p:cNvSpPr/>
            <p:nvPr/>
          </p:nvSpPr>
          <p:spPr>
            <a:xfrm rot="10800000">
              <a:off x="415849" y="52268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5B584558-74C2-4B65-86FC-5B94E4CA39D5}"/>
                </a:ext>
              </a:extLst>
            </p:cNvPr>
            <p:cNvSpPr/>
            <p:nvPr/>
          </p:nvSpPr>
          <p:spPr>
            <a:xfrm rot="10800000">
              <a:off x="415849" y="477899"/>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2E0EBA32-0DD1-4C11-A86B-0E725E6A93DA}"/>
                </a:ext>
              </a:extLst>
            </p:cNvPr>
            <p:cNvSpPr/>
            <p:nvPr/>
          </p:nvSpPr>
          <p:spPr>
            <a:xfrm rot="10800000">
              <a:off x="415849" y="43332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2F1E99F7-8DC4-4255-89B6-7B1DA20DA743}"/>
                </a:ext>
              </a:extLst>
            </p:cNvPr>
            <p:cNvSpPr/>
            <p:nvPr/>
          </p:nvSpPr>
          <p:spPr>
            <a:xfrm rot="10800000">
              <a:off x="415849" y="388753"/>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D9C99AB4-464F-4BAE-886A-BD77579B3DED}"/>
                </a:ext>
              </a:extLst>
            </p:cNvPr>
            <p:cNvSpPr/>
            <p:nvPr/>
          </p:nvSpPr>
          <p:spPr>
            <a:xfrm rot="10800000">
              <a:off x="415849" y="344180"/>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A25BAA6-74FF-4485-A9FF-AAE975DA1916}"/>
                </a:ext>
              </a:extLst>
            </p:cNvPr>
            <p:cNvSpPr/>
            <p:nvPr/>
          </p:nvSpPr>
          <p:spPr>
            <a:xfrm rot="10800000">
              <a:off x="415849" y="29939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7D209943-0657-42F4-A3D1-8EBBF6668C50}"/>
                </a:ext>
              </a:extLst>
            </p:cNvPr>
            <p:cNvSpPr/>
            <p:nvPr/>
          </p:nvSpPr>
          <p:spPr>
            <a:xfrm rot="10800000">
              <a:off x="458951" y="654930"/>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687D524D-6BB2-4D19-9BBB-EF9A5FDFB8A0}"/>
                </a:ext>
              </a:extLst>
            </p:cNvPr>
            <p:cNvSpPr/>
            <p:nvPr/>
          </p:nvSpPr>
          <p:spPr>
            <a:xfrm rot="10800000">
              <a:off x="458951" y="61035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7E280C9F-1306-4439-9C2A-21C033023C1C}"/>
                </a:ext>
              </a:extLst>
            </p:cNvPr>
            <p:cNvSpPr/>
            <p:nvPr/>
          </p:nvSpPr>
          <p:spPr>
            <a:xfrm rot="10800000">
              <a:off x="458951" y="56578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5BC093EC-1723-479A-928F-6B6C94B00802}"/>
                </a:ext>
              </a:extLst>
            </p:cNvPr>
            <p:cNvSpPr/>
            <p:nvPr/>
          </p:nvSpPr>
          <p:spPr>
            <a:xfrm rot="10800000">
              <a:off x="458951" y="52121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7D4BBC9F-B2F8-4758-A074-B52A2B5B8835}"/>
                </a:ext>
              </a:extLst>
            </p:cNvPr>
            <p:cNvSpPr/>
            <p:nvPr/>
          </p:nvSpPr>
          <p:spPr>
            <a:xfrm rot="10800000">
              <a:off x="458951" y="47642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3D6F51FE-61F4-459E-89A7-B941CD92A474}"/>
                </a:ext>
              </a:extLst>
            </p:cNvPr>
            <p:cNvSpPr/>
            <p:nvPr/>
          </p:nvSpPr>
          <p:spPr>
            <a:xfrm rot="10800000">
              <a:off x="458951" y="43185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01CD26DF-CE9D-4175-8013-2A4E79248989}"/>
                </a:ext>
              </a:extLst>
            </p:cNvPr>
            <p:cNvSpPr/>
            <p:nvPr/>
          </p:nvSpPr>
          <p:spPr>
            <a:xfrm rot="10800000">
              <a:off x="458951" y="38728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D461578E-8404-40AE-8F57-5FBD6D278EEE}"/>
                </a:ext>
              </a:extLst>
            </p:cNvPr>
            <p:cNvSpPr/>
            <p:nvPr/>
          </p:nvSpPr>
          <p:spPr>
            <a:xfrm rot="10800000">
              <a:off x="458951" y="342708"/>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20A94B5D-B52B-4FB0-9F16-F7D4A145F3A0}"/>
                </a:ext>
              </a:extLst>
            </p:cNvPr>
            <p:cNvSpPr/>
            <p:nvPr/>
          </p:nvSpPr>
          <p:spPr>
            <a:xfrm rot="10800000">
              <a:off x="458951" y="297925"/>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3D2FA363-6451-413D-BF1C-B8F0F5FFE2CD}"/>
                </a:ext>
              </a:extLst>
            </p:cNvPr>
            <p:cNvSpPr/>
            <p:nvPr/>
          </p:nvSpPr>
          <p:spPr>
            <a:xfrm rot="10800000">
              <a:off x="503944" y="655140"/>
              <a:ext cx="16820" cy="1682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B763FE29-AB6F-4209-A156-0EF9C9E64EFE}"/>
                </a:ext>
              </a:extLst>
            </p:cNvPr>
            <p:cNvSpPr/>
            <p:nvPr/>
          </p:nvSpPr>
          <p:spPr>
            <a:xfrm rot="10800000">
              <a:off x="503734" y="610567"/>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395344CC-B042-4254-AC8B-2469BBADD731}"/>
                </a:ext>
              </a:extLst>
            </p:cNvPr>
            <p:cNvSpPr/>
            <p:nvPr/>
          </p:nvSpPr>
          <p:spPr>
            <a:xfrm rot="10800000">
              <a:off x="503734" y="56599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EE2F7C1E-9106-4B6C-B537-1D58791BE01E}"/>
                </a:ext>
              </a:extLst>
            </p:cNvPr>
            <p:cNvSpPr/>
            <p:nvPr/>
          </p:nvSpPr>
          <p:spPr>
            <a:xfrm rot="10800000">
              <a:off x="503734" y="52142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3D26BFD5-88F0-458A-B4AD-FB42B6F147EE}"/>
                </a:ext>
              </a:extLst>
            </p:cNvPr>
            <p:cNvSpPr/>
            <p:nvPr/>
          </p:nvSpPr>
          <p:spPr>
            <a:xfrm rot="10800000">
              <a:off x="503734" y="47663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54E41601-6A4D-43F5-8EAB-34614D22537A}"/>
                </a:ext>
              </a:extLst>
            </p:cNvPr>
            <p:cNvSpPr/>
            <p:nvPr/>
          </p:nvSpPr>
          <p:spPr>
            <a:xfrm rot="10800000">
              <a:off x="503734" y="43206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1951FFA-BE30-4E53-90A7-9FF87E83A1DB}"/>
                </a:ext>
              </a:extLst>
            </p:cNvPr>
            <p:cNvSpPr/>
            <p:nvPr/>
          </p:nvSpPr>
          <p:spPr>
            <a:xfrm rot="10800000">
              <a:off x="503734" y="38749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B101F8AD-58E2-4EB5-BDC1-67E3ACA977A3}"/>
                </a:ext>
              </a:extLst>
            </p:cNvPr>
            <p:cNvSpPr/>
            <p:nvPr/>
          </p:nvSpPr>
          <p:spPr>
            <a:xfrm rot="10800000">
              <a:off x="503734" y="34291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E92740FF-4D6B-45B5-9045-43ECD8215804}"/>
                </a:ext>
              </a:extLst>
            </p:cNvPr>
            <p:cNvSpPr/>
            <p:nvPr/>
          </p:nvSpPr>
          <p:spPr>
            <a:xfrm rot="10800000">
              <a:off x="503734" y="298135"/>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45CF0795-5F07-4D40-8EB3-286EF005F3F5}"/>
                </a:ext>
              </a:extLst>
            </p:cNvPr>
            <p:cNvSpPr/>
            <p:nvPr/>
          </p:nvSpPr>
          <p:spPr>
            <a:xfrm rot="10800000">
              <a:off x="548728" y="655350"/>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3FC45A2-E6AD-44A6-94E6-B4D049494737}"/>
                </a:ext>
              </a:extLst>
            </p:cNvPr>
            <p:cNvSpPr/>
            <p:nvPr/>
          </p:nvSpPr>
          <p:spPr>
            <a:xfrm rot="10800000">
              <a:off x="548728" y="610777"/>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7B13AD78-ACD0-4661-A08C-D8FEBF597861}"/>
                </a:ext>
              </a:extLst>
            </p:cNvPr>
            <p:cNvSpPr/>
            <p:nvPr/>
          </p:nvSpPr>
          <p:spPr>
            <a:xfrm rot="10800000">
              <a:off x="548728" y="566414"/>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70712C59-CAA4-4AE4-967E-D588B09B872C}"/>
                </a:ext>
              </a:extLst>
            </p:cNvPr>
            <p:cNvSpPr/>
            <p:nvPr/>
          </p:nvSpPr>
          <p:spPr>
            <a:xfrm rot="10800000">
              <a:off x="548728" y="521841"/>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B6292E5D-412D-4B54-AC7E-87A86F90B2A1}"/>
                </a:ext>
              </a:extLst>
            </p:cNvPr>
            <p:cNvSpPr/>
            <p:nvPr/>
          </p:nvSpPr>
          <p:spPr>
            <a:xfrm rot="10800000">
              <a:off x="548728" y="477058"/>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1EEC3F28-17CB-4EF8-8DF8-DA98D2034700}"/>
                </a:ext>
              </a:extLst>
            </p:cNvPr>
            <p:cNvSpPr/>
            <p:nvPr/>
          </p:nvSpPr>
          <p:spPr>
            <a:xfrm rot="10800000">
              <a:off x="548728" y="43227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CF7F62-6FC0-4E30-A2FB-24EB061AD9BC}"/>
                </a:ext>
              </a:extLst>
            </p:cNvPr>
            <p:cNvSpPr/>
            <p:nvPr/>
          </p:nvSpPr>
          <p:spPr>
            <a:xfrm rot="10800000">
              <a:off x="548728" y="387701"/>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95F570C5-ECC0-43B3-846B-031236768DB3}"/>
                </a:ext>
              </a:extLst>
            </p:cNvPr>
            <p:cNvSpPr/>
            <p:nvPr/>
          </p:nvSpPr>
          <p:spPr>
            <a:xfrm rot="10800000">
              <a:off x="548728" y="343339"/>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279213D2-FDCC-4ECC-AB17-407814B01700}"/>
                </a:ext>
              </a:extLst>
            </p:cNvPr>
            <p:cNvSpPr/>
            <p:nvPr/>
          </p:nvSpPr>
          <p:spPr>
            <a:xfrm rot="10800000">
              <a:off x="548728" y="29834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327601BC-64CE-4634-A714-0D9BA83B252D}"/>
                </a:ext>
              </a:extLst>
            </p:cNvPr>
            <p:cNvSpPr/>
            <p:nvPr/>
          </p:nvSpPr>
          <p:spPr>
            <a:xfrm rot="10800000">
              <a:off x="591619" y="69845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1605D572-D0D7-490F-8A82-3221B1C9CF70}"/>
                </a:ext>
              </a:extLst>
            </p:cNvPr>
            <p:cNvSpPr/>
            <p:nvPr/>
          </p:nvSpPr>
          <p:spPr>
            <a:xfrm rot="10800000">
              <a:off x="591619" y="653668"/>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D4A6E70D-CAF0-4238-B8A6-249B9E65BABE}"/>
                </a:ext>
              </a:extLst>
            </p:cNvPr>
            <p:cNvSpPr/>
            <p:nvPr/>
          </p:nvSpPr>
          <p:spPr>
            <a:xfrm rot="10800000">
              <a:off x="591619" y="609095"/>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6DFFB100-113A-4CC4-95C9-2F023802A7BC}"/>
                </a:ext>
              </a:extLst>
            </p:cNvPr>
            <p:cNvSpPr/>
            <p:nvPr/>
          </p:nvSpPr>
          <p:spPr>
            <a:xfrm rot="10800000">
              <a:off x="591619" y="56452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F60E4DDA-E6FC-4E78-809B-4152B9D7B45C}"/>
                </a:ext>
              </a:extLst>
            </p:cNvPr>
            <p:cNvSpPr/>
            <p:nvPr/>
          </p:nvSpPr>
          <p:spPr>
            <a:xfrm rot="10800000">
              <a:off x="591619" y="51994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A5146921-0513-4015-9331-C872A96E1625}"/>
                </a:ext>
              </a:extLst>
            </p:cNvPr>
            <p:cNvSpPr/>
            <p:nvPr/>
          </p:nvSpPr>
          <p:spPr>
            <a:xfrm rot="10800000">
              <a:off x="591619" y="47516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3DE6871D-B9BC-4A14-AACD-131BBF643AC3}"/>
                </a:ext>
              </a:extLst>
            </p:cNvPr>
            <p:cNvSpPr/>
            <p:nvPr/>
          </p:nvSpPr>
          <p:spPr>
            <a:xfrm rot="10800000">
              <a:off x="591619" y="43059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FD2EEBD3-AF94-46A9-9AF6-7A96BE86CE4B}"/>
                </a:ext>
              </a:extLst>
            </p:cNvPr>
            <p:cNvSpPr/>
            <p:nvPr/>
          </p:nvSpPr>
          <p:spPr>
            <a:xfrm rot="10800000">
              <a:off x="591619" y="38601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23EB7704-7467-4A11-8F5B-7104A256C4CF}"/>
                </a:ext>
              </a:extLst>
            </p:cNvPr>
            <p:cNvSpPr/>
            <p:nvPr/>
          </p:nvSpPr>
          <p:spPr>
            <a:xfrm rot="10800000">
              <a:off x="591619" y="34144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CB23BDB1-0C1F-45FC-89DF-1A31DF97400E}"/>
                </a:ext>
              </a:extLst>
            </p:cNvPr>
            <p:cNvSpPr/>
            <p:nvPr/>
          </p:nvSpPr>
          <p:spPr>
            <a:xfrm rot="10800000">
              <a:off x="591619" y="29666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1BC0A62A-65C7-4B2D-9853-21E100E846E6}"/>
                </a:ext>
              </a:extLst>
            </p:cNvPr>
            <p:cNvSpPr/>
            <p:nvPr/>
          </p:nvSpPr>
          <p:spPr>
            <a:xfrm rot="10800000">
              <a:off x="636612" y="698872"/>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E81B2EF0-06B8-4854-BE28-ABE3F4DA0495}"/>
                </a:ext>
              </a:extLst>
            </p:cNvPr>
            <p:cNvSpPr/>
            <p:nvPr/>
          </p:nvSpPr>
          <p:spPr>
            <a:xfrm rot="10800000">
              <a:off x="636612" y="654089"/>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B7800138-21D2-4AC9-90AD-43B982F84F6B}"/>
                </a:ext>
              </a:extLst>
            </p:cNvPr>
            <p:cNvSpPr/>
            <p:nvPr/>
          </p:nvSpPr>
          <p:spPr>
            <a:xfrm rot="10800000">
              <a:off x="636612" y="60951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9E2DC286-388E-4818-ABC6-101D659CD291}"/>
                </a:ext>
              </a:extLst>
            </p:cNvPr>
            <p:cNvSpPr/>
            <p:nvPr/>
          </p:nvSpPr>
          <p:spPr>
            <a:xfrm rot="10800000">
              <a:off x="636612" y="56494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5715B7E9-5542-4439-AF16-2B9F90FCA16A}"/>
                </a:ext>
              </a:extLst>
            </p:cNvPr>
            <p:cNvSpPr/>
            <p:nvPr/>
          </p:nvSpPr>
          <p:spPr>
            <a:xfrm rot="10800000">
              <a:off x="636612" y="52037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A04C6988-8EEA-49F0-B3F1-680B9A7425F9}"/>
                </a:ext>
              </a:extLst>
            </p:cNvPr>
            <p:cNvSpPr/>
            <p:nvPr/>
          </p:nvSpPr>
          <p:spPr>
            <a:xfrm rot="10800000">
              <a:off x="636612" y="47558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A9AB191-11DD-4010-8F28-C4DF78FA1969}"/>
                </a:ext>
              </a:extLst>
            </p:cNvPr>
            <p:cNvSpPr/>
            <p:nvPr/>
          </p:nvSpPr>
          <p:spPr>
            <a:xfrm rot="10800000">
              <a:off x="636612" y="43101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7F2DCF8F-4E39-4C32-AE6D-3F71CC5722EC}"/>
                </a:ext>
              </a:extLst>
            </p:cNvPr>
            <p:cNvSpPr/>
            <p:nvPr/>
          </p:nvSpPr>
          <p:spPr>
            <a:xfrm rot="10800000">
              <a:off x="636612" y="38644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088A7A65-61FB-4236-8D5F-F85C1392D358}"/>
                </a:ext>
              </a:extLst>
            </p:cNvPr>
            <p:cNvSpPr/>
            <p:nvPr/>
          </p:nvSpPr>
          <p:spPr>
            <a:xfrm rot="10800000">
              <a:off x="636612" y="341867"/>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FE1EE728-4B69-4D08-B36A-226E80C6A931}"/>
                </a:ext>
              </a:extLst>
            </p:cNvPr>
            <p:cNvSpPr/>
            <p:nvPr/>
          </p:nvSpPr>
          <p:spPr>
            <a:xfrm rot="10800000">
              <a:off x="636612" y="297084"/>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16516220-38FA-4D83-B6EF-48ACE51F06B5}"/>
                </a:ext>
              </a:extLst>
            </p:cNvPr>
            <p:cNvSpPr/>
            <p:nvPr/>
          </p:nvSpPr>
          <p:spPr>
            <a:xfrm rot="10800000">
              <a:off x="681606" y="654509"/>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B2023673-DBB1-4266-BEDC-32CBD1ECEEF5}"/>
                </a:ext>
              </a:extLst>
            </p:cNvPr>
            <p:cNvSpPr/>
            <p:nvPr/>
          </p:nvSpPr>
          <p:spPr>
            <a:xfrm rot="10800000">
              <a:off x="681606" y="609936"/>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2DA919A4-8162-489B-B1DC-EBCE35D48E1A}"/>
                </a:ext>
              </a:extLst>
            </p:cNvPr>
            <p:cNvSpPr/>
            <p:nvPr/>
          </p:nvSpPr>
          <p:spPr>
            <a:xfrm rot="10800000">
              <a:off x="681606" y="565363"/>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7C5519B8-2061-4E9A-9B0E-0F9029569EED}"/>
                </a:ext>
              </a:extLst>
            </p:cNvPr>
            <p:cNvSpPr/>
            <p:nvPr/>
          </p:nvSpPr>
          <p:spPr>
            <a:xfrm rot="10800000">
              <a:off x="681606" y="52079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53800517-E464-46FA-86EC-46814846DFBC}"/>
                </a:ext>
              </a:extLst>
            </p:cNvPr>
            <p:cNvSpPr/>
            <p:nvPr/>
          </p:nvSpPr>
          <p:spPr>
            <a:xfrm rot="10800000">
              <a:off x="681606" y="47600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50604412-D7F1-4EDD-83AC-D593ACE695F0}"/>
                </a:ext>
              </a:extLst>
            </p:cNvPr>
            <p:cNvSpPr/>
            <p:nvPr/>
          </p:nvSpPr>
          <p:spPr>
            <a:xfrm rot="10800000">
              <a:off x="681606" y="43143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89F31581-E478-475A-9EF4-E5D693E33B87}"/>
                </a:ext>
              </a:extLst>
            </p:cNvPr>
            <p:cNvSpPr/>
            <p:nvPr/>
          </p:nvSpPr>
          <p:spPr>
            <a:xfrm rot="10800000">
              <a:off x="681606" y="38686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230EA51-DFDB-4BF6-8D5E-C051D2745BCC}"/>
                </a:ext>
              </a:extLst>
            </p:cNvPr>
            <p:cNvSpPr/>
            <p:nvPr/>
          </p:nvSpPr>
          <p:spPr>
            <a:xfrm rot="10800000">
              <a:off x="681606" y="34228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6DC2463F-CC88-4244-BF4E-E857588E8523}"/>
                </a:ext>
              </a:extLst>
            </p:cNvPr>
            <p:cNvSpPr/>
            <p:nvPr/>
          </p:nvSpPr>
          <p:spPr>
            <a:xfrm rot="10800000">
              <a:off x="681606" y="29750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780472D-A8F1-4868-88DD-2FDC4173020E}"/>
                </a:ext>
              </a:extLst>
            </p:cNvPr>
            <p:cNvSpPr/>
            <p:nvPr/>
          </p:nvSpPr>
          <p:spPr>
            <a:xfrm rot="10800000">
              <a:off x="724707" y="69761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1A8150DF-16D2-421D-BB9F-FA37D66F6A6B}"/>
                </a:ext>
              </a:extLst>
            </p:cNvPr>
            <p:cNvSpPr/>
            <p:nvPr/>
          </p:nvSpPr>
          <p:spPr>
            <a:xfrm rot="10800000">
              <a:off x="724707" y="652827"/>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8C74670E-A095-47C7-AA62-A6001CBED5DB}"/>
                </a:ext>
              </a:extLst>
            </p:cNvPr>
            <p:cNvSpPr/>
            <p:nvPr/>
          </p:nvSpPr>
          <p:spPr>
            <a:xfrm rot="10800000">
              <a:off x="724707" y="608254"/>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E9015956-5D89-4516-8C70-2931128906D8}"/>
                </a:ext>
              </a:extLst>
            </p:cNvPr>
            <p:cNvSpPr/>
            <p:nvPr/>
          </p:nvSpPr>
          <p:spPr>
            <a:xfrm rot="10800000">
              <a:off x="724707" y="56368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4F7C3D89-CD5B-449F-B336-C6B7723D9541}"/>
                </a:ext>
              </a:extLst>
            </p:cNvPr>
            <p:cNvSpPr/>
            <p:nvPr/>
          </p:nvSpPr>
          <p:spPr>
            <a:xfrm rot="10800000">
              <a:off x="724707" y="51910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DAE0F139-90B5-4ECF-A149-E3E002F96AEE}"/>
                </a:ext>
              </a:extLst>
            </p:cNvPr>
            <p:cNvSpPr/>
            <p:nvPr/>
          </p:nvSpPr>
          <p:spPr>
            <a:xfrm rot="10800000">
              <a:off x="724707" y="47432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7410EA5F-118E-422A-87B4-101598F98C9C}"/>
                </a:ext>
              </a:extLst>
            </p:cNvPr>
            <p:cNvSpPr/>
            <p:nvPr/>
          </p:nvSpPr>
          <p:spPr>
            <a:xfrm rot="10800000">
              <a:off x="724707" y="42975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BB61C828-075F-4767-BC54-EAFB0026DB35}"/>
                </a:ext>
              </a:extLst>
            </p:cNvPr>
            <p:cNvSpPr/>
            <p:nvPr/>
          </p:nvSpPr>
          <p:spPr>
            <a:xfrm rot="10800000">
              <a:off x="724707" y="38517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D48F3131-988F-4CD2-A846-92E2DDF0261D}"/>
                </a:ext>
              </a:extLst>
            </p:cNvPr>
            <p:cNvSpPr/>
            <p:nvPr/>
          </p:nvSpPr>
          <p:spPr>
            <a:xfrm rot="10800000">
              <a:off x="724707" y="34060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2E84B04C-9580-444D-B7BE-E536A25EAB63}"/>
                </a:ext>
              </a:extLst>
            </p:cNvPr>
            <p:cNvSpPr/>
            <p:nvPr/>
          </p:nvSpPr>
          <p:spPr>
            <a:xfrm rot="10800000">
              <a:off x="724707" y="29582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2B6D5D24-ED71-4E02-8C1E-2E40DFEA73D2}"/>
                </a:ext>
              </a:extLst>
            </p:cNvPr>
            <p:cNvSpPr/>
            <p:nvPr/>
          </p:nvSpPr>
          <p:spPr>
            <a:xfrm rot="10800000">
              <a:off x="769491" y="69782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4A054D5E-E73E-4501-B6F0-7FDC40D73143}"/>
                </a:ext>
              </a:extLst>
            </p:cNvPr>
            <p:cNvSpPr/>
            <p:nvPr/>
          </p:nvSpPr>
          <p:spPr>
            <a:xfrm rot="10800000">
              <a:off x="769491" y="65303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6E676034-5058-485E-B491-00EBB72E545D}"/>
                </a:ext>
              </a:extLst>
            </p:cNvPr>
            <p:cNvSpPr/>
            <p:nvPr/>
          </p:nvSpPr>
          <p:spPr>
            <a:xfrm rot="10800000">
              <a:off x="769491" y="608464"/>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6547236-B59E-4C07-B9CB-59C88319BC9D}"/>
                </a:ext>
              </a:extLst>
            </p:cNvPr>
            <p:cNvSpPr/>
            <p:nvPr/>
          </p:nvSpPr>
          <p:spPr>
            <a:xfrm rot="10800000">
              <a:off x="769491" y="56389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D7AAD6A3-E257-493E-883B-FC63CE82163D}"/>
                </a:ext>
              </a:extLst>
            </p:cNvPr>
            <p:cNvSpPr/>
            <p:nvPr/>
          </p:nvSpPr>
          <p:spPr>
            <a:xfrm rot="10800000">
              <a:off x="769491" y="51931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2450E947-2EE5-4E49-84E1-C6009781BE5F}"/>
                </a:ext>
              </a:extLst>
            </p:cNvPr>
            <p:cNvSpPr/>
            <p:nvPr/>
          </p:nvSpPr>
          <p:spPr>
            <a:xfrm rot="10800000">
              <a:off x="769491" y="474535"/>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7F2396B-0944-4AB3-9F28-DEBC7051C881}"/>
                </a:ext>
              </a:extLst>
            </p:cNvPr>
            <p:cNvSpPr/>
            <p:nvPr/>
          </p:nvSpPr>
          <p:spPr>
            <a:xfrm rot="10800000">
              <a:off x="769491" y="42996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0B4E9317-DBA0-4E6E-92B5-AF4CA14802B0}"/>
                </a:ext>
              </a:extLst>
            </p:cNvPr>
            <p:cNvSpPr/>
            <p:nvPr/>
          </p:nvSpPr>
          <p:spPr>
            <a:xfrm rot="10800000">
              <a:off x="769491" y="385389"/>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D7B52371-B897-4D25-8CB3-8FBE34E7DBC4}"/>
                </a:ext>
              </a:extLst>
            </p:cNvPr>
            <p:cNvSpPr/>
            <p:nvPr/>
          </p:nvSpPr>
          <p:spPr>
            <a:xfrm rot="10800000">
              <a:off x="769491" y="340816"/>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3C003AA9-6720-4601-ABC0-99CAB38E3379}"/>
                </a:ext>
              </a:extLst>
            </p:cNvPr>
            <p:cNvSpPr/>
            <p:nvPr/>
          </p:nvSpPr>
          <p:spPr>
            <a:xfrm rot="10800000">
              <a:off x="769491" y="29603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E9EF9566-B099-4D06-A7C3-C8E843FC694A}"/>
                </a:ext>
              </a:extLst>
            </p:cNvPr>
            <p:cNvSpPr/>
            <p:nvPr/>
          </p:nvSpPr>
          <p:spPr>
            <a:xfrm rot="10800000">
              <a:off x="814484" y="698241"/>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4F6AE6AE-A871-4FF6-B55C-A29621C37EFB}"/>
                </a:ext>
              </a:extLst>
            </p:cNvPr>
            <p:cNvSpPr/>
            <p:nvPr/>
          </p:nvSpPr>
          <p:spPr>
            <a:xfrm rot="10800000">
              <a:off x="814484" y="653458"/>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8950B6E6-446C-4037-BD99-A932168CBE3B}"/>
                </a:ext>
              </a:extLst>
            </p:cNvPr>
            <p:cNvSpPr/>
            <p:nvPr/>
          </p:nvSpPr>
          <p:spPr>
            <a:xfrm rot="10800000">
              <a:off x="814484" y="608885"/>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8924E7B6-566D-4F46-85CF-F36FFA66E387}"/>
                </a:ext>
              </a:extLst>
            </p:cNvPr>
            <p:cNvSpPr/>
            <p:nvPr/>
          </p:nvSpPr>
          <p:spPr>
            <a:xfrm rot="10800000">
              <a:off x="814484" y="56431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09F755A9-8E1A-47E6-976D-DF820E21C2A6}"/>
                </a:ext>
              </a:extLst>
            </p:cNvPr>
            <p:cNvSpPr/>
            <p:nvPr/>
          </p:nvSpPr>
          <p:spPr>
            <a:xfrm rot="10800000">
              <a:off x="814484" y="51973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9A09A34A-7915-434C-885C-2F5180984B33}"/>
                </a:ext>
              </a:extLst>
            </p:cNvPr>
            <p:cNvSpPr/>
            <p:nvPr/>
          </p:nvSpPr>
          <p:spPr>
            <a:xfrm rot="10800000">
              <a:off x="814484" y="47495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5C0879E0-A874-4992-B26F-789C49BB53C1}"/>
                </a:ext>
              </a:extLst>
            </p:cNvPr>
            <p:cNvSpPr/>
            <p:nvPr/>
          </p:nvSpPr>
          <p:spPr>
            <a:xfrm rot="10800000">
              <a:off x="814484" y="43038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FBC09ABC-67C1-4ABE-A9E7-ED769CE16264}"/>
                </a:ext>
              </a:extLst>
            </p:cNvPr>
            <p:cNvSpPr/>
            <p:nvPr/>
          </p:nvSpPr>
          <p:spPr>
            <a:xfrm rot="10800000">
              <a:off x="814484" y="38580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1310B174-F7BA-4D73-BF3F-411804042490}"/>
                </a:ext>
              </a:extLst>
            </p:cNvPr>
            <p:cNvSpPr/>
            <p:nvPr/>
          </p:nvSpPr>
          <p:spPr>
            <a:xfrm rot="10800000">
              <a:off x="814484" y="34123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8C740245-4866-4505-B78B-8BF74C6EB1B2}"/>
                </a:ext>
              </a:extLst>
            </p:cNvPr>
            <p:cNvSpPr/>
            <p:nvPr/>
          </p:nvSpPr>
          <p:spPr>
            <a:xfrm rot="10800000">
              <a:off x="814484" y="296453"/>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8508EA07-8803-45F2-9BF5-E6F936576BE3}"/>
                </a:ext>
              </a:extLst>
            </p:cNvPr>
            <p:cNvSpPr/>
            <p:nvPr/>
          </p:nvSpPr>
          <p:spPr>
            <a:xfrm rot="10800000">
              <a:off x="857375" y="696559"/>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CE18D768-FF0D-4277-943E-A9385F8BFD0D}"/>
                </a:ext>
              </a:extLst>
            </p:cNvPr>
            <p:cNvSpPr/>
            <p:nvPr/>
          </p:nvSpPr>
          <p:spPr>
            <a:xfrm rot="10800000">
              <a:off x="857375" y="651776"/>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695B9A33-0F72-47FF-9788-18AC4F9BD75A}"/>
                </a:ext>
              </a:extLst>
            </p:cNvPr>
            <p:cNvSpPr/>
            <p:nvPr/>
          </p:nvSpPr>
          <p:spPr>
            <a:xfrm rot="10800000">
              <a:off x="857375" y="607203"/>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1DCB6FA3-5B34-4F1F-8BEB-0D6E9C4179DB}"/>
                </a:ext>
              </a:extLst>
            </p:cNvPr>
            <p:cNvSpPr/>
            <p:nvPr/>
          </p:nvSpPr>
          <p:spPr>
            <a:xfrm rot="10800000">
              <a:off x="857375" y="56263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9E04333E-429D-48FF-98EF-4A466DA03BB7}"/>
                </a:ext>
              </a:extLst>
            </p:cNvPr>
            <p:cNvSpPr/>
            <p:nvPr/>
          </p:nvSpPr>
          <p:spPr>
            <a:xfrm rot="10800000">
              <a:off x="857375" y="51805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F5366AAF-FFE0-4278-869F-CFEFDC45375C}"/>
                </a:ext>
              </a:extLst>
            </p:cNvPr>
            <p:cNvSpPr/>
            <p:nvPr/>
          </p:nvSpPr>
          <p:spPr>
            <a:xfrm rot="10800000">
              <a:off x="857375" y="47327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29DC7694-0292-4BF8-B5FD-77A15D9FB319}"/>
                </a:ext>
              </a:extLst>
            </p:cNvPr>
            <p:cNvSpPr/>
            <p:nvPr/>
          </p:nvSpPr>
          <p:spPr>
            <a:xfrm rot="10800000">
              <a:off x="857375" y="42870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506DFAF9-FAC5-4666-8FD2-AD5B307D6BA1}"/>
                </a:ext>
              </a:extLst>
            </p:cNvPr>
            <p:cNvSpPr/>
            <p:nvPr/>
          </p:nvSpPr>
          <p:spPr>
            <a:xfrm rot="10800000">
              <a:off x="857375" y="38412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6A946E8-05DE-4A42-9B4D-2848737B7F58}"/>
                </a:ext>
              </a:extLst>
            </p:cNvPr>
            <p:cNvSpPr/>
            <p:nvPr/>
          </p:nvSpPr>
          <p:spPr>
            <a:xfrm rot="10800000">
              <a:off x="857375" y="33955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659EC31-2CDF-46C6-BABA-3A3BCBFC7C64}"/>
                </a:ext>
              </a:extLst>
            </p:cNvPr>
            <p:cNvSpPr/>
            <p:nvPr/>
          </p:nvSpPr>
          <p:spPr>
            <a:xfrm rot="10800000">
              <a:off x="857375" y="294771"/>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grpSp>
      <p:grpSp>
        <p:nvGrpSpPr>
          <p:cNvPr id="250" name="Group 249">
            <a:extLst>
              <a:ext uri="{FF2B5EF4-FFF2-40B4-BE49-F238E27FC236}">
                <a16:creationId xmlns:a16="http://schemas.microsoft.com/office/drawing/2014/main" id="{E8722D35-E7A2-4325-8748-991DDA0E3CEF}"/>
              </a:ext>
            </a:extLst>
          </p:cNvPr>
          <p:cNvGrpSpPr/>
          <p:nvPr userDrawn="1"/>
        </p:nvGrpSpPr>
        <p:grpSpPr>
          <a:xfrm>
            <a:off x="11659067" y="6316980"/>
            <a:ext cx="427800" cy="431129"/>
            <a:chOff x="11751285" y="6413402"/>
            <a:chExt cx="335940" cy="338554"/>
          </a:xfrm>
        </p:grpSpPr>
        <p:sp>
          <p:nvSpPr>
            <p:cNvPr id="251" name="Oval 250">
              <a:extLst>
                <a:ext uri="{FF2B5EF4-FFF2-40B4-BE49-F238E27FC236}">
                  <a16:creationId xmlns:a16="http://schemas.microsoft.com/office/drawing/2014/main" id="{D4D2433F-E60B-461D-B051-D7DB99061AFA}"/>
                </a:ext>
              </a:extLst>
            </p:cNvPr>
            <p:cNvSpPr/>
            <p:nvPr/>
          </p:nvSpPr>
          <p:spPr>
            <a:xfrm>
              <a:off x="1175128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84CDF591-8FB0-4213-BB34-90F22B944BF7}"/>
                </a:ext>
              </a:extLst>
            </p:cNvPr>
            <p:cNvSpPr/>
            <p:nvPr/>
          </p:nvSpPr>
          <p:spPr>
            <a:xfrm>
              <a:off x="1179707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Oval 252">
              <a:extLst>
                <a:ext uri="{FF2B5EF4-FFF2-40B4-BE49-F238E27FC236}">
                  <a16:creationId xmlns:a16="http://schemas.microsoft.com/office/drawing/2014/main" id="{93454FA7-E906-473C-9C8A-2AD3BE7B7114}"/>
                </a:ext>
              </a:extLst>
            </p:cNvPr>
            <p:cNvSpPr/>
            <p:nvPr/>
          </p:nvSpPr>
          <p:spPr>
            <a:xfrm>
              <a:off x="1184287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Oval 253">
              <a:extLst>
                <a:ext uri="{FF2B5EF4-FFF2-40B4-BE49-F238E27FC236}">
                  <a16:creationId xmlns:a16="http://schemas.microsoft.com/office/drawing/2014/main" id="{61AA7BFB-79EE-4926-80B0-289A4B24948D}"/>
                </a:ext>
              </a:extLst>
            </p:cNvPr>
            <p:cNvSpPr/>
            <p:nvPr/>
          </p:nvSpPr>
          <p:spPr>
            <a:xfrm>
              <a:off x="1188866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a:extLst>
                <a:ext uri="{FF2B5EF4-FFF2-40B4-BE49-F238E27FC236}">
                  <a16:creationId xmlns:a16="http://schemas.microsoft.com/office/drawing/2014/main" id="{C6F5A3AE-1C11-4F22-94B4-BD4360A7961F}"/>
                </a:ext>
              </a:extLst>
            </p:cNvPr>
            <p:cNvSpPr/>
            <p:nvPr/>
          </p:nvSpPr>
          <p:spPr>
            <a:xfrm>
              <a:off x="1193445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3E8EA495-8268-44E3-A893-18C30EB56619}"/>
                </a:ext>
              </a:extLst>
            </p:cNvPr>
            <p:cNvSpPr/>
            <p:nvPr/>
          </p:nvSpPr>
          <p:spPr>
            <a:xfrm>
              <a:off x="1198025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Oval 256">
              <a:extLst>
                <a:ext uri="{FF2B5EF4-FFF2-40B4-BE49-F238E27FC236}">
                  <a16:creationId xmlns:a16="http://schemas.microsoft.com/office/drawing/2014/main" id="{D97497F2-B940-4FF4-B93F-37F87F049F4F}"/>
                </a:ext>
              </a:extLst>
            </p:cNvPr>
            <p:cNvSpPr/>
            <p:nvPr/>
          </p:nvSpPr>
          <p:spPr>
            <a:xfrm>
              <a:off x="1202604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a:extLst>
                <a:ext uri="{FF2B5EF4-FFF2-40B4-BE49-F238E27FC236}">
                  <a16:creationId xmlns:a16="http://schemas.microsoft.com/office/drawing/2014/main" id="{D66F39A5-0019-4BC7-BAFC-EA7F68D10C05}"/>
                </a:ext>
              </a:extLst>
            </p:cNvPr>
            <p:cNvSpPr/>
            <p:nvPr/>
          </p:nvSpPr>
          <p:spPr>
            <a:xfrm>
              <a:off x="1207183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a:extLst>
                <a:ext uri="{FF2B5EF4-FFF2-40B4-BE49-F238E27FC236}">
                  <a16:creationId xmlns:a16="http://schemas.microsoft.com/office/drawing/2014/main" id="{5D36AEA4-61C7-4E16-B3C7-01044B980B34}"/>
                </a:ext>
              </a:extLst>
            </p:cNvPr>
            <p:cNvSpPr/>
            <p:nvPr/>
          </p:nvSpPr>
          <p:spPr>
            <a:xfrm>
              <a:off x="1175128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a:extLst>
                <a:ext uri="{FF2B5EF4-FFF2-40B4-BE49-F238E27FC236}">
                  <a16:creationId xmlns:a16="http://schemas.microsoft.com/office/drawing/2014/main" id="{D217B7C1-05B2-4F71-BE63-39E64854E5FA}"/>
                </a:ext>
              </a:extLst>
            </p:cNvPr>
            <p:cNvSpPr/>
            <p:nvPr/>
          </p:nvSpPr>
          <p:spPr>
            <a:xfrm>
              <a:off x="1179707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a:extLst>
                <a:ext uri="{FF2B5EF4-FFF2-40B4-BE49-F238E27FC236}">
                  <a16:creationId xmlns:a16="http://schemas.microsoft.com/office/drawing/2014/main" id="{17FF6D05-839E-492E-B261-9B3A80639060}"/>
                </a:ext>
              </a:extLst>
            </p:cNvPr>
            <p:cNvSpPr/>
            <p:nvPr/>
          </p:nvSpPr>
          <p:spPr>
            <a:xfrm>
              <a:off x="1184287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2" name="Oval 261">
              <a:extLst>
                <a:ext uri="{FF2B5EF4-FFF2-40B4-BE49-F238E27FC236}">
                  <a16:creationId xmlns:a16="http://schemas.microsoft.com/office/drawing/2014/main" id="{14E97DC2-C4FE-4DDC-ADA9-E27F12943387}"/>
                </a:ext>
              </a:extLst>
            </p:cNvPr>
            <p:cNvSpPr/>
            <p:nvPr/>
          </p:nvSpPr>
          <p:spPr>
            <a:xfrm>
              <a:off x="1188866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Oval 262">
              <a:extLst>
                <a:ext uri="{FF2B5EF4-FFF2-40B4-BE49-F238E27FC236}">
                  <a16:creationId xmlns:a16="http://schemas.microsoft.com/office/drawing/2014/main" id="{2D6AD92A-A18E-4EBF-B359-BBE6A9E5142A}"/>
                </a:ext>
              </a:extLst>
            </p:cNvPr>
            <p:cNvSpPr/>
            <p:nvPr/>
          </p:nvSpPr>
          <p:spPr>
            <a:xfrm>
              <a:off x="1193445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a:extLst>
                <a:ext uri="{FF2B5EF4-FFF2-40B4-BE49-F238E27FC236}">
                  <a16:creationId xmlns:a16="http://schemas.microsoft.com/office/drawing/2014/main" id="{2D48CDA9-2D3B-42B4-8297-DE5CA382A4ED}"/>
                </a:ext>
              </a:extLst>
            </p:cNvPr>
            <p:cNvSpPr/>
            <p:nvPr/>
          </p:nvSpPr>
          <p:spPr>
            <a:xfrm>
              <a:off x="1198025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a:extLst>
                <a:ext uri="{FF2B5EF4-FFF2-40B4-BE49-F238E27FC236}">
                  <a16:creationId xmlns:a16="http://schemas.microsoft.com/office/drawing/2014/main" id="{7767A2B3-0978-41D3-AFA2-E83A13755954}"/>
                </a:ext>
              </a:extLst>
            </p:cNvPr>
            <p:cNvSpPr/>
            <p:nvPr/>
          </p:nvSpPr>
          <p:spPr>
            <a:xfrm>
              <a:off x="1202604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F1D0F0EF-B34E-4587-B8FE-CD579E47E56E}"/>
                </a:ext>
              </a:extLst>
            </p:cNvPr>
            <p:cNvSpPr/>
            <p:nvPr/>
          </p:nvSpPr>
          <p:spPr>
            <a:xfrm>
              <a:off x="1207183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4835D21D-BCBA-4E35-8935-3ED8BAEAEF93}"/>
                </a:ext>
              </a:extLst>
            </p:cNvPr>
            <p:cNvSpPr/>
            <p:nvPr/>
          </p:nvSpPr>
          <p:spPr>
            <a:xfrm>
              <a:off x="1175128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0243EF4B-1786-4220-9218-A185836F9FA4}"/>
                </a:ext>
              </a:extLst>
            </p:cNvPr>
            <p:cNvSpPr/>
            <p:nvPr/>
          </p:nvSpPr>
          <p:spPr>
            <a:xfrm>
              <a:off x="1179707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58A59FA2-CF4F-4926-B7AC-86913BC8229D}"/>
                </a:ext>
              </a:extLst>
            </p:cNvPr>
            <p:cNvSpPr/>
            <p:nvPr/>
          </p:nvSpPr>
          <p:spPr>
            <a:xfrm>
              <a:off x="1202604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2B41B63A-9AF8-4F3D-B767-BEEF1D06CE05}"/>
                </a:ext>
              </a:extLst>
            </p:cNvPr>
            <p:cNvSpPr/>
            <p:nvPr/>
          </p:nvSpPr>
          <p:spPr>
            <a:xfrm>
              <a:off x="1207183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B1A45ECF-D916-419E-A934-22ACCA410773}"/>
                </a:ext>
              </a:extLst>
            </p:cNvPr>
            <p:cNvSpPr/>
            <p:nvPr/>
          </p:nvSpPr>
          <p:spPr>
            <a:xfrm>
              <a:off x="1175128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9C94E9A6-679C-453F-917C-845B73AC8727}"/>
                </a:ext>
              </a:extLst>
            </p:cNvPr>
            <p:cNvSpPr/>
            <p:nvPr/>
          </p:nvSpPr>
          <p:spPr>
            <a:xfrm>
              <a:off x="1179707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85DE4665-5C97-45EE-B626-229306C845E8}"/>
                </a:ext>
              </a:extLst>
            </p:cNvPr>
            <p:cNvSpPr/>
            <p:nvPr/>
          </p:nvSpPr>
          <p:spPr>
            <a:xfrm>
              <a:off x="1202604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8FF7D294-31F3-48BC-AA78-C864BDDDDD79}"/>
                </a:ext>
              </a:extLst>
            </p:cNvPr>
            <p:cNvSpPr/>
            <p:nvPr/>
          </p:nvSpPr>
          <p:spPr>
            <a:xfrm>
              <a:off x="1207183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C66F596B-0ECD-4D39-9A2F-5553302C235C}"/>
                </a:ext>
              </a:extLst>
            </p:cNvPr>
            <p:cNvSpPr/>
            <p:nvPr/>
          </p:nvSpPr>
          <p:spPr>
            <a:xfrm>
              <a:off x="1175128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96772C12-F00B-4133-A0C0-C3C4C324EC85}"/>
                </a:ext>
              </a:extLst>
            </p:cNvPr>
            <p:cNvSpPr/>
            <p:nvPr/>
          </p:nvSpPr>
          <p:spPr>
            <a:xfrm>
              <a:off x="1179707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a:extLst>
                <a:ext uri="{FF2B5EF4-FFF2-40B4-BE49-F238E27FC236}">
                  <a16:creationId xmlns:a16="http://schemas.microsoft.com/office/drawing/2014/main" id="{1E983999-F059-46C4-9470-6AC47E4B70E1}"/>
                </a:ext>
              </a:extLst>
            </p:cNvPr>
            <p:cNvSpPr/>
            <p:nvPr/>
          </p:nvSpPr>
          <p:spPr>
            <a:xfrm>
              <a:off x="1202604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a:extLst>
                <a:ext uri="{FF2B5EF4-FFF2-40B4-BE49-F238E27FC236}">
                  <a16:creationId xmlns:a16="http://schemas.microsoft.com/office/drawing/2014/main" id="{2A831C73-D73D-4331-A3B5-8F024ECA045C}"/>
                </a:ext>
              </a:extLst>
            </p:cNvPr>
            <p:cNvSpPr/>
            <p:nvPr/>
          </p:nvSpPr>
          <p:spPr>
            <a:xfrm>
              <a:off x="1207183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a:extLst>
                <a:ext uri="{FF2B5EF4-FFF2-40B4-BE49-F238E27FC236}">
                  <a16:creationId xmlns:a16="http://schemas.microsoft.com/office/drawing/2014/main" id="{2F5D7AB5-6431-4E78-983D-7F018A7BD54C}"/>
                </a:ext>
              </a:extLst>
            </p:cNvPr>
            <p:cNvSpPr/>
            <p:nvPr/>
          </p:nvSpPr>
          <p:spPr>
            <a:xfrm>
              <a:off x="1175128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7D205B0F-3B9D-4AF9-B8D0-D8D31B237791}"/>
                </a:ext>
              </a:extLst>
            </p:cNvPr>
            <p:cNvSpPr/>
            <p:nvPr/>
          </p:nvSpPr>
          <p:spPr>
            <a:xfrm>
              <a:off x="1179707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a:extLst>
                <a:ext uri="{FF2B5EF4-FFF2-40B4-BE49-F238E27FC236}">
                  <a16:creationId xmlns:a16="http://schemas.microsoft.com/office/drawing/2014/main" id="{EB26A21C-4F58-48A0-984F-721CCA7CE28D}"/>
                </a:ext>
              </a:extLst>
            </p:cNvPr>
            <p:cNvSpPr/>
            <p:nvPr/>
          </p:nvSpPr>
          <p:spPr>
            <a:xfrm>
              <a:off x="1202604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a:extLst>
                <a:ext uri="{FF2B5EF4-FFF2-40B4-BE49-F238E27FC236}">
                  <a16:creationId xmlns:a16="http://schemas.microsoft.com/office/drawing/2014/main" id="{FEE14CE0-B54F-439B-AA72-07256FA2936F}"/>
                </a:ext>
              </a:extLst>
            </p:cNvPr>
            <p:cNvSpPr/>
            <p:nvPr/>
          </p:nvSpPr>
          <p:spPr>
            <a:xfrm>
              <a:off x="1207183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13D6F0C9-23FA-47C4-8FB2-68FCD61BEABF}"/>
                </a:ext>
              </a:extLst>
            </p:cNvPr>
            <p:cNvSpPr/>
            <p:nvPr/>
          </p:nvSpPr>
          <p:spPr>
            <a:xfrm>
              <a:off x="1175128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Oval 283">
              <a:extLst>
                <a:ext uri="{FF2B5EF4-FFF2-40B4-BE49-F238E27FC236}">
                  <a16:creationId xmlns:a16="http://schemas.microsoft.com/office/drawing/2014/main" id="{881B2D90-0091-4D24-B7A9-6BC4DEF03232}"/>
                </a:ext>
              </a:extLst>
            </p:cNvPr>
            <p:cNvSpPr/>
            <p:nvPr/>
          </p:nvSpPr>
          <p:spPr>
            <a:xfrm>
              <a:off x="1179707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a:extLst>
                <a:ext uri="{FF2B5EF4-FFF2-40B4-BE49-F238E27FC236}">
                  <a16:creationId xmlns:a16="http://schemas.microsoft.com/office/drawing/2014/main" id="{F1C8E4E6-5502-4EAC-8EC8-016EBE4200E1}"/>
                </a:ext>
              </a:extLst>
            </p:cNvPr>
            <p:cNvSpPr/>
            <p:nvPr/>
          </p:nvSpPr>
          <p:spPr>
            <a:xfrm>
              <a:off x="1184287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a:extLst>
                <a:ext uri="{FF2B5EF4-FFF2-40B4-BE49-F238E27FC236}">
                  <a16:creationId xmlns:a16="http://schemas.microsoft.com/office/drawing/2014/main" id="{E8D8437B-2693-4EB9-8D22-33AABB66DCD5}"/>
                </a:ext>
              </a:extLst>
            </p:cNvPr>
            <p:cNvSpPr/>
            <p:nvPr/>
          </p:nvSpPr>
          <p:spPr>
            <a:xfrm>
              <a:off x="1188866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0BAFC8BD-19EA-4D4A-B982-1A990F8FDDDD}"/>
                </a:ext>
              </a:extLst>
            </p:cNvPr>
            <p:cNvSpPr/>
            <p:nvPr/>
          </p:nvSpPr>
          <p:spPr>
            <a:xfrm>
              <a:off x="1193445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a:extLst>
                <a:ext uri="{FF2B5EF4-FFF2-40B4-BE49-F238E27FC236}">
                  <a16:creationId xmlns:a16="http://schemas.microsoft.com/office/drawing/2014/main" id="{EF221191-528F-49A8-B9C4-2E1EB67A99EF}"/>
                </a:ext>
              </a:extLst>
            </p:cNvPr>
            <p:cNvSpPr/>
            <p:nvPr/>
          </p:nvSpPr>
          <p:spPr>
            <a:xfrm>
              <a:off x="1198025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Oval 288">
              <a:extLst>
                <a:ext uri="{FF2B5EF4-FFF2-40B4-BE49-F238E27FC236}">
                  <a16:creationId xmlns:a16="http://schemas.microsoft.com/office/drawing/2014/main" id="{BB8B04D8-B6A4-4622-A244-C1FAF3C87CA6}"/>
                </a:ext>
              </a:extLst>
            </p:cNvPr>
            <p:cNvSpPr/>
            <p:nvPr/>
          </p:nvSpPr>
          <p:spPr>
            <a:xfrm>
              <a:off x="1202604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537FFAC1-1467-4D7F-BDCF-878FA50B2A4C}"/>
                </a:ext>
              </a:extLst>
            </p:cNvPr>
            <p:cNvSpPr/>
            <p:nvPr/>
          </p:nvSpPr>
          <p:spPr>
            <a:xfrm>
              <a:off x="1207183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a:extLst>
                <a:ext uri="{FF2B5EF4-FFF2-40B4-BE49-F238E27FC236}">
                  <a16:creationId xmlns:a16="http://schemas.microsoft.com/office/drawing/2014/main" id="{4690BD3B-CA29-4C03-BE57-024BD32EE0FE}"/>
                </a:ext>
              </a:extLst>
            </p:cNvPr>
            <p:cNvSpPr/>
            <p:nvPr/>
          </p:nvSpPr>
          <p:spPr>
            <a:xfrm>
              <a:off x="1175128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a:extLst>
                <a:ext uri="{FF2B5EF4-FFF2-40B4-BE49-F238E27FC236}">
                  <a16:creationId xmlns:a16="http://schemas.microsoft.com/office/drawing/2014/main" id="{FA83875E-A003-4E1B-841D-21944B7C9C3D}"/>
                </a:ext>
              </a:extLst>
            </p:cNvPr>
            <p:cNvSpPr/>
            <p:nvPr/>
          </p:nvSpPr>
          <p:spPr>
            <a:xfrm>
              <a:off x="1179707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a:extLst>
                <a:ext uri="{FF2B5EF4-FFF2-40B4-BE49-F238E27FC236}">
                  <a16:creationId xmlns:a16="http://schemas.microsoft.com/office/drawing/2014/main" id="{A63FFC54-CB90-4BC5-909A-D140247D639B}"/>
                </a:ext>
              </a:extLst>
            </p:cNvPr>
            <p:cNvSpPr/>
            <p:nvPr/>
          </p:nvSpPr>
          <p:spPr>
            <a:xfrm>
              <a:off x="1184287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a:extLst>
                <a:ext uri="{FF2B5EF4-FFF2-40B4-BE49-F238E27FC236}">
                  <a16:creationId xmlns:a16="http://schemas.microsoft.com/office/drawing/2014/main" id="{7D914A69-378C-4DDE-844F-43B0E0919B07}"/>
                </a:ext>
              </a:extLst>
            </p:cNvPr>
            <p:cNvSpPr/>
            <p:nvPr/>
          </p:nvSpPr>
          <p:spPr>
            <a:xfrm>
              <a:off x="1188866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a:extLst>
                <a:ext uri="{FF2B5EF4-FFF2-40B4-BE49-F238E27FC236}">
                  <a16:creationId xmlns:a16="http://schemas.microsoft.com/office/drawing/2014/main" id="{4275DF76-F317-4802-96AF-9C254DFA0947}"/>
                </a:ext>
              </a:extLst>
            </p:cNvPr>
            <p:cNvSpPr/>
            <p:nvPr/>
          </p:nvSpPr>
          <p:spPr>
            <a:xfrm>
              <a:off x="1193445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a:extLst>
                <a:ext uri="{FF2B5EF4-FFF2-40B4-BE49-F238E27FC236}">
                  <a16:creationId xmlns:a16="http://schemas.microsoft.com/office/drawing/2014/main" id="{50CD69E6-75ED-4D8E-BF51-635E8DDCC1E1}"/>
                </a:ext>
              </a:extLst>
            </p:cNvPr>
            <p:cNvSpPr/>
            <p:nvPr/>
          </p:nvSpPr>
          <p:spPr>
            <a:xfrm>
              <a:off x="1198025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a:extLst>
                <a:ext uri="{FF2B5EF4-FFF2-40B4-BE49-F238E27FC236}">
                  <a16:creationId xmlns:a16="http://schemas.microsoft.com/office/drawing/2014/main" id="{18F9C6F5-FDF8-4CB2-8F2D-00D282B90943}"/>
                </a:ext>
              </a:extLst>
            </p:cNvPr>
            <p:cNvSpPr/>
            <p:nvPr/>
          </p:nvSpPr>
          <p:spPr>
            <a:xfrm>
              <a:off x="1202604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a:extLst>
                <a:ext uri="{FF2B5EF4-FFF2-40B4-BE49-F238E27FC236}">
                  <a16:creationId xmlns:a16="http://schemas.microsoft.com/office/drawing/2014/main" id="{2AACC260-6420-468B-8A13-0FAFE82BFEB0}"/>
                </a:ext>
              </a:extLst>
            </p:cNvPr>
            <p:cNvSpPr/>
            <p:nvPr/>
          </p:nvSpPr>
          <p:spPr>
            <a:xfrm>
              <a:off x="1207183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0" name="Text Placeholder 514">
            <a:extLst>
              <a:ext uri="{FF2B5EF4-FFF2-40B4-BE49-F238E27FC236}">
                <a16:creationId xmlns:a16="http://schemas.microsoft.com/office/drawing/2014/main" id="{3CD3B241-1414-4D7C-9E18-D6A009671F1A}"/>
              </a:ext>
            </a:extLst>
          </p:cNvPr>
          <p:cNvSpPr>
            <a:spLocks noGrp="1"/>
          </p:cNvSpPr>
          <p:nvPr>
            <p:ph type="body" sz="quarter" idx="11" hasCustomPrompt="1"/>
          </p:nvPr>
        </p:nvSpPr>
        <p:spPr>
          <a:xfrm>
            <a:off x="949419" y="275490"/>
            <a:ext cx="10462477" cy="535531"/>
          </a:xfrm>
          <a:prstGeom prst="rect">
            <a:avLst/>
          </a:prstGeom>
        </p:spPr>
        <p:txBody>
          <a:bodyPr wrap="square">
            <a:spAutoFit/>
          </a:bodyPr>
          <a:lstStyle>
            <a:lvl1pPr marL="0" indent="0">
              <a:buClr>
                <a:srgbClr val="F27228"/>
              </a:buClr>
              <a:buFont typeface="Arial" panose="020B0604020202020204" pitchFamily="34" charset="0"/>
              <a:buNone/>
              <a:defRPr lang="en-US" sz="3200" b="1" dirty="0">
                <a:solidFill>
                  <a:srgbClr val="36365C"/>
                </a:solidFill>
                <a:latin typeface="Segoe UI" panose="020B0502040204020203" pitchFamily="34" charset="0"/>
                <a:ea typeface="Segoe UI Black" panose="020B0A02040204020203" pitchFamily="34" charset="0"/>
                <a:cs typeface="Segoe UI" panose="020B0502040204020203" pitchFamily="34" charset="0"/>
              </a:defRPr>
            </a:lvl1pPr>
          </a:lstStyle>
          <a:p>
            <a:pPr marL="228600" lvl="0" indent="-457200" defTabSz="457200">
              <a:spcBef>
                <a:spcPct val="0"/>
              </a:spcBef>
            </a:pPr>
            <a:r>
              <a:rPr lang="en-US" dirty="0"/>
              <a:t>Title</a:t>
            </a:r>
          </a:p>
        </p:txBody>
      </p:sp>
      <p:sp>
        <p:nvSpPr>
          <p:cNvPr id="301" name="Slide Number Placeholder 6">
            <a:extLst>
              <a:ext uri="{FF2B5EF4-FFF2-40B4-BE49-F238E27FC236}">
                <a16:creationId xmlns:a16="http://schemas.microsoft.com/office/drawing/2014/main" id="{D4769043-4758-494E-8005-E499445240E2}"/>
              </a:ext>
            </a:extLst>
          </p:cNvPr>
          <p:cNvSpPr>
            <a:spLocks noGrp="1"/>
          </p:cNvSpPr>
          <p:nvPr>
            <p:ph type="sldNum" sz="quarter" idx="12"/>
          </p:nvPr>
        </p:nvSpPr>
        <p:spPr>
          <a:xfrm>
            <a:off x="11678661" y="6405970"/>
            <a:ext cx="389850" cy="276999"/>
          </a:xfrm>
          <a:prstGeom prst="rect">
            <a:avLst/>
          </a:prstGeom>
          <a:noFill/>
        </p:spPr>
        <p:txBody>
          <a:bodyPr wrap="none" rtlCol="0">
            <a:spAutoFit/>
          </a:bodyPr>
          <a:lstStyle>
            <a:lvl1pPr>
              <a:defRPr lang="en-US" sz="1200" smtClean="0">
                <a:solidFill>
                  <a:schemeClr val="bg1">
                    <a:lumMod val="75000"/>
                  </a:schemeClr>
                </a:solidFill>
                <a:latin typeface="Segoe UI Black" panose="020B0A02040204020203" pitchFamily="34" charset="0"/>
                <a:ea typeface="Segoe UI Black" panose="020B0A02040204020203" pitchFamily="34" charset="0"/>
              </a:defRPr>
            </a:lvl1pPr>
          </a:lstStyle>
          <a:p>
            <a:pPr algn="ctr"/>
            <a:fld id="{34BBD95C-5847-41D4-A95D-7A604938DF3E}" type="slidenum">
              <a:rPr lang="en-US" smtClean="0"/>
              <a:pPr algn="ctr"/>
              <a:t>‹#›</a:t>
            </a:fld>
            <a:endParaRPr lang="en-US"/>
          </a:p>
        </p:txBody>
      </p:sp>
      <p:sp>
        <p:nvSpPr>
          <p:cNvPr id="4" name="Text Placeholder 3">
            <a:extLst>
              <a:ext uri="{FF2B5EF4-FFF2-40B4-BE49-F238E27FC236}">
                <a16:creationId xmlns:a16="http://schemas.microsoft.com/office/drawing/2014/main" id="{0EE78EC2-810D-426C-84A0-A07CDB278528}"/>
              </a:ext>
            </a:extLst>
          </p:cNvPr>
          <p:cNvSpPr>
            <a:spLocks noGrp="1"/>
          </p:cNvSpPr>
          <p:nvPr>
            <p:ph type="body" sz="quarter" idx="13"/>
          </p:nvPr>
        </p:nvSpPr>
        <p:spPr>
          <a:xfrm>
            <a:off x="949325" y="1065213"/>
            <a:ext cx="10463213" cy="5213350"/>
          </a:xfrm>
          <a:prstGeom prst="rect">
            <a:avLst/>
          </a:prstGeom>
        </p:spPr>
        <p:txBody>
          <a:bodyPr/>
          <a:lstStyle>
            <a:lvl1pPr>
              <a:buClr>
                <a:srgbClr val="F27228"/>
              </a:buClr>
              <a:defRPr sz="1600">
                <a:solidFill>
                  <a:srgbClr val="36365C"/>
                </a:solidFill>
              </a:defRPr>
            </a:lvl1pPr>
            <a:lvl2pPr>
              <a:buClr>
                <a:srgbClr val="F27228"/>
              </a:buClr>
              <a:defRPr sz="1400">
                <a:solidFill>
                  <a:srgbClr val="36365C"/>
                </a:solidFill>
              </a:defRPr>
            </a:lvl2pPr>
            <a:lvl3pPr>
              <a:buClr>
                <a:srgbClr val="F27228"/>
              </a:buClr>
              <a:defRPr sz="1400">
                <a:solidFill>
                  <a:srgbClr val="36365C"/>
                </a:solidFill>
              </a:defRPr>
            </a:lvl3pPr>
            <a:lvl4pPr>
              <a:buClr>
                <a:srgbClr val="F27228"/>
              </a:buClr>
              <a:defRPr sz="1400">
                <a:solidFill>
                  <a:srgbClr val="36365C"/>
                </a:solidFill>
              </a:defRPr>
            </a:lvl4pPr>
            <a:lvl5pPr>
              <a:buClr>
                <a:srgbClr val="F27228"/>
              </a:buClr>
              <a:defRPr sz="1400">
                <a:solidFill>
                  <a:srgbClr val="36365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512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 Contents with 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00" name="Picture 2" descr="C:\Users\HaLT15\Desktop\FPT Software Doc.png">
            <a:extLst>
              <a:ext uri="{FF2B5EF4-FFF2-40B4-BE49-F238E27FC236}">
                <a16:creationId xmlns:a16="http://schemas.microsoft.com/office/drawing/2014/main" id="{5541F002-25F2-422B-A948-C9C0FED35575}"/>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b="32751"/>
          <a:stretch/>
        </p:blipFill>
        <p:spPr bwMode="auto">
          <a:xfrm>
            <a:off x="11502095" y="152400"/>
            <a:ext cx="461305" cy="292194"/>
          </a:xfrm>
          <a:prstGeom prst="rect">
            <a:avLst/>
          </a:prstGeom>
          <a:noFill/>
          <a:extLst>
            <a:ext uri="{909E8E84-426E-40DD-AFC4-6F175D3DCCD1}">
              <a14:hiddenFill xmlns:a14="http://schemas.microsoft.com/office/drawing/2010/main">
                <a:solidFill>
                  <a:srgbClr val="FFFFFF"/>
                </a:solidFill>
              </a14:hiddenFill>
            </a:ext>
          </a:extLst>
        </p:spPr>
      </p:pic>
      <p:cxnSp>
        <p:nvCxnSpPr>
          <p:cNvPr id="301" name="Straight Connector 300">
            <a:extLst>
              <a:ext uri="{FF2B5EF4-FFF2-40B4-BE49-F238E27FC236}">
                <a16:creationId xmlns:a16="http://schemas.microsoft.com/office/drawing/2014/main" id="{5A7A5A05-F2E8-4FA8-8664-C9DAE19F97A1}"/>
              </a:ext>
            </a:extLst>
          </p:cNvPr>
          <p:cNvCxnSpPr>
            <a:cxnSpLocks/>
          </p:cNvCxnSpPr>
          <p:nvPr userDrawn="1"/>
        </p:nvCxnSpPr>
        <p:spPr>
          <a:xfrm>
            <a:off x="1095436" y="813375"/>
            <a:ext cx="10287000" cy="0"/>
          </a:xfrm>
          <a:prstGeom prst="line">
            <a:avLst/>
          </a:prstGeom>
          <a:ln>
            <a:solidFill>
              <a:srgbClr val="36365C"/>
            </a:solidFill>
          </a:ln>
        </p:spPr>
        <p:style>
          <a:lnRef idx="1">
            <a:schemeClr val="accent1"/>
          </a:lnRef>
          <a:fillRef idx="0">
            <a:schemeClr val="accent1"/>
          </a:fillRef>
          <a:effectRef idx="0">
            <a:schemeClr val="accent1"/>
          </a:effectRef>
          <a:fontRef idx="minor">
            <a:schemeClr val="tx1"/>
          </a:fontRef>
        </p:style>
      </p:cxnSp>
      <p:grpSp>
        <p:nvGrpSpPr>
          <p:cNvPr id="302" name="Group 301">
            <a:extLst>
              <a:ext uri="{FF2B5EF4-FFF2-40B4-BE49-F238E27FC236}">
                <a16:creationId xmlns:a16="http://schemas.microsoft.com/office/drawing/2014/main" id="{FE5EB4B6-1D99-49A7-8051-BCF414536CD7}"/>
              </a:ext>
            </a:extLst>
          </p:cNvPr>
          <p:cNvGrpSpPr/>
          <p:nvPr userDrawn="1"/>
        </p:nvGrpSpPr>
        <p:grpSpPr>
          <a:xfrm>
            <a:off x="-380999" y="294771"/>
            <a:ext cx="1261502" cy="424916"/>
            <a:chOff x="-380999" y="294771"/>
            <a:chExt cx="1261502" cy="424916"/>
          </a:xfrm>
        </p:grpSpPr>
        <p:sp>
          <p:nvSpPr>
            <p:cNvPr id="303" name="Freeform: Shape 302">
              <a:extLst>
                <a:ext uri="{FF2B5EF4-FFF2-40B4-BE49-F238E27FC236}">
                  <a16:creationId xmlns:a16="http://schemas.microsoft.com/office/drawing/2014/main" id="{A86A8C22-EF12-4C1A-A4A9-7EF358250723}"/>
                </a:ext>
              </a:extLst>
            </p:cNvPr>
            <p:cNvSpPr/>
            <p:nvPr/>
          </p:nvSpPr>
          <p:spPr>
            <a:xfrm rot="10800000">
              <a:off x="-380999" y="57356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66F48C48-94EF-48D3-AB50-9523FB917AEE}"/>
                </a:ext>
              </a:extLst>
            </p:cNvPr>
            <p:cNvSpPr/>
            <p:nvPr/>
          </p:nvSpPr>
          <p:spPr>
            <a:xfrm rot="10800000">
              <a:off x="-380999" y="52899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E39DA52C-949E-4398-BD64-27057A143199}"/>
                </a:ext>
              </a:extLst>
            </p:cNvPr>
            <p:cNvSpPr/>
            <p:nvPr/>
          </p:nvSpPr>
          <p:spPr>
            <a:xfrm rot="10800000">
              <a:off x="-380999" y="48420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9C72B700-6CD9-443F-BDC9-9F5B87385506}"/>
                </a:ext>
              </a:extLst>
            </p:cNvPr>
            <p:cNvSpPr/>
            <p:nvPr/>
          </p:nvSpPr>
          <p:spPr>
            <a:xfrm rot="10800000">
              <a:off x="-380999" y="43963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FFEEFB5F-CDFD-4608-A68A-F262BA7A7A0C}"/>
                </a:ext>
              </a:extLst>
            </p:cNvPr>
            <p:cNvSpPr/>
            <p:nvPr/>
          </p:nvSpPr>
          <p:spPr>
            <a:xfrm rot="10800000">
              <a:off x="-380999" y="39506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793667E1-E6C5-4A6C-8C9F-23FDD13B8BE7}"/>
                </a:ext>
              </a:extLst>
            </p:cNvPr>
            <p:cNvSpPr/>
            <p:nvPr/>
          </p:nvSpPr>
          <p:spPr>
            <a:xfrm rot="10800000">
              <a:off x="-380999" y="35048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52F6200-8B92-4E8F-A9F5-AEED43795013}"/>
                </a:ext>
              </a:extLst>
            </p:cNvPr>
            <p:cNvSpPr/>
            <p:nvPr/>
          </p:nvSpPr>
          <p:spPr>
            <a:xfrm rot="10800000">
              <a:off x="-380999" y="305704"/>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A482B8DA-AF24-4AB1-B6A9-A86BEDB6D212}"/>
                </a:ext>
              </a:extLst>
            </p:cNvPr>
            <p:cNvSpPr/>
            <p:nvPr/>
          </p:nvSpPr>
          <p:spPr>
            <a:xfrm rot="10800000">
              <a:off x="-336216" y="573773"/>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C29D5502-7F9F-4D5C-A7CC-9B9DBB1E39F1}"/>
                </a:ext>
              </a:extLst>
            </p:cNvPr>
            <p:cNvSpPr/>
            <p:nvPr/>
          </p:nvSpPr>
          <p:spPr>
            <a:xfrm rot="10800000">
              <a:off x="-336216" y="529200"/>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961938F3-67E1-4247-B944-C215C64E4E68}"/>
                </a:ext>
              </a:extLst>
            </p:cNvPr>
            <p:cNvSpPr/>
            <p:nvPr/>
          </p:nvSpPr>
          <p:spPr>
            <a:xfrm rot="10800000">
              <a:off x="-336216" y="48441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4B0A8CB0-9113-43D3-A925-F49092878B48}"/>
                </a:ext>
              </a:extLst>
            </p:cNvPr>
            <p:cNvSpPr/>
            <p:nvPr/>
          </p:nvSpPr>
          <p:spPr>
            <a:xfrm rot="10800000">
              <a:off x="-336216" y="43984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2629CC0E-66D1-4348-9589-891C0D035CB7}"/>
                </a:ext>
              </a:extLst>
            </p:cNvPr>
            <p:cNvSpPr/>
            <p:nvPr/>
          </p:nvSpPr>
          <p:spPr>
            <a:xfrm rot="10800000">
              <a:off x="-336216" y="395271"/>
              <a:ext cx="2103" cy="2103"/>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698EE036-2984-4060-96EC-9FAB41137259}"/>
                </a:ext>
              </a:extLst>
            </p:cNvPr>
            <p:cNvSpPr/>
            <p:nvPr/>
          </p:nvSpPr>
          <p:spPr>
            <a:xfrm rot="10800000">
              <a:off x="-336216" y="35069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43F63FDD-5BD4-4C88-AEF3-12C326CF9F23}"/>
                </a:ext>
              </a:extLst>
            </p:cNvPr>
            <p:cNvSpPr/>
            <p:nvPr/>
          </p:nvSpPr>
          <p:spPr>
            <a:xfrm rot="10800000">
              <a:off x="-336216" y="30591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80723F31-E448-4E5A-97A4-F395C039D6AE}"/>
                </a:ext>
              </a:extLst>
            </p:cNvPr>
            <p:cNvSpPr/>
            <p:nvPr/>
          </p:nvSpPr>
          <p:spPr>
            <a:xfrm rot="10800000">
              <a:off x="-293325" y="572091"/>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B8C79196-9B7E-4EB8-BF63-ADD9BA2BD605}"/>
                </a:ext>
              </a:extLst>
            </p:cNvPr>
            <p:cNvSpPr/>
            <p:nvPr/>
          </p:nvSpPr>
          <p:spPr>
            <a:xfrm rot="10800000">
              <a:off x="-293325" y="52751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0D79EFAF-BE87-4E2F-9568-BDE523CF8C87}"/>
                </a:ext>
              </a:extLst>
            </p:cNvPr>
            <p:cNvSpPr/>
            <p:nvPr/>
          </p:nvSpPr>
          <p:spPr>
            <a:xfrm rot="10800000">
              <a:off x="-293325" y="48273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E821BF8B-32BA-4AAE-8AC3-A1EE9858C4EE}"/>
                </a:ext>
              </a:extLst>
            </p:cNvPr>
            <p:cNvSpPr/>
            <p:nvPr/>
          </p:nvSpPr>
          <p:spPr>
            <a:xfrm rot="10800000">
              <a:off x="-293325" y="43816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EDD242B3-CA5A-4FC3-97E6-9A0DDB7128DC}"/>
                </a:ext>
              </a:extLst>
            </p:cNvPr>
            <p:cNvSpPr/>
            <p:nvPr/>
          </p:nvSpPr>
          <p:spPr>
            <a:xfrm rot="10800000">
              <a:off x="-293325" y="39358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B6CB0F14-8DD2-4D8E-A405-396AEC8E1DC6}"/>
                </a:ext>
              </a:extLst>
            </p:cNvPr>
            <p:cNvSpPr/>
            <p:nvPr/>
          </p:nvSpPr>
          <p:spPr>
            <a:xfrm rot="10800000">
              <a:off x="-293325" y="34901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9818A21-5D2B-443A-816E-52ABD0C40197}"/>
                </a:ext>
              </a:extLst>
            </p:cNvPr>
            <p:cNvSpPr/>
            <p:nvPr/>
          </p:nvSpPr>
          <p:spPr>
            <a:xfrm rot="10800000">
              <a:off x="-293325" y="30423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F9E3D36C-A67C-4624-A568-8BD93C44B921}"/>
                </a:ext>
              </a:extLst>
            </p:cNvPr>
            <p:cNvSpPr/>
            <p:nvPr/>
          </p:nvSpPr>
          <p:spPr>
            <a:xfrm rot="10800000">
              <a:off x="-248542" y="572301"/>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B5E8BB70-7A62-41FD-AB3B-1868D2D1EC94}"/>
                </a:ext>
              </a:extLst>
            </p:cNvPr>
            <p:cNvSpPr/>
            <p:nvPr/>
          </p:nvSpPr>
          <p:spPr>
            <a:xfrm rot="10800000">
              <a:off x="-248542" y="527728"/>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49597772-84D3-4D23-A044-B1AFC8EBC9DF}"/>
                </a:ext>
              </a:extLst>
            </p:cNvPr>
            <p:cNvSpPr/>
            <p:nvPr/>
          </p:nvSpPr>
          <p:spPr>
            <a:xfrm rot="10800000">
              <a:off x="-248542" y="482945"/>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E1B5B3F4-3C82-491C-B4F5-11020ED31BFB}"/>
                </a:ext>
              </a:extLst>
            </p:cNvPr>
            <p:cNvSpPr/>
            <p:nvPr/>
          </p:nvSpPr>
          <p:spPr>
            <a:xfrm rot="10800000">
              <a:off x="-248542" y="43837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A356BBE8-0F23-4815-B1B9-0CBFD7308936}"/>
                </a:ext>
              </a:extLst>
            </p:cNvPr>
            <p:cNvSpPr/>
            <p:nvPr/>
          </p:nvSpPr>
          <p:spPr>
            <a:xfrm rot="10800000">
              <a:off x="-248542" y="393799"/>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9020E073-4C96-4735-83A4-8281AB4DBF9C}"/>
                </a:ext>
              </a:extLst>
            </p:cNvPr>
            <p:cNvSpPr/>
            <p:nvPr/>
          </p:nvSpPr>
          <p:spPr>
            <a:xfrm rot="10800000">
              <a:off x="-248542" y="349226"/>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A2E7E870-D683-46D0-9B94-B924C6AC86CD}"/>
                </a:ext>
              </a:extLst>
            </p:cNvPr>
            <p:cNvSpPr/>
            <p:nvPr/>
          </p:nvSpPr>
          <p:spPr>
            <a:xfrm rot="10800000">
              <a:off x="-248542" y="30444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A9AA1F97-59EA-42B5-9338-46606952668E}"/>
                </a:ext>
              </a:extLst>
            </p:cNvPr>
            <p:cNvSpPr/>
            <p:nvPr/>
          </p:nvSpPr>
          <p:spPr>
            <a:xfrm rot="10800000">
              <a:off x="-203338" y="57272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EB2AD091-F981-4716-A560-F6AD5304A4FA}"/>
                </a:ext>
              </a:extLst>
            </p:cNvPr>
            <p:cNvSpPr/>
            <p:nvPr/>
          </p:nvSpPr>
          <p:spPr>
            <a:xfrm rot="10800000">
              <a:off x="-203338" y="52814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6E10820A-9461-49E8-BF56-C5CABC7EB8E9}"/>
                </a:ext>
              </a:extLst>
            </p:cNvPr>
            <p:cNvSpPr/>
            <p:nvPr/>
          </p:nvSpPr>
          <p:spPr>
            <a:xfrm rot="10800000">
              <a:off x="-203338" y="48336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6B1E49BB-0B01-4267-B469-94963E638FDD}"/>
                </a:ext>
              </a:extLst>
            </p:cNvPr>
            <p:cNvSpPr/>
            <p:nvPr/>
          </p:nvSpPr>
          <p:spPr>
            <a:xfrm rot="10800000">
              <a:off x="-203338" y="43879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FAF3F656-1DFE-4E23-BF39-AB169BCD4A19}"/>
                </a:ext>
              </a:extLst>
            </p:cNvPr>
            <p:cNvSpPr/>
            <p:nvPr/>
          </p:nvSpPr>
          <p:spPr>
            <a:xfrm rot="10800000">
              <a:off x="-203338" y="39421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6FDAB788-85F3-4951-87AA-7A88DC64E048}"/>
                </a:ext>
              </a:extLst>
            </p:cNvPr>
            <p:cNvSpPr/>
            <p:nvPr/>
          </p:nvSpPr>
          <p:spPr>
            <a:xfrm rot="10800000">
              <a:off x="-203338" y="34964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9E0047E-853F-4F02-9EA2-EF1E00ACCC4D}"/>
                </a:ext>
              </a:extLst>
            </p:cNvPr>
            <p:cNvSpPr/>
            <p:nvPr/>
          </p:nvSpPr>
          <p:spPr>
            <a:xfrm rot="10800000">
              <a:off x="-203338" y="304863"/>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430C8B64-C13F-4B57-8359-81B5F66E52AC}"/>
                </a:ext>
              </a:extLst>
            </p:cNvPr>
            <p:cNvSpPr/>
            <p:nvPr/>
          </p:nvSpPr>
          <p:spPr>
            <a:xfrm rot="10800000">
              <a:off x="-160447" y="57104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635ACB0D-9AC7-4471-86C0-1D8A7D7F72BE}"/>
                </a:ext>
              </a:extLst>
            </p:cNvPr>
            <p:cNvSpPr/>
            <p:nvPr/>
          </p:nvSpPr>
          <p:spPr>
            <a:xfrm rot="10800000">
              <a:off x="-160447" y="52646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3B2C0D10-4A68-44D4-90D8-373E3AF700F6}"/>
                </a:ext>
              </a:extLst>
            </p:cNvPr>
            <p:cNvSpPr/>
            <p:nvPr/>
          </p:nvSpPr>
          <p:spPr>
            <a:xfrm rot="10800000">
              <a:off x="-160447" y="48168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AE98A908-580A-4CDF-BDE4-92F045195A0B}"/>
                </a:ext>
              </a:extLst>
            </p:cNvPr>
            <p:cNvSpPr/>
            <p:nvPr/>
          </p:nvSpPr>
          <p:spPr>
            <a:xfrm rot="10800000">
              <a:off x="-160447" y="43711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5A9E0183-BEEA-4C38-A016-62A4BD2B578A}"/>
                </a:ext>
              </a:extLst>
            </p:cNvPr>
            <p:cNvSpPr/>
            <p:nvPr/>
          </p:nvSpPr>
          <p:spPr>
            <a:xfrm rot="10800000">
              <a:off x="-160447" y="39253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15FF5BE3-1427-44A5-B746-1EE54F65372E}"/>
                </a:ext>
              </a:extLst>
            </p:cNvPr>
            <p:cNvSpPr/>
            <p:nvPr/>
          </p:nvSpPr>
          <p:spPr>
            <a:xfrm rot="10800000">
              <a:off x="-160447" y="34796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F3CBA1C8-1D4F-4F37-A034-F42D75F08F57}"/>
                </a:ext>
              </a:extLst>
            </p:cNvPr>
            <p:cNvSpPr/>
            <p:nvPr/>
          </p:nvSpPr>
          <p:spPr>
            <a:xfrm rot="10800000">
              <a:off x="-160447" y="303181"/>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8024730B-14F1-4666-A080-E52B2B056678}"/>
                </a:ext>
              </a:extLst>
            </p:cNvPr>
            <p:cNvSpPr/>
            <p:nvPr/>
          </p:nvSpPr>
          <p:spPr>
            <a:xfrm rot="10800000">
              <a:off x="-115453" y="571460"/>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2B6B5692-2063-4367-9CF1-FC6CDFBE8B41}"/>
                </a:ext>
              </a:extLst>
            </p:cNvPr>
            <p:cNvSpPr/>
            <p:nvPr/>
          </p:nvSpPr>
          <p:spPr>
            <a:xfrm rot="10800000">
              <a:off x="-115453" y="526887"/>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44C4A77E-0B7C-4B5B-BBAA-3E71EE73BDB3}"/>
                </a:ext>
              </a:extLst>
            </p:cNvPr>
            <p:cNvSpPr/>
            <p:nvPr/>
          </p:nvSpPr>
          <p:spPr>
            <a:xfrm rot="10800000">
              <a:off x="-115453" y="482104"/>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D235E2FF-3F04-430B-B2AC-C86EB74ABA4F}"/>
                </a:ext>
              </a:extLst>
            </p:cNvPr>
            <p:cNvSpPr/>
            <p:nvPr/>
          </p:nvSpPr>
          <p:spPr>
            <a:xfrm rot="10800000">
              <a:off x="-115453" y="43753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279984C-23C7-4D28-8F7D-F4EAD245EFD7}"/>
                </a:ext>
              </a:extLst>
            </p:cNvPr>
            <p:cNvSpPr/>
            <p:nvPr/>
          </p:nvSpPr>
          <p:spPr>
            <a:xfrm rot="10800000">
              <a:off x="-115453" y="392958"/>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975770C-2692-4C64-975B-DD8E03F0B8D4}"/>
                </a:ext>
              </a:extLst>
            </p:cNvPr>
            <p:cNvSpPr/>
            <p:nvPr/>
          </p:nvSpPr>
          <p:spPr>
            <a:xfrm rot="10800000">
              <a:off x="-115453" y="348385"/>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28051673-329A-4AFE-95CD-FD222E32400C}"/>
                </a:ext>
              </a:extLst>
            </p:cNvPr>
            <p:cNvSpPr/>
            <p:nvPr/>
          </p:nvSpPr>
          <p:spPr>
            <a:xfrm rot="10800000">
              <a:off x="-115453" y="30360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4822F7D5-8762-49E6-9152-8F5F993172DE}"/>
                </a:ext>
              </a:extLst>
            </p:cNvPr>
            <p:cNvSpPr/>
            <p:nvPr/>
          </p:nvSpPr>
          <p:spPr>
            <a:xfrm rot="10800000">
              <a:off x="-70670" y="57167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C647364B-D3C2-4497-AD22-690B2CA81E4E}"/>
                </a:ext>
              </a:extLst>
            </p:cNvPr>
            <p:cNvSpPr/>
            <p:nvPr/>
          </p:nvSpPr>
          <p:spPr>
            <a:xfrm rot="10800000">
              <a:off x="-70670" y="52709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67DF429E-CD56-4D0E-88FB-422F848E2601}"/>
                </a:ext>
              </a:extLst>
            </p:cNvPr>
            <p:cNvSpPr/>
            <p:nvPr/>
          </p:nvSpPr>
          <p:spPr>
            <a:xfrm rot="10800000">
              <a:off x="-70670" y="482314"/>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E06D672-E030-4D02-BA41-B812CCBBEC33}"/>
                </a:ext>
              </a:extLst>
            </p:cNvPr>
            <p:cNvSpPr/>
            <p:nvPr/>
          </p:nvSpPr>
          <p:spPr>
            <a:xfrm rot="10800000">
              <a:off x="-70670" y="43774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06EF92ED-66FA-4448-A302-29551DF3E2A4}"/>
                </a:ext>
              </a:extLst>
            </p:cNvPr>
            <p:cNvSpPr/>
            <p:nvPr/>
          </p:nvSpPr>
          <p:spPr>
            <a:xfrm rot="10800000">
              <a:off x="-70670" y="39316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7D02BD-06F0-4925-B940-4BD900AA7EAB}"/>
                </a:ext>
              </a:extLst>
            </p:cNvPr>
            <p:cNvSpPr/>
            <p:nvPr/>
          </p:nvSpPr>
          <p:spPr>
            <a:xfrm rot="10800000">
              <a:off x="-70670" y="348595"/>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5A0D96EE-AF16-463D-B0BA-3E70F93AA48A}"/>
                </a:ext>
              </a:extLst>
            </p:cNvPr>
            <p:cNvSpPr/>
            <p:nvPr/>
          </p:nvSpPr>
          <p:spPr>
            <a:xfrm rot="10800000">
              <a:off x="-70670" y="303812"/>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B0C0295A-AC82-411A-BC7C-0EF2F796B4A0}"/>
                </a:ext>
              </a:extLst>
            </p:cNvPr>
            <p:cNvSpPr/>
            <p:nvPr/>
          </p:nvSpPr>
          <p:spPr>
            <a:xfrm rot="10800000">
              <a:off x="-27568" y="56998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772D3B42-5845-4AF6-92C8-F2FC1334694F}"/>
                </a:ext>
              </a:extLst>
            </p:cNvPr>
            <p:cNvSpPr/>
            <p:nvPr/>
          </p:nvSpPr>
          <p:spPr>
            <a:xfrm rot="10800000">
              <a:off x="-27568" y="52541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41C8D0C3-13AE-4154-91A3-42F9E0AB3EFF}"/>
                </a:ext>
              </a:extLst>
            </p:cNvPr>
            <p:cNvSpPr/>
            <p:nvPr/>
          </p:nvSpPr>
          <p:spPr>
            <a:xfrm rot="10800000">
              <a:off x="-27568" y="480632"/>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1E967188-47C2-478F-87A8-F3217E382C8C}"/>
                </a:ext>
              </a:extLst>
            </p:cNvPr>
            <p:cNvSpPr/>
            <p:nvPr/>
          </p:nvSpPr>
          <p:spPr>
            <a:xfrm rot="10800000">
              <a:off x="-27568" y="43605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96B6527F-BB50-49B3-8AE7-AC4827E7AE19}"/>
                </a:ext>
              </a:extLst>
            </p:cNvPr>
            <p:cNvSpPr/>
            <p:nvPr/>
          </p:nvSpPr>
          <p:spPr>
            <a:xfrm rot="10800000">
              <a:off x="-27568" y="39148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1FA2732B-33EC-44CC-9B35-84570FB2D393}"/>
                </a:ext>
              </a:extLst>
            </p:cNvPr>
            <p:cNvSpPr/>
            <p:nvPr/>
          </p:nvSpPr>
          <p:spPr>
            <a:xfrm rot="10800000">
              <a:off x="-27568" y="346913"/>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05A45443-4EBC-4BAA-AAF4-508F7C168760}"/>
                </a:ext>
              </a:extLst>
            </p:cNvPr>
            <p:cNvSpPr/>
            <p:nvPr/>
          </p:nvSpPr>
          <p:spPr>
            <a:xfrm rot="10800000">
              <a:off x="-27568" y="302130"/>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259E3F87-21F2-44F6-A101-F3843E741FDA}"/>
                </a:ext>
              </a:extLst>
            </p:cNvPr>
            <p:cNvSpPr/>
            <p:nvPr/>
          </p:nvSpPr>
          <p:spPr>
            <a:xfrm rot="10800000">
              <a:off x="17425" y="570409"/>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B31A97DF-DB8A-4972-AD43-F30C44108F48}"/>
                </a:ext>
              </a:extLst>
            </p:cNvPr>
            <p:cNvSpPr/>
            <p:nvPr/>
          </p:nvSpPr>
          <p:spPr>
            <a:xfrm rot="10800000">
              <a:off x="17425" y="52583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6ED82AAF-DEF3-46EE-8A0F-37C25F61F079}"/>
                </a:ext>
              </a:extLst>
            </p:cNvPr>
            <p:cNvSpPr/>
            <p:nvPr/>
          </p:nvSpPr>
          <p:spPr>
            <a:xfrm rot="10800000">
              <a:off x="17425" y="48105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D2E0A0F9-6814-4359-9255-4177AF6E4857}"/>
                </a:ext>
              </a:extLst>
            </p:cNvPr>
            <p:cNvSpPr/>
            <p:nvPr/>
          </p:nvSpPr>
          <p:spPr>
            <a:xfrm rot="10800000">
              <a:off x="17425" y="43648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871671A7-5592-45CE-998F-950CE44157B6}"/>
                </a:ext>
              </a:extLst>
            </p:cNvPr>
            <p:cNvSpPr/>
            <p:nvPr/>
          </p:nvSpPr>
          <p:spPr>
            <a:xfrm rot="10800000">
              <a:off x="17425" y="39190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63BEA7F6-6A1A-441C-904D-46F56743FFF0}"/>
                </a:ext>
              </a:extLst>
            </p:cNvPr>
            <p:cNvSpPr/>
            <p:nvPr/>
          </p:nvSpPr>
          <p:spPr>
            <a:xfrm rot="10800000">
              <a:off x="17425" y="34733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0A6033D1-E7F3-4FD0-946D-72F96DD51AD6}"/>
                </a:ext>
              </a:extLst>
            </p:cNvPr>
            <p:cNvSpPr/>
            <p:nvPr/>
          </p:nvSpPr>
          <p:spPr>
            <a:xfrm rot="10800000">
              <a:off x="17425" y="30255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FF9FAB47-AC7A-4AA1-A28E-B6AAC9260E38}"/>
                </a:ext>
              </a:extLst>
            </p:cNvPr>
            <p:cNvSpPr/>
            <p:nvPr/>
          </p:nvSpPr>
          <p:spPr>
            <a:xfrm rot="10800000">
              <a:off x="60316" y="568727"/>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624F0CCD-C489-4E74-A1CD-DAD3B2538FC5}"/>
                </a:ext>
              </a:extLst>
            </p:cNvPr>
            <p:cNvSpPr/>
            <p:nvPr/>
          </p:nvSpPr>
          <p:spPr>
            <a:xfrm rot="10800000">
              <a:off x="60316" y="52415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2429E951-3AD6-4A8F-9A64-77527FC83274}"/>
                </a:ext>
              </a:extLst>
            </p:cNvPr>
            <p:cNvSpPr/>
            <p:nvPr/>
          </p:nvSpPr>
          <p:spPr>
            <a:xfrm rot="10800000">
              <a:off x="60316" y="47937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96EFF735-0A76-426E-B083-43C5F15EED53}"/>
                </a:ext>
              </a:extLst>
            </p:cNvPr>
            <p:cNvSpPr/>
            <p:nvPr/>
          </p:nvSpPr>
          <p:spPr>
            <a:xfrm rot="10800000">
              <a:off x="60316" y="43479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ED1F5828-1274-43B0-8BE9-036FEB213C60}"/>
                </a:ext>
              </a:extLst>
            </p:cNvPr>
            <p:cNvSpPr/>
            <p:nvPr/>
          </p:nvSpPr>
          <p:spPr>
            <a:xfrm rot="10800000">
              <a:off x="60316" y="39022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BF704A94-D998-4340-B238-DE154C10EF15}"/>
                </a:ext>
              </a:extLst>
            </p:cNvPr>
            <p:cNvSpPr/>
            <p:nvPr/>
          </p:nvSpPr>
          <p:spPr>
            <a:xfrm rot="10800000">
              <a:off x="60316" y="34565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74A9BA27-64C4-43F5-AF0B-FCAE9FE5433D}"/>
                </a:ext>
              </a:extLst>
            </p:cNvPr>
            <p:cNvSpPr/>
            <p:nvPr/>
          </p:nvSpPr>
          <p:spPr>
            <a:xfrm rot="10800000">
              <a:off x="60316" y="30086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158B9FA9-F0EE-40D1-AADD-471B9349636C}"/>
                </a:ext>
              </a:extLst>
            </p:cNvPr>
            <p:cNvSpPr/>
            <p:nvPr/>
          </p:nvSpPr>
          <p:spPr>
            <a:xfrm rot="10800000">
              <a:off x="105099" y="568937"/>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DA0F6DE6-DB1A-467E-89A8-FA25DAF733C2}"/>
                </a:ext>
              </a:extLst>
            </p:cNvPr>
            <p:cNvSpPr/>
            <p:nvPr/>
          </p:nvSpPr>
          <p:spPr>
            <a:xfrm rot="10800000">
              <a:off x="105099" y="524364"/>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A51B568E-A754-4234-9421-627F4ECDDB0F}"/>
                </a:ext>
              </a:extLst>
            </p:cNvPr>
            <p:cNvSpPr/>
            <p:nvPr/>
          </p:nvSpPr>
          <p:spPr>
            <a:xfrm rot="10800000">
              <a:off x="105099" y="479581"/>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2341A983-7316-4609-BD48-EF249D4BD245}"/>
                </a:ext>
              </a:extLst>
            </p:cNvPr>
            <p:cNvSpPr/>
            <p:nvPr/>
          </p:nvSpPr>
          <p:spPr>
            <a:xfrm rot="10800000">
              <a:off x="105099" y="43500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ABB2CE4E-6C37-4CB2-B43A-2264BACF1246}"/>
                </a:ext>
              </a:extLst>
            </p:cNvPr>
            <p:cNvSpPr/>
            <p:nvPr/>
          </p:nvSpPr>
          <p:spPr>
            <a:xfrm rot="10800000">
              <a:off x="105099" y="390435"/>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11E565EA-1252-4F0B-844C-31D920E5FC77}"/>
                </a:ext>
              </a:extLst>
            </p:cNvPr>
            <p:cNvSpPr/>
            <p:nvPr/>
          </p:nvSpPr>
          <p:spPr>
            <a:xfrm rot="10800000">
              <a:off x="105099" y="345862"/>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3E5AC385-3DE7-442C-9DF0-C770343F2F0F}"/>
                </a:ext>
              </a:extLst>
            </p:cNvPr>
            <p:cNvSpPr/>
            <p:nvPr/>
          </p:nvSpPr>
          <p:spPr>
            <a:xfrm rot="10800000">
              <a:off x="105099" y="30107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1C0D8C8C-6B3D-4144-82F4-60D8A4073E46}"/>
                </a:ext>
              </a:extLst>
            </p:cNvPr>
            <p:cNvSpPr/>
            <p:nvPr/>
          </p:nvSpPr>
          <p:spPr>
            <a:xfrm rot="10800000">
              <a:off x="150303" y="613931"/>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81CE229A-968D-4A43-A2AC-B2F599426F33}"/>
                </a:ext>
              </a:extLst>
            </p:cNvPr>
            <p:cNvSpPr/>
            <p:nvPr/>
          </p:nvSpPr>
          <p:spPr>
            <a:xfrm rot="10800000">
              <a:off x="150303" y="56935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68DE07B8-487D-4918-829D-47BBF41D1151}"/>
                </a:ext>
              </a:extLst>
            </p:cNvPr>
            <p:cNvSpPr/>
            <p:nvPr/>
          </p:nvSpPr>
          <p:spPr>
            <a:xfrm rot="10800000">
              <a:off x="150303" y="52478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B353E69D-93C7-46CF-9A3F-0E311BB29BE9}"/>
                </a:ext>
              </a:extLst>
            </p:cNvPr>
            <p:cNvSpPr/>
            <p:nvPr/>
          </p:nvSpPr>
          <p:spPr>
            <a:xfrm rot="10800000">
              <a:off x="150303" y="48000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582D8037-53AB-486E-AD2E-EC7359A6F198}"/>
                </a:ext>
              </a:extLst>
            </p:cNvPr>
            <p:cNvSpPr/>
            <p:nvPr/>
          </p:nvSpPr>
          <p:spPr>
            <a:xfrm rot="10800000">
              <a:off x="150303" y="43542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26351F9F-8147-4C92-A515-EF46E4B0A781}"/>
                </a:ext>
              </a:extLst>
            </p:cNvPr>
            <p:cNvSpPr/>
            <p:nvPr/>
          </p:nvSpPr>
          <p:spPr>
            <a:xfrm rot="10800000">
              <a:off x="150303" y="39085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EB26EAE0-9894-44F9-9BA5-203B2ED769ED}"/>
                </a:ext>
              </a:extLst>
            </p:cNvPr>
            <p:cNvSpPr/>
            <p:nvPr/>
          </p:nvSpPr>
          <p:spPr>
            <a:xfrm rot="10800000">
              <a:off x="150303" y="34628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D7F8F475-A425-4089-9DFC-3B507E5C45A7}"/>
                </a:ext>
              </a:extLst>
            </p:cNvPr>
            <p:cNvSpPr/>
            <p:nvPr/>
          </p:nvSpPr>
          <p:spPr>
            <a:xfrm rot="10800000">
              <a:off x="150303" y="301499"/>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EED3077A-1904-4E1E-BFA2-68B5F230C141}"/>
                </a:ext>
              </a:extLst>
            </p:cNvPr>
            <p:cNvSpPr/>
            <p:nvPr/>
          </p:nvSpPr>
          <p:spPr>
            <a:xfrm rot="10800000">
              <a:off x="193194" y="612249"/>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25AF3935-6B1F-4907-AEC6-3CE5C85D1804}"/>
                </a:ext>
              </a:extLst>
            </p:cNvPr>
            <p:cNvSpPr/>
            <p:nvPr/>
          </p:nvSpPr>
          <p:spPr>
            <a:xfrm rot="10800000">
              <a:off x="193194" y="56767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23AECD5B-F6F3-434F-ABE0-F8516E7D4ABF}"/>
                </a:ext>
              </a:extLst>
            </p:cNvPr>
            <p:cNvSpPr/>
            <p:nvPr/>
          </p:nvSpPr>
          <p:spPr>
            <a:xfrm rot="10800000">
              <a:off x="193194" y="52310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0A8C81C3-C70E-4E06-9E65-23CF7D228E75}"/>
                </a:ext>
              </a:extLst>
            </p:cNvPr>
            <p:cNvSpPr/>
            <p:nvPr/>
          </p:nvSpPr>
          <p:spPr>
            <a:xfrm rot="10800000">
              <a:off x="193194" y="47832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36D2FEB1-26FD-463D-AFE1-E987EB77EB3B}"/>
                </a:ext>
              </a:extLst>
            </p:cNvPr>
            <p:cNvSpPr/>
            <p:nvPr/>
          </p:nvSpPr>
          <p:spPr>
            <a:xfrm rot="10800000">
              <a:off x="193194" y="43374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622ADF11-695E-431C-B4BA-F74B8B1C4BE4}"/>
                </a:ext>
              </a:extLst>
            </p:cNvPr>
            <p:cNvSpPr/>
            <p:nvPr/>
          </p:nvSpPr>
          <p:spPr>
            <a:xfrm rot="10800000">
              <a:off x="193194" y="38917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4653FD77-3606-4E3B-87A7-8070C64AF01F}"/>
                </a:ext>
              </a:extLst>
            </p:cNvPr>
            <p:cNvSpPr/>
            <p:nvPr/>
          </p:nvSpPr>
          <p:spPr>
            <a:xfrm rot="10800000">
              <a:off x="193194" y="34460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E8104F77-8C37-4DB7-B091-E53DD897E87B}"/>
                </a:ext>
              </a:extLst>
            </p:cNvPr>
            <p:cNvSpPr/>
            <p:nvPr/>
          </p:nvSpPr>
          <p:spPr>
            <a:xfrm rot="10800000">
              <a:off x="193194" y="299817"/>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F639BDC8-E1CE-47BD-9F59-AE6969476BA3}"/>
                </a:ext>
              </a:extLst>
            </p:cNvPr>
            <p:cNvSpPr/>
            <p:nvPr/>
          </p:nvSpPr>
          <p:spPr>
            <a:xfrm rot="10800000">
              <a:off x="237978" y="612459"/>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946D5446-420C-4574-8C8B-25E12AB2223B}"/>
                </a:ext>
              </a:extLst>
            </p:cNvPr>
            <p:cNvSpPr/>
            <p:nvPr/>
          </p:nvSpPr>
          <p:spPr>
            <a:xfrm rot="10800000">
              <a:off x="237978" y="567886"/>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287CEF76-758F-41F2-AF8B-EE32732C793F}"/>
                </a:ext>
              </a:extLst>
            </p:cNvPr>
            <p:cNvSpPr/>
            <p:nvPr/>
          </p:nvSpPr>
          <p:spPr>
            <a:xfrm rot="10800000">
              <a:off x="237978" y="52331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2D2D2D29-ADA2-4D44-AC8F-2EA6CDDDC6C0}"/>
                </a:ext>
              </a:extLst>
            </p:cNvPr>
            <p:cNvSpPr/>
            <p:nvPr/>
          </p:nvSpPr>
          <p:spPr>
            <a:xfrm rot="10800000">
              <a:off x="237978" y="47853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30788AF3-E0B7-42E5-B3D8-AE55A027D0E7}"/>
                </a:ext>
              </a:extLst>
            </p:cNvPr>
            <p:cNvSpPr/>
            <p:nvPr/>
          </p:nvSpPr>
          <p:spPr>
            <a:xfrm rot="10800000">
              <a:off x="237978" y="43395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AC860C67-5897-4AB0-9C15-C906053A0A00}"/>
                </a:ext>
              </a:extLst>
            </p:cNvPr>
            <p:cNvSpPr/>
            <p:nvPr/>
          </p:nvSpPr>
          <p:spPr>
            <a:xfrm rot="10800000">
              <a:off x="237978" y="38938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4983544C-C12D-492E-931C-EF42A6BBD69D}"/>
                </a:ext>
              </a:extLst>
            </p:cNvPr>
            <p:cNvSpPr/>
            <p:nvPr/>
          </p:nvSpPr>
          <p:spPr>
            <a:xfrm rot="10800000">
              <a:off x="237978" y="34481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764E72A4-595F-4958-89E3-367AEC743908}"/>
                </a:ext>
              </a:extLst>
            </p:cNvPr>
            <p:cNvSpPr/>
            <p:nvPr/>
          </p:nvSpPr>
          <p:spPr>
            <a:xfrm rot="10800000">
              <a:off x="237978" y="30002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8F9CBC84-B173-4DBE-9C56-BDAEE4CFA83D}"/>
                </a:ext>
              </a:extLst>
            </p:cNvPr>
            <p:cNvSpPr/>
            <p:nvPr/>
          </p:nvSpPr>
          <p:spPr>
            <a:xfrm rot="10800000">
              <a:off x="282971" y="61288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F331FAE7-EA5F-4C23-AB93-361E1133A770}"/>
                </a:ext>
              </a:extLst>
            </p:cNvPr>
            <p:cNvSpPr/>
            <p:nvPr/>
          </p:nvSpPr>
          <p:spPr>
            <a:xfrm rot="10800000">
              <a:off x="282971" y="56830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68CCAB8D-2EC4-40E3-8031-4BB8AC5ADA16}"/>
                </a:ext>
              </a:extLst>
            </p:cNvPr>
            <p:cNvSpPr/>
            <p:nvPr/>
          </p:nvSpPr>
          <p:spPr>
            <a:xfrm rot="10800000">
              <a:off x="282971" y="52373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77893976-E15C-458A-901A-5264F48A1D11}"/>
                </a:ext>
              </a:extLst>
            </p:cNvPr>
            <p:cNvSpPr/>
            <p:nvPr/>
          </p:nvSpPr>
          <p:spPr>
            <a:xfrm rot="10800000">
              <a:off x="282971" y="47895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AB0858FE-4D81-48D1-B025-2303F0B72D64}"/>
                </a:ext>
              </a:extLst>
            </p:cNvPr>
            <p:cNvSpPr/>
            <p:nvPr/>
          </p:nvSpPr>
          <p:spPr>
            <a:xfrm rot="10800000">
              <a:off x="282971" y="43437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E46EC9CC-2F0B-49B6-97C4-8BDC5818C02F}"/>
                </a:ext>
              </a:extLst>
            </p:cNvPr>
            <p:cNvSpPr/>
            <p:nvPr/>
          </p:nvSpPr>
          <p:spPr>
            <a:xfrm rot="10800000">
              <a:off x="282971" y="38980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85640EA8-03FB-4309-B0F2-52496122AFE0}"/>
                </a:ext>
              </a:extLst>
            </p:cNvPr>
            <p:cNvSpPr/>
            <p:nvPr/>
          </p:nvSpPr>
          <p:spPr>
            <a:xfrm rot="10800000">
              <a:off x="282971" y="345231"/>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16B9A706-7B5B-424C-80F3-BBC91E2D5B06}"/>
                </a:ext>
              </a:extLst>
            </p:cNvPr>
            <p:cNvSpPr/>
            <p:nvPr/>
          </p:nvSpPr>
          <p:spPr>
            <a:xfrm rot="10800000">
              <a:off x="282971" y="300448"/>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4AC74D3C-839E-4FA3-ADF0-386DD04B4DA4}"/>
                </a:ext>
              </a:extLst>
            </p:cNvPr>
            <p:cNvSpPr/>
            <p:nvPr/>
          </p:nvSpPr>
          <p:spPr>
            <a:xfrm rot="10800000">
              <a:off x="326073" y="61119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C9A85423-4C04-4C2D-9790-D1FB786A3D55}"/>
                </a:ext>
              </a:extLst>
            </p:cNvPr>
            <p:cNvSpPr/>
            <p:nvPr/>
          </p:nvSpPr>
          <p:spPr>
            <a:xfrm rot="10800000">
              <a:off x="326073" y="56662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64BF243B-39D2-4590-9962-610C297FFE4B}"/>
                </a:ext>
              </a:extLst>
            </p:cNvPr>
            <p:cNvSpPr/>
            <p:nvPr/>
          </p:nvSpPr>
          <p:spPr>
            <a:xfrm rot="10800000">
              <a:off x="326073" y="52205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22A014E0-C9A9-4049-AE3D-45477AC34F02}"/>
                </a:ext>
              </a:extLst>
            </p:cNvPr>
            <p:cNvSpPr/>
            <p:nvPr/>
          </p:nvSpPr>
          <p:spPr>
            <a:xfrm rot="10800000">
              <a:off x="326073" y="47726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DC72ACAF-17DF-4F45-B996-F130ACB04DC7}"/>
                </a:ext>
              </a:extLst>
            </p:cNvPr>
            <p:cNvSpPr/>
            <p:nvPr/>
          </p:nvSpPr>
          <p:spPr>
            <a:xfrm rot="10800000">
              <a:off x="326073" y="43269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7394EEF3-2ED9-4A45-A43E-5502C23F562C}"/>
                </a:ext>
              </a:extLst>
            </p:cNvPr>
            <p:cNvSpPr/>
            <p:nvPr/>
          </p:nvSpPr>
          <p:spPr>
            <a:xfrm rot="10800000">
              <a:off x="326073" y="38812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7199853A-1727-43DE-AF28-E5E97F9AE64E}"/>
                </a:ext>
              </a:extLst>
            </p:cNvPr>
            <p:cNvSpPr/>
            <p:nvPr/>
          </p:nvSpPr>
          <p:spPr>
            <a:xfrm rot="10800000">
              <a:off x="326073" y="343549"/>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9E6F8BFF-B447-4813-9110-07B450CC8E3F}"/>
                </a:ext>
              </a:extLst>
            </p:cNvPr>
            <p:cNvSpPr/>
            <p:nvPr/>
          </p:nvSpPr>
          <p:spPr>
            <a:xfrm rot="10800000">
              <a:off x="326073" y="298766"/>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57DFAE82-9025-4ACD-B192-AA74E7CFA6A2}"/>
                </a:ext>
              </a:extLst>
            </p:cNvPr>
            <p:cNvSpPr/>
            <p:nvPr/>
          </p:nvSpPr>
          <p:spPr>
            <a:xfrm rot="10800000">
              <a:off x="370856" y="655981"/>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88B62711-8DB8-4298-8717-F921CA300435}"/>
                </a:ext>
              </a:extLst>
            </p:cNvPr>
            <p:cNvSpPr/>
            <p:nvPr/>
          </p:nvSpPr>
          <p:spPr>
            <a:xfrm rot="10800000">
              <a:off x="370856" y="611408"/>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B0E72457-164E-41D3-BCF5-EED1EF5D392A}"/>
                </a:ext>
              </a:extLst>
            </p:cNvPr>
            <p:cNvSpPr/>
            <p:nvPr/>
          </p:nvSpPr>
          <p:spPr>
            <a:xfrm rot="10800000">
              <a:off x="370856" y="56683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5009C5E1-CE63-4E95-BD4B-56B56AA7B676}"/>
                </a:ext>
              </a:extLst>
            </p:cNvPr>
            <p:cNvSpPr/>
            <p:nvPr/>
          </p:nvSpPr>
          <p:spPr>
            <a:xfrm rot="10800000">
              <a:off x="370856" y="52226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0B7880F6-8588-40CB-B68D-DBA22387F1FB}"/>
                </a:ext>
              </a:extLst>
            </p:cNvPr>
            <p:cNvSpPr/>
            <p:nvPr/>
          </p:nvSpPr>
          <p:spPr>
            <a:xfrm rot="10800000">
              <a:off x="370856" y="47747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2661EBAE-6F40-4D2F-8D86-1286DF6730EC}"/>
                </a:ext>
              </a:extLst>
            </p:cNvPr>
            <p:cNvSpPr/>
            <p:nvPr/>
          </p:nvSpPr>
          <p:spPr>
            <a:xfrm rot="10800000">
              <a:off x="370856" y="43290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34C7D88C-414E-4194-A74C-E6F9D3C452C3}"/>
                </a:ext>
              </a:extLst>
            </p:cNvPr>
            <p:cNvSpPr/>
            <p:nvPr/>
          </p:nvSpPr>
          <p:spPr>
            <a:xfrm rot="10800000">
              <a:off x="370856" y="38833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FC0943D0-172D-43C2-B3B7-5321533603A7}"/>
                </a:ext>
              </a:extLst>
            </p:cNvPr>
            <p:cNvSpPr/>
            <p:nvPr/>
          </p:nvSpPr>
          <p:spPr>
            <a:xfrm rot="10800000">
              <a:off x="370856" y="34375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2FAB2434-4F05-4239-8006-EF79B16F186F}"/>
                </a:ext>
              </a:extLst>
            </p:cNvPr>
            <p:cNvSpPr/>
            <p:nvPr/>
          </p:nvSpPr>
          <p:spPr>
            <a:xfrm rot="10800000">
              <a:off x="370856" y="298976"/>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B4F35C5A-CB40-4006-837C-191771AF1237}"/>
                </a:ext>
              </a:extLst>
            </p:cNvPr>
            <p:cNvSpPr/>
            <p:nvPr/>
          </p:nvSpPr>
          <p:spPr>
            <a:xfrm rot="10800000">
              <a:off x="415849" y="65640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28F7F6B7-F290-45E6-A30F-5001704300DB}"/>
                </a:ext>
              </a:extLst>
            </p:cNvPr>
            <p:cNvSpPr/>
            <p:nvPr/>
          </p:nvSpPr>
          <p:spPr>
            <a:xfrm rot="10800000">
              <a:off x="415849" y="611828"/>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6682CAA7-AADB-4A44-AF6D-161123C6D4DF}"/>
                </a:ext>
              </a:extLst>
            </p:cNvPr>
            <p:cNvSpPr/>
            <p:nvPr/>
          </p:nvSpPr>
          <p:spPr>
            <a:xfrm rot="10800000">
              <a:off x="415849" y="567255"/>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40780419-4795-43E1-8F71-5DC475A68FFC}"/>
                </a:ext>
              </a:extLst>
            </p:cNvPr>
            <p:cNvSpPr/>
            <p:nvPr/>
          </p:nvSpPr>
          <p:spPr>
            <a:xfrm rot="10800000">
              <a:off x="415849" y="52268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3026FDE9-24C0-4D01-AC70-D9C7990B52FA}"/>
                </a:ext>
              </a:extLst>
            </p:cNvPr>
            <p:cNvSpPr/>
            <p:nvPr/>
          </p:nvSpPr>
          <p:spPr>
            <a:xfrm rot="10800000">
              <a:off x="415849" y="477899"/>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51869608-8F86-4834-A0C7-F5F341B7DDF8}"/>
                </a:ext>
              </a:extLst>
            </p:cNvPr>
            <p:cNvSpPr/>
            <p:nvPr/>
          </p:nvSpPr>
          <p:spPr>
            <a:xfrm rot="10800000">
              <a:off x="415849" y="43332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EBD0CC25-43D1-4E26-A507-8729E23D889C}"/>
                </a:ext>
              </a:extLst>
            </p:cNvPr>
            <p:cNvSpPr/>
            <p:nvPr/>
          </p:nvSpPr>
          <p:spPr>
            <a:xfrm rot="10800000">
              <a:off x="415849" y="388753"/>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F06240B5-1CA5-4F92-9377-88F99C2B07EA}"/>
                </a:ext>
              </a:extLst>
            </p:cNvPr>
            <p:cNvSpPr/>
            <p:nvPr/>
          </p:nvSpPr>
          <p:spPr>
            <a:xfrm rot="10800000">
              <a:off x="415849" y="344180"/>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52A37448-0D98-4DCA-8798-FC0FA2855358}"/>
                </a:ext>
              </a:extLst>
            </p:cNvPr>
            <p:cNvSpPr/>
            <p:nvPr/>
          </p:nvSpPr>
          <p:spPr>
            <a:xfrm rot="10800000">
              <a:off x="415849" y="29939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AA113864-FD2A-4083-8214-3BEB1AED8E80}"/>
                </a:ext>
              </a:extLst>
            </p:cNvPr>
            <p:cNvSpPr/>
            <p:nvPr/>
          </p:nvSpPr>
          <p:spPr>
            <a:xfrm rot="10800000">
              <a:off x="458951" y="654930"/>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7D762DAA-5599-48BB-BBAD-0A24BA9A709D}"/>
                </a:ext>
              </a:extLst>
            </p:cNvPr>
            <p:cNvSpPr/>
            <p:nvPr/>
          </p:nvSpPr>
          <p:spPr>
            <a:xfrm rot="10800000">
              <a:off x="458951" y="61035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7A7D2CC0-9037-4BAD-AD15-0A815A1C702A}"/>
                </a:ext>
              </a:extLst>
            </p:cNvPr>
            <p:cNvSpPr/>
            <p:nvPr/>
          </p:nvSpPr>
          <p:spPr>
            <a:xfrm rot="10800000">
              <a:off x="458951" y="56578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BEDC435B-4B6F-4D0A-99BA-5A958B651AA1}"/>
                </a:ext>
              </a:extLst>
            </p:cNvPr>
            <p:cNvSpPr/>
            <p:nvPr/>
          </p:nvSpPr>
          <p:spPr>
            <a:xfrm rot="10800000">
              <a:off x="458951" y="52121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9C29AB78-37D6-405A-A835-DF3C157C0F6B}"/>
                </a:ext>
              </a:extLst>
            </p:cNvPr>
            <p:cNvSpPr/>
            <p:nvPr/>
          </p:nvSpPr>
          <p:spPr>
            <a:xfrm rot="10800000">
              <a:off x="458951" y="47642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CAAE70FC-A3C8-46A2-9ED9-5065C00563EA}"/>
                </a:ext>
              </a:extLst>
            </p:cNvPr>
            <p:cNvSpPr/>
            <p:nvPr/>
          </p:nvSpPr>
          <p:spPr>
            <a:xfrm rot="10800000">
              <a:off x="458951" y="43185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58062B0A-9A6B-4C90-85BF-98CE3C7A63F5}"/>
                </a:ext>
              </a:extLst>
            </p:cNvPr>
            <p:cNvSpPr/>
            <p:nvPr/>
          </p:nvSpPr>
          <p:spPr>
            <a:xfrm rot="10800000">
              <a:off x="458951" y="38728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34BFAF98-ED50-4D1B-9813-F5544556A53F}"/>
                </a:ext>
              </a:extLst>
            </p:cNvPr>
            <p:cNvSpPr/>
            <p:nvPr/>
          </p:nvSpPr>
          <p:spPr>
            <a:xfrm rot="10800000">
              <a:off x="458951" y="342708"/>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057E8C0A-BDCA-4491-AC42-11D1642E5651}"/>
                </a:ext>
              </a:extLst>
            </p:cNvPr>
            <p:cNvSpPr/>
            <p:nvPr/>
          </p:nvSpPr>
          <p:spPr>
            <a:xfrm rot="10800000">
              <a:off x="458951" y="297925"/>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0D9EB3C8-C61F-4DF0-B230-75E02E49BF46}"/>
                </a:ext>
              </a:extLst>
            </p:cNvPr>
            <p:cNvSpPr/>
            <p:nvPr/>
          </p:nvSpPr>
          <p:spPr>
            <a:xfrm rot="10800000">
              <a:off x="503944" y="655140"/>
              <a:ext cx="16820" cy="1682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99B7EE20-F248-458D-A4A7-C14FFDFB511A}"/>
                </a:ext>
              </a:extLst>
            </p:cNvPr>
            <p:cNvSpPr/>
            <p:nvPr/>
          </p:nvSpPr>
          <p:spPr>
            <a:xfrm rot="10800000">
              <a:off x="503734" y="610567"/>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5E0B0892-4514-4AA7-83AF-1687CC66F8D2}"/>
                </a:ext>
              </a:extLst>
            </p:cNvPr>
            <p:cNvSpPr/>
            <p:nvPr/>
          </p:nvSpPr>
          <p:spPr>
            <a:xfrm rot="10800000">
              <a:off x="503734" y="56599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3703CC32-D0F9-40BF-8172-5E506A6DB0B2}"/>
                </a:ext>
              </a:extLst>
            </p:cNvPr>
            <p:cNvSpPr/>
            <p:nvPr/>
          </p:nvSpPr>
          <p:spPr>
            <a:xfrm rot="10800000">
              <a:off x="503734" y="52142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22345559-5915-48E9-8E6B-5C36DE783C98}"/>
                </a:ext>
              </a:extLst>
            </p:cNvPr>
            <p:cNvSpPr/>
            <p:nvPr/>
          </p:nvSpPr>
          <p:spPr>
            <a:xfrm rot="10800000">
              <a:off x="503734" y="47663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9B645066-7144-40FE-84AA-6C9C89BEE1F9}"/>
                </a:ext>
              </a:extLst>
            </p:cNvPr>
            <p:cNvSpPr/>
            <p:nvPr/>
          </p:nvSpPr>
          <p:spPr>
            <a:xfrm rot="10800000">
              <a:off x="503734" y="43206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63C3151E-A96B-456D-857C-EB692B7FB867}"/>
                </a:ext>
              </a:extLst>
            </p:cNvPr>
            <p:cNvSpPr/>
            <p:nvPr/>
          </p:nvSpPr>
          <p:spPr>
            <a:xfrm rot="10800000">
              <a:off x="503734" y="38749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79C02554-4E4D-437F-B258-DE30DB5E25C9}"/>
                </a:ext>
              </a:extLst>
            </p:cNvPr>
            <p:cNvSpPr/>
            <p:nvPr/>
          </p:nvSpPr>
          <p:spPr>
            <a:xfrm rot="10800000">
              <a:off x="503734" y="34291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F9DBDC7C-B1F6-49A9-A641-C6953ADAB5A2}"/>
                </a:ext>
              </a:extLst>
            </p:cNvPr>
            <p:cNvSpPr/>
            <p:nvPr/>
          </p:nvSpPr>
          <p:spPr>
            <a:xfrm rot="10800000">
              <a:off x="503734" y="298135"/>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5319CEA1-A57B-4ADA-A5CF-FB51390532F4}"/>
                </a:ext>
              </a:extLst>
            </p:cNvPr>
            <p:cNvSpPr/>
            <p:nvPr/>
          </p:nvSpPr>
          <p:spPr>
            <a:xfrm rot="10800000">
              <a:off x="548728" y="655350"/>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47994671-CA33-4717-A8FD-65E4B287EDE2}"/>
                </a:ext>
              </a:extLst>
            </p:cNvPr>
            <p:cNvSpPr/>
            <p:nvPr/>
          </p:nvSpPr>
          <p:spPr>
            <a:xfrm rot="10800000">
              <a:off x="548728" y="610777"/>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C690EF06-BDC2-40AD-8D67-1476E3F291C1}"/>
                </a:ext>
              </a:extLst>
            </p:cNvPr>
            <p:cNvSpPr/>
            <p:nvPr/>
          </p:nvSpPr>
          <p:spPr>
            <a:xfrm rot="10800000">
              <a:off x="548728" y="566414"/>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9E191DA8-2789-466B-B7DE-D8E661F4C559}"/>
                </a:ext>
              </a:extLst>
            </p:cNvPr>
            <p:cNvSpPr/>
            <p:nvPr/>
          </p:nvSpPr>
          <p:spPr>
            <a:xfrm rot="10800000">
              <a:off x="548728" y="521841"/>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1063906B-91CB-4897-B6CA-890FC18CEE20}"/>
                </a:ext>
              </a:extLst>
            </p:cNvPr>
            <p:cNvSpPr/>
            <p:nvPr/>
          </p:nvSpPr>
          <p:spPr>
            <a:xfrm rot="10800000">
              <a:off x="548728" y="477058"/>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BD5E7320-2CF9-4F8A-9614-70325B5CDAED}"/>
                </a:ext>
              </a:extLst>
            </p:cNvPr>
            <p:cNvSpPr/>
            <p:nvPr/>
          </p:nvSpPr>
          <p:spPr>
            <a:xfrm rot="10800000">
              <a:off x="548728" y="43227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B7EE3B4F-6080-4FC7-9F16-156ECA71029A}"/>
                </a:ext>
              </a:extLst>
            </p:cNvPr>
            <p:cNvSpPr/>
            <p:nvPr/>
          </p:nvSpPr>
          <p:spPr>
            <a:xfrm rot="10800000">
              <a:off x="548728" y="387701"/>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9FDF6E52-5360-403C-935D-11881447B04A}"/>
                </a:ext>
              </a:extLst>
            </p:cNvPr>
            <p:cNvSpPr/>
            <p:nvPr/>
          </p:nvSpPr>
          <p:spPr>
            <a:xfrm rot="10800000">
              <a:off x="548728" y="343339"/>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E2BEA45D-F495-4686-92A9-6F1F3E58C995}"/>
                </a:ext>
              </a:extLst>
            </p:cNvPr>
            <p:cNvSpPr/>
            <p:nvPr/>
          </p:nvSpPr>
          <p:spPr>
            <a:xfrm rot="10800000">
              <a:off x="548728" y="29834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D9A909F9-8468-4924-B7E0-5CD10990902C}"/>
                </a:ext>
              </a:extLst>
            </p:cNvPr>
            <p:cNvSpPr/>
            <p:nvPr/>
          </p:nvSpPr>
          <p:spPr>
            <a:xfrm rot="10800000">
              <a:off x="591619" y="69845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79019D7F-3BB7-47BB-AC4C-B2CD65179EC5}"/>
                </a:ext>
              </a:extLst>
            </p:cNvPr>
            <p:cNvSpPr/>
            <p:nvPr/>
          </p:nvSpPr>
          <p:spPr>
            <a:xfrm rot="10800000">
              <a:off x="591619" y="653668"/>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D0097551-DA38-4447-B121-56A2DD652F7C}"/>
                </a:ext>
              </a:extLst>
            </p:cNvPr>
            <p:cNvSpPr/>
            <p:nvPr/>
          </p:nvSpPr>
          <p:spPr>
            <a:xfrm rot="10800000">
              <a:off x="591619" y="609095"/>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AB45482B-6289-4995-8127-E5A71B33FE77}"/>
                </a:ext>
              </a:extLst>
            </p:cNvPr>
            <p:cNvSpPr/>
            <p:nvPr/>
          </p:nvSpPr>
          <p:spPr>
            <a:xfrm rot="10800000">
              <a:off x="591619" y="56452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ADD223A7-A480-40CB-B981-461823B66523}"/>
                </a:ext>
              </a:extLst>
            </p:cNvPr>
            <p:cNvSpPr/>
            <p:nvPr/>
          </p:nvSpPr>
          <p:spPr>
            <a:xfrm rot="10800000">
              <a:off x="591619" y="51994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504F6556-0218-4971-A025-9B5A6AA6B4F6}"/>
                </a:ext>
              </a:extLst>
            </p:cNvPr>
            <p:cNvSpPr/>
            <p:nvPr/>
          </p:nvSpPr>
          <p:spPr>
            <a:xfrm rot="10800000">
              <a:off x="591619" y="47516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E33EB4AB-5B19-4D82-8A4D-E55CBBD7C6BD}"/>
                </a:ext>
              </a:extLst>
            </p:cNvPr>
            <p:cNvSpPr/>
            <p:nvPr/>
          </p:nvSpPr>
          <p:spPr>
            <a:xfrm rot="10800000">
              <a:off x="591619" y="43059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0E7C08D1-1435-4F7F-884C-365B6AA27566}"/>
                </a:ext>
              </a:extLst>
            </p:cNvPr>
            <p:cNvSpPr/>
            <p:nvPr/>
          </p:nvSpPr>
          <p:spPr>
            <a:xfrm rot="10800000">
              <a:off x="591619" y="38601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E0F43A6E-FCAD-4E4A-A376-C176BF31AA7F}"/>
                </a:ext>
              </a:extLst>
            </p:cNvPr>
            <p:cNvSpPr/>
            <p:nvPr/>
          </p:nvSpPr>
          <p:spPr>
            <a:xfrm rot="10800000">
              <a:off x="591619" y="34144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1EB3FD92-BB8C-4D59-834D-9215ADE529AB}"/>
                </a:ext>
              </a:extLst>
            </p:cNvPr>
            <p:cNvSpPr/>
            <p:nvPr/>
          </p:nvSpPr>
          <p:spPr>
            <a:xfrm rot="10800000">
              <a:off x="591619" y="29666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FE9CDE42-5839-435F-86B7-2359C7333FF7}"/>
                </a:ext>
              </a:extLst>
            </p:cNvPr>
            <p:cNvSpPr/>
            <p:nvPr/>
          </p:nvSpPr>
          <p:spPr>
            <a:xfrm rot="10800000">
              <a:off x="636612" y="698872"/>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0FCE0A0E-42F2-4BC5-9C15-12C505C05FA1}"/>
                </a:ext>
              </a:extLst>
            </p:cNvPr>
            <p:cNvSpPr/>
            <p:nvPr/>
          </p:nvSpPr>
          <p:spPr>
            <a:xfrm rot="10800000">
              <a:off x="636612" y="654089"/>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EE5DC13B-D352-4AB9-916E-B8A9DCAF7138}"/>
                </a:ext>
              </a:extLst>
            </p:cNvPr>
            <p:cNvSpPr/>
            <p:nvPr/>
          </p:nvSpPr>
          <p:spPr>
            <a:xfrm rot="10800000">
              <a:off x="636612" y="60951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C11881D5-73CC-4D1C-AA45-13BE77A0284E}"/>
                </a:ext>
              </a:extLst>
            </p:cNvPr>
            <p:cNvSpPr/>
            <p:nvPr/>
          </p:nvSpPr>
          <p:spPr>
            <a:xfrm rot="10800000">
              <a:off x="636612" y="56494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504456E5-9C39-4A42-A56F-FFB986CD0320}"/>
                </a:ext>
              </a:extLst>
            </p:cNvPr>
            <p:cNvSpPr/>
            <p:nvPr/>
          </p:nvSpPr>
          <p:spPr>
            <a:xfrm rot="10800000">
              <a:off x="636612" y="52037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F18592D5-CDEC-4D9A-B7F6-84F297C903BE}"/>
                </a:ext>
              </a:extLst>
            </p:cNvPr>
            <p:cNvSpPr/>
            <p:nvPr/>
          </p:nvSpPr>
          <p:spPr>
            <a:xfrm rot="10800000">
              <a:off x="636612" y="47558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831CBD3A-DF4F-461C-8C3F-53B1FEC99D96}"/>
                </a:ext>
              </a:extLst>
            </p:cNvPr>
            <p:cNvSpPr/>
            <p:nvPr/>
          </p:nvSpPr>
          <p:spPr>
            <a:xfrm rot="10800000">
              <a:off x="636612" y="43101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1E3013DA-7D49-425A-ADD9-4870DF5A9862}"/>
                </a:ext>
              </a:extLst>
            </p:cNvPr>
            <p:cNvSpPr/>
            <p:nvPr/>
          </p:nvSpPr>
          <p:spPr>
            <a:xfrm rot="10800000">
              <a:off x="636612" y="38644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9E4753AF-B8BA-4105-8C56-A69E096349B0}"/>
                </a:ext>
              </a:extLst>
            </p:cNvPr>
            <p:cNvSpPr/>
            <p:nvPr/>
          </p:nvSpPr>
          <p:spPr>
            <a:xfrm rot="10800000">
              <a:off x="636612" y="341867"/>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88567400-4237-498B-A55A-FF6D7B0FDE9B}"/>
                </a:ext>
              </a:extLst>
            </p:cNvPr>
            <p:cNvSpPr/>
            <p:nvPr/>
          </p:nvSpPr>
          <p:spPr>
            <a:xfrm rot="10800000">
              <a:off x="636612" y="297084"/>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D6926B67-9EE0-4F95-AF96-3D7197CEC56C}"/>
                </a:ext>
              </a:extLst>
            </p:cNvPr>
            <p:cNvSpPr/>
            <p:nvPr/>
          </p:nvSpPr>
          <p:spPr>
            <a:xfrm rot="10800000">
              <a:off x="681606" y="654509"/>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D6C09654-FE62-4EB6-BF59-560E33E5C376}"/>
                </a:ext>
              </a:extLst>
            </p:cNvPr>
            <p:cNvSpPr/>
            <p:nvPr/>
          </p:nvSpPr>
          <p:spPr>
            <a:xfrm rot="10800000">
              <a:off x="681606" y="609936"/>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B0D856E5-A1F1-43C4-B576-0F834AA38797}"/>
                </a:ext>
              </a:extLst>
            </p:cNvPr>
            <p:cNvSpPr/>
            <p:nvPr/>
          </p:nvSpPr>
          <p:spPr>
            <a:xfrm rot="10800000">
              <a:off x="681606" y="565363"/>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A11853A8-1F89-482D-A286-0936D076DE2C}"/>
                </a:ext>
              </a:extLst>
            </p:cNvPr>
            <p:cNvSpPr/>
            <p:nvPr/>
          </p:nvSpPr>
          <p:spPr>
            <a:xfrm rot="10800000">
              <a:off x="681606" y="52079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6" name="Freeform: Shape 495">
              <a:extLst>
                <a:ext uri="{FF2B5EF4-FFF2-40B4-BE49-F238E27FC236}">
                  <a16:creationId xmlns:a16="http://schemas.microsoft.com/office/drawing/2014/main" id="{5EDA9B7E-2650-4763-91E3-402B4248F189}"/>
                </a:ext>
              </a:extLst>
            </p:cNvPr>
            <p:cNvSpPr/>
            <p:nvPr/>
          </p:nvSpPr>
          <p:spPr>
            <a:xfrm rot="10800000">
              <a:off x="681606" y="47600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19B303E2-F49C-47CF-B34F-C28BAD0780DE}"/>
                </a:ext>
              </a:extLst>
            </p:cNvPr>
            <p:cNvSpPr/>
            <p:nvPr/>
          </p:nvSpPr>
          <p:spPr>
            <a:xfrm rot="10800000">
              <a:off x="681606" y="43143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5C4FC927-77DA-439D-AA5F-E3B03F7501C5}"/>
                </a:ext>
              </a:extLst>
            </p:cNvPr>
            <p:cNvSpPr/>
            <p:nvPr/>
          </p:nvSpPr>
          <p:spPr>
            <a:xfrm rot="10800000">
              <a:off x="681606" y="38686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4773BC1C-5069-47CF-A033-A12F13C05CFE}"/>
                </a:ext>
              </a:extLst>
            </p:cNvPr>
            <p:cNvSpPr/>
            <p:nvPr/>
          </p:nvSpPr>
          <p:spPr>
            <a:xfrm rot="10800000">
              <a:off x="681606" y="34228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8F1F1D74-848D-42DF-B73C-28007A2498AB}"/>
                </a:ext>
              </a:extLst>
            </p:cNvPr>
            <p:cNvSpPr/>
            <p:nvPr/>
          </p:nvSpPr>
          <p:spPr>
            <a:xfrm rot="10800000">
              <a:off x="681606" y="29750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72017037-2229-41C9-89CE-1B80E0621A2E}"/>
                </a:ext>
              </a:extLst>
            </p:cNvPr>
            <p:cNvSpPr/>
            <p:nvPr/>
          </p:nvSpPr>
          <p:spPr>
            <a:xfrm rot="10800000">
              <a:off x="724707" y="69761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D7493598-2783-4192-A354-3E1D44C5873D}"/>
                </a:ext>
              </a:extLst>
            </p:cNvPr>
            <p:cNvSpPr/>
            <p:nvPr/>
          </p:nvSpPr>
          <p:spPr>
            <a:xfrm rot="10800000">
              <a:off x="724707" y="652827"/>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3" name="Freeform: Shape 502">
              <a:extLst>
                <a:ext uri="{FF2B5EF4-FFF2-40B4-BE49-F238E27FC236}">
                  <a16:creationId xmlns:a16="http://schemas.microsoft.com/office/drawing/2014/main" id="{331EB16F-ED88-4D00-BF1D-E7E428FD5A79}"/>
                </a:ext>
              </a:extLst>
            </p:cNvPr>
            <p:cNvSpPr/>
            <p:nvPr/>
          </p:nvSpPr>
          <p:spPr>
            <a:xfrm rot="10800000">
              <a:off x="724707" y="608254"/>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4" name="Freeform: Shape 503">
              <a:extLst>
                <a:ext uri="{FF2B5EF4-FFF2-40B4-BE49-F238E27FC236}">
                  <a16:creationId xmlns:a16="http://schemas.microsoft.com/office/drawing/2014/main" id="{A77A5191-D9A5-44BE-98EC-F1110E39074B}"/>
                </a:ext>
              </a:extLst>
            </p:cNvPr>
            <p:cNvSpPr/>
            <p:nvPr/>
          </p:nvSpPr>
          <p:spPr>
            <a:xfrm rot="10800000">
              <a:off x="724707" y="56368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0964BFE7-AC2E-4D1F-B1B5-39367B28CCCA}"/>
                </a:ext>
              </a:extLst>
            </p:cNvPr>
            <p:cNvSpPr/>
            <p:nvPr/>
          </p:nvSpPr>
          <p:spPr>
            <a:xfrm rot="10800000">
              <a:off x="724707" y="51910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6" name="Freeform: Shape 505">
              <a:extLst>
                <a:ext uri="{FF2B5EF4-FFF2-40B4-BE49-F238E27FC236}">
                  <a16:creationId xmlns:a16="http://schemas.microsoft.com/office/drawing/2014/main" id="{6CCA3361-A23C-463D-A7D1-867500BCE185}"/>
                </a:ext>
              </a:extLst>
            </p:cNvPr>
            <p:cNvSpPr/>
            <p:nvPr/>
          </p:nvSpPr>
          <p:spPr>
            <a:xfrm rot="10800000">
              <a:off x="724707" y="47432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552D154F-9B85-4884-85DF-21971C019C9A}"/>
                </a:ext>
              </a:extLst>
            </p:cNvPr>
            <p:cNvSpPr/>
            <p:nvPr/>
          </p:nvSpPr>
          <p:spPr>
            <a:xfrm rot="10800000">
              <a:off x="724707" y="42975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8" name="Freeform: Shape 507">
              <a:extLst>
                <a:ext uri="{FF2B5EF4-FFF2-40B4-BE49-F238E27FC236}">
                  <a16:creationId xmlns:a16="http://schemas.microsoft.com/office/drawing/2014/main" id="{400F3C99-DF64-4D2F-8A23-2A8AA9D1C005}"/>
                </a:ext>
              </a:extLst>
            </p:cNvPr>
            <p:cNvSpPr/>
            <p:nvPr/>
          </p:nvSpPr>
          <p:spPr>
            <a:xfrm rot="10800000">
              <a:off x="724707" y="38517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9" name="Freeform: Shape 508">
              <a:extLst>
                <a:ext uri="{FF2B5EF4-FFF2-40B4-BE49-F238E27FC236}">
                  <a16:creationId xmlns:a16="http://schemas.microsoft.com/office/drawing/2014/main" id="{7DB4F269-3FB6-4C50-BC91-EF17BC7BC4C1}"/>
                </a:ext>
              </a:extLst>
            </p:cNvPr>
            <p:cNvSpPr/>
            <p:nvPr/>
          </p:nvSpPr>
          <p:spPr>
            <a:xfrm rot="10800000">
              <a:off x="724707" y="34060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0" name="Freeform: Shape 509">
              <a:extLst>
                <a:ext uri="{FF2B5EF4-FFF2-40B4-BE49-F238E27FC236}">
                  <a16:creationId xmlns:a16="http://schemas.microsoft.com/office/drawing/2014/main" id="{583B529C-BCCB-4740-AACC-6C7896DE65EC}"/>
                </a:ext>
              </a:extLst>
            </p:cNvPr>
            <p:cNvSpPr/>
            <p:nvPr/>
          </p:nvSpPr>
          <p:spPr>
            <a:xfrm rot="10800000">
              <a:off x="724707" y="29582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1" name="Freeform: Shape 510">
              <a:extLst>
                <a:ext uri="{FF2B5EF4-FFF2-40B4-BE49-F238E27FC236}">
                  <a16:creationId xmlns:a16="http://schemas.microsoft.com/office/drawing/2014/main" id="{C9AC1BFC-6BDA-484C-8273-34B9D6EDAADD}"/>
                </a:ext>
              </a:extLst>
            </p:cNvPr>
            <p:cNvSpPr/>
            <p:nvPr/>
          </p:nvSpPr>
          <p:spPr>
            <a:xfrm rot="10800000">
              <a:off x="769491" y="69782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2" name="Freeform: Shape 511">
              <a:extLst>
                <a:ext uri="{FF2B5EF4-FFF2-40B4-BE49-F238E27FC236}">
                  <a16:creationId xmlns:a16="http://schemas.microsoft.com/office/drawing/2014/main" id="{62637967-AF5F-4ADF-A724-FC6D060498C4}"/>
                </a:ext>
              </a:extLst>
            </p:cNvPr>
            <p:cNvSpPr/>
            <p:nvPr/>
          </p:nvSpPr>
          <p:spPr>
            <a:xfrm rot="10800000">
              <a:off x="769491" y="65303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3" name="Freeform: Shape 512">
              <a:extLst>
                <a:ext uri="{FF2B5EF4-FFF2-40B4-BE49-F238E27FC236}">
                  <a16:creationId xmlns:a16="http://schemas.microsoft.com/office/drawing/2014/main" id="{588A13CD-4E04-4CE9-9F3A-6A2F7CC97326}"/>
                </a:ext>
              </a:extLst>
            </p:cNvPr>
            <p:cNvSpPr/>
            <p:nvPr/>
          </p:nvSpPr>
          <p:spPr>
            <a:xfrm rot="10800000">
              <a:off x="769491" y="608464"/>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4" name="Freeform: Shape 513">
              <a:extLst>
                <a:ext uri="{FF2B5EF4-FFF2-40B4-BE49-F238E27FC236}">
                  <a16:creationId xmlns:a16="http://schemas.microsoft.com/office/drawing/2014/main" id="{80CF2482-9876-4164-B901-8849BE11A5A6}"/>
                </a:ext>
              </a:extLst>
            </p:cNvPr>
            <p:cNvSpPr/>
            <p:nvPr/>
          </p:nvSpPr>
          <p:spPr>
            <a:xfrm rot="10800000">
              <a:off x="769491" y="56389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5" name="Freeform: Shape 514">
              <a:extLst>
                <a:ext uri="{FF2B5EF4-FFF2-40B4-BE49-F238E27FC236}">
                  <a16:creationId xmlns:a16="http://schemas.microsoft.com/office/drawing/2014/main" id="{7B33C851-9B8C-4789-8505-7B791BA52EB5}"/>
                </a:ext>
              </a:extLst>
            </p:cNvPr>
            <p:cNvSpPr/>
            <p:nvPr/>
          </p:nvSpPr>
          <p:spPr>
            <a:xfrm rot="10800000">
              <a:off x="769491" y="51931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6" name="Freeform: Shape 515">
              <a:extLst>
                <a:ext uri="{FF2B5EF4-FFF2-40B4-BE49-F238E27FC236}">
                  <a16:creationId xmlns:a16="http://schemas.microsoft.com/office/drawing/2014/main" id="{DDED6398-99C0-45AC-AB77-5E03A21033FC}"/>
                </a:ext>
              </a:extLst>
            </p:cNvPr>
            <p:cNvSpPr/>
            <p:nvPr/>
          </p:nvSpPr>
          <p:spPr>
            <a:xfrm rot="10800000">
              <a:off x="769491" y="474535"/>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7" name="Freeform: Shape 516">
              <a:extLst>
                <a:ext uri="{FF2B5EF4-FFF2-40B4-BE49-F238E27FC236}">
                  <a16:creationId xmlns:a16="http://schemas.microsoft.com/office/drawing/2014/main" id="{679E26F3-5283-4245-BE55-5FE78FBBCD8B}"/>
                </a:ext>
              </a:extLst>
            </p:cNvPr>
            <p:cNvSpPr/>
            <p:nvPr/>
          </p:nvSpPr>
          <p:spPr>
            <a:xfrm rot="10800000">
              <a:off x="769491" y="42996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8" name="Freeform: Shape 517">
              <a:extLst>
                <a:ext uri="{FF2B5EF4-FFF2-40B4-BE49-F238E27FC236}">
                  <a16:creationId xmlns:a16="http://schemas.microsoft.com/office/drawing/2014/main" id="{0B49A4DA-0523-4903-AEC0-EC6D25F844E2}"/>
                </a:ext>
              </a:extLst>
            </p:cNvPr>
            <p:cNvSpPr/>
            <p:nvPr/>
          </p:nvSpPr>
          <p:spPr>
            <a:xfrm rot="10800000">
              <a:off x="769491" y="385389"/>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9" name="Freeform: Shape 518">
              <a:extLst>
                <a:ext uri="{FF2B5EF4-FFF2-40B4-BE49-F238E27FC236}">
                  <a16:creationId xmlns:a16="http://schemas.microsoft.com/office/drawing/2014/main" id="{DBFDD313-DF5A-4F7A-B5AF-86BDCDC2996D}"/>
                </a:ext>
              </a:extLst>
            </p:cNvPr>
            <p:cNvSpPr/>
            <p:nvPr/>
          </p:nvSpPr>
          <p:spPr>
            <a:xfrm rot="10800000">
              <a:off x="769491" y="340816"/>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0" name="Freeform: Shape 519">
              <a:extLst>
                <a:ext uri="{FF2B5EF4-FFF2-40B4-BE49-F238E27FC236}">
                  <a16:creationId xmlns:a16="http://schemas.microsoft.com/office/drawing/2014/main" id="{55693256-D8B8-46CE-A638-DAE41295FE20}"/>
                </a:ext>
              </a:extLst>
            </p:cNvPr>
            <p:cNvSpPr/>
            <p:nvPr/>
          </p:nvSpPr>
          <p:spPr>
            <a:xfrm rot="10800000">
              <a:off x="769491" y="29603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1" name="Freeform: Shape 520">
              <a:extLst>
                <a:ext uri="{FF2B5EF4-FFF2-40B4-BE49-F238E27FC236}">
                  <a16:creationId xmlns:a16="http://schemas.microsoft.com/office/drawing/2014/main" id="{7DBA92FC-BCCC-4C46-A495-83E70E3F8D10}"/>
                </a:ext>
              </a:extLst>
            </p:cNvPr>
            <p:cNvSpPr/>
            <p:nvPr/>
          </p:nvSpPr>
          <p:spPr>
            <a:xfrm rot="10800000">
              <a:off x="814484" y="698241"/>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2" name="Freeform: Shape 521">
              <a:extLst>
                <a:ext uri="{FF2B5EF4-FFF2-40B4-BE49-F238E27FC236}">
                  <a16:creationId xmlns:a16="http://schemas.microsoft.com/office/drawing/2014/main" id="{C92B7C9C-F9A0-4600-9304-6AF98405B0EB}"/>
                </a:ext>
              </a:extLst>
            </p:cNvPr>
            <p:cNvSpPr/>
            <p:nvPr/>
          </p:nvSpPr>
          <p:spPr>
            <a:xfrm rot="10800000">
              <a:off x="814484" y="653458"/>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3" name="Freeform: Shape 522">
              <a:extLst>
                <a:ext uri="{FF2B5EF4-FFF2-40B4-BE49-F238E27FC236}">
                  <a16:creationId xmlns:a16="http://schemas.microsoft.com/office/drawing/2014/main" id="{5D9A5D94-86A9-4BEF-9238-7F8ED50FBA43}"/>
                </a:ext>
              </a:extLst>
            </p:cNvPr>
            <p:cNvSpPr/>
            <p:nvPr/>
          </p:nvSpPr>
          <p:spPr>
            <a:xfrm rot="10800000">
              <a:off x="814484" y="608885"/>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4" name="Freeform: Shape 523">
              <a:extLst>
                <a:ext uri="{FF2B5EF4-FFF2-40B4-BE49-F238E27FC236}">
                  <a16:creationId xmlns:a16="http://schemas.microsoft.com/office/drawing/2014/main" id="{E5F92C0F-C457-4C9D-ADB2-0DD21F91C9D2}"/>
                </a:ext>
              </a:extLst>
            </p:cNvPr>
            <p:cNvSpPr/>
            <p:nvPr/>
          </p:nvSpPr>
          <p:spPr>
            <a:xfrm rot="10800000">
              <a:off x="814484" y="56431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5" name="Freeform: Shape 524">
              <a:extLst>
                <a:ext uri="{FF2B5EF4-FFF2-40B4-BE49-F238E27FC236}">
                  <a16:creationId xmlns:a16="http://schemas.microsoft.com/office/drawing/2014/main" id="{F80D8937-0602-4C6A-8920-F9991F5995FD}"/>
                </a:ext>
              </a:extLst>
            </p:cNvPr>
            <p:cNvSpPr/>
            <p:nvPr/>
          </p:nvSpPr>
          <p:spPr>
            <a:xfrm rot="10800000">
              <a:off x="814484" y="51973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E23050BE-8817-4FD3-975E-35DB8366D610}"/>
                </a:ext>
              </a:extLst>
            </p:cNvPr>
            <p:cNvSpPr/>
            <p:nvPr/>
          </p:nvSpPr>
          <p:spPr>
            <a:xfrm rot="10800000">
              <a:off x="814484" y="47495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7" name="Freeform: Shape 526">
              <a:extLst>
                <a:ext uri="{FF2B5EF4-FFF2-40B4-BE49-F238E27FC236}">
                  <a16:creationId xmlns:a16="http://schemas.microsoft.com/office/drawing/2014/main" id="{EFB1C615-92F1-4831-91DE-66E2C436EB83}"/>
                </a:ext>
              </a:extLst>
            </p:cNvPr>
            <p:cNvSpPr/>
            <p:nvPr/>
          </p:nvSpPr>
          <p:spPr>
            <a:xfrm rot="10800000">
              <a:off x="814484" y="43038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8" name="Freeform: Shape 527">
              <a:extLst>
                <a:ext uri="{FF2B5EF4-FFF2-40B4-BE49-F238E27FC236}">
                  <a16:creationId xmlns:a16="http://schemas.microsoft.com/office/drawing/2014/main" id="{09ACA991-83FD-4B8A-91B8-3299F7CB040E}"/>
                </a:ext>
              </a:extLst>
            </p:cNvPr>
            <p:cNvSpPr/>
            <p:nvPr/>
          </p:nvSpPr>
          <p:spPr>
            <a:xfrm rot="10800000">
              <a:off x="814484" y="38580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9" name="Freeform: Shape 528">
              <a:extLst>
                <a:ext uri="{FF2B5EF4-FFF2-40B4-BE49-F238E27FC236}">
                  <a16:creationId xmlns:a16="http://schemas.microsoft.com/office/drawing/2014/main" id="{4D48A261-7E51-43FC-B24B-714F8C89E20C}"/>
                </a:ext>
              </a:extLst>
            </p:cNvPr>
            <p:cNvSpPr/>
            <p:nvPr/>
          </p:nvSpPr>
          <p:spPr>
            <a:xfrm rot="10800000">
              <a:off x="814484" y="34123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0" name="Freeform: Shape 529">
              <a:extLst>
                <a:ext uri="{FF2B5EF4-FFF2-40B4-BE49-F238E27FC236}">
                  <a16:creationId xmlns:a16="http://schemas.microsoft.com/office/drawing/2014/main" id="{33BD5F44-EB45-4A1F-8A13-DA633E7663DC}"/>
                </a:ext>
              </a:extLst>
            </p:cNvPr>
            <p:cNvSpPr/>
            <p:nvPr/>
          </p:nvSpPr>
          <p:spPr>
            <a:xfrm rot="10800000">
              <a:off x="814484" y="296453"/>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1" name="Freeform: Shape 530">
              <a:extLst>
                <a:ext uri="{FF2B5EF4-FFF2-40B4-BE49-F238E27FC236}">
                  <a16:creationId xmlns:a16="http://schemas.microsoft.com/office/drawing/2014/main" id="{9FCED85B-5A05-46A5-A392-7F8F92EBEDC7}"/>
                </a:ext>
              </a:extLst>
            </p:cNvPr>
            <p:cNvSpPr/>
            <p:nvPr/>
          </p:nvSpPr>
          <p:spPr>
            <a:xfrm rot="10800000">
              <a:off x="857375" y="696559"/>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2" name="Freeform: Shape 531">
              <a:extLst>
                <a:ext uri="{FF2B5EF4-FFF2-40B4-BE49-F238E27FC236}">
                  <a16:creationId xmlns:a16="http://schemas.microsoft.com/office/drawing/2014/main" id="{DB811A48-543F-409C-A9E3-E9CEDD9FD884}"/>
                </a:ext>
              </a:extLst>
            </p:cNvPr>
            <p:cNvSpPr/>
            <p:nvPr/>
          </p:nvSpPr>
          <p:spPr>
            <a:xfrm rot="10800000">
              <a:off x="857375" y="651776"/>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3" name="Freeform: Shape 532">
              <a:extLst>
                <a:ext uri="{FF2B5EF4-FFF2-40B4-BE49-F238E27FC236}">
                  <a16:creationId xmlns:a16="http://schemas.microsoft.com/office/drawing/2014/main" id="{38B7E6C7-F83D-438C-9BE5-EED160DCCE2C}"/>
                </a:ext>
              </a:extLst>
            </p:cNvPr>
            <p:cNvSpPr/>
            <p:nvPr/>
          </p:nvSpPr>
          <p:spPr>
            <a:xfrm rot="10800000">
              <a:off x="857375" y="607203"/>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4" name="Freeform: Shape 533">
              <a:extLst>
                <a:ext uri="{FF2B5EF4-FFF2-40B4-BE49-F238E27FC236}">
                  <a16:creationId xmlns:a16="http://schemas.microsoft.com/office/drawing/2014/main" id="{29F18B3F-9581-41E6-90E1-B4ABB70F4650}"/>
                </a:ext>
              </a:extLst>
            </p:cNvPr>
            <p:cNvSpPr/>
            <p:nvPr/>
          </p:nvSpPr>
          <p:spPr>
            <a:xfrm rot="10800000">
              <a:off x="857375" y="56263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5" name="Freeform: Shape 534">
              <a:extLst>
                <a:ext uri="{FF2B5EF4-FFF2-40B4-BE49-F238E27FC236}">
                  <a16:creationId xmlns:a16="http://schemas.microsoft.com/office/drawing/2014/main" id="{E9E06498-DF57-4EEE-8306-18B081B0AF1D}"/>
                </a:ext>
              </a:extLst>
            </p:cNvPr>
            <p:cNvSpPr/>
            <p:nvPr/>
          </p:nvSpPr>
          <p:spPr>
            <a:xfrm rot="10800000">
              <a:off x="857375" y="51805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1FEF7493-086F-4A35-B33C-2CA1898BA395}"/>
                </a:ext>
              </a:extLst>
            </p:cNvPr>
            <p:cNvSpPr/>
            <p:nvPr/>
          </p:nvSpPr>
          <p:spPr>
            <a:xfrm rot="10800000">
              <a:off x="857375" y="47327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7" name="Freeform: Shape 536">
              <a:extLst>
                <a:ext uri="{FF2B5EF4-FFF2-40B4-BE49-F238E27FC236}">
                  <a16:creationId xmlns:a16="http://schemas.microsoft.com/office/drawing/2014/main" id="{3948A57A-F998-421C-96A3-75ACCC17D828}"/>
                </a:ext>
              </a:extLst>
            </p:cNvPr>
            <p:cNvSpPr/>
            <p:nvPr/>
          </p:nvSpPr>
          <p:spPr>
            <a:xfrm rot="10800000">
              <a:off x="857375" y="42870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8" name="Freeform: Shape 537">
              <a:extLst>
                <a:ext uri="{FF2B5EF4-FFF2-40B4-BE49-F238E27FC236}">
                  <a16:creationId xmlns:a16="http://schemas.microsoft.com/office/drawing/2014/main" id="{49F96456-A233-4DAE-A465-4392F38F954F}"/>
                </a:ext>
              </a:extLst>
            </p:cNvPr>
            <p:cNvSpPr/>
            <p:nvPr/>
          </p:nvSpPr>
          <p:spPr>
            <a:xfrm rot="10800000">
              <a:off x="857375" y="38412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9" name="Freeform: Shape 538">
              <a:extLst>
                <a:ext uri="{FF2B5EF4-FFF2-40B4-BE49-F238E27FC236}">
                  <a16:creationId xmlns:a16="http://schemas.microsoft.com/office/drawing/2014/main" id="{75152051-DB1F-4A12-A002-545D1CFB5B0B}"/>
                </a:ext>
              </a:extLst>
            </p:cNvPr>
            <p:cNvSpPr/>
            <p:nvPr/>
          </p:nvSpPr>
          <p:spPr>
            <a:xfrm rot="10800000">
              <a:off x="857375" y="33955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40" name="Freeform: Shape 539">
              <a:extLst>
                <a:ext uri="{FF2B5EF4-FFF2-40B4-BE49-F238E27FC236}">
                  <a16:creationId xmlns:a16="http://schemas.microsoft.com/office/drawing/2014/main" id="{B6E7B580-3821-48EB-BA3E-7D398A06958C}"/>
                </a:ext>
              </a:extLst>
            </p:cNvPr>
            <p:cNvSpPr/>
            <p:nvPr/>
          </p:nvSpPr>
          <p:spPr>
            <a:xfrm rot="10800000">
              <a:off x="857375" y="294771"/>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grpSp>
      <p:grpSp>
        <p:nvGrpSpPr>
          <p:cNvPr id="541" name="Group 540">
            <a:extLst>
              <a:ext uri="{FF2B5EF4-FFF2-40B4-BE49-F238E27FC236}">
                <a16:creationId xmlns:a16="http://schemas.microsoft.com/office/drawing/2014/main" id="{8B7F28C5-EB50-42AC-AFB5-07C135F4C7A6}"/>
              </a:ext>
            </a:extLst>
          </p:cNvPr>
          <p:cNvGrpSpPr/>
          <p:nvPr userDrawn="1"/>
        </p:nvGrpSpPr>
        <p:grpSpPr>
          <a:xfrm>
            <a:off x="11659067" y="6316980"/>
            <a:ext cx="427800" cy="431129"/>
            <a:chOff x="11751285" y="6413402"/>
            <a:chExt cx="335940" cy="338554"/>
          </a:xfrm>
        </p:grpSpPr>
        <p:sp>
          <p:nvSpPr>
            <p:cNvPr id="542" name="Oval 541">
              <a:extLst>
                <a:ext uri="{FF2B5EF4-FFF2-40B4-BE49-F238E27FC236}">
                  <a16:creationId xmlns:a16="http://schemas.microsoft.com/office/drawing/2014/main" id="{3186DE6B-B76A-4B47-8151-8CF477C0B74E}"/>
                </a:ext>
              </a:extLst>
            </p:cNvPr>
            <p:cNvSpPr/>
            <p:nvPr/>
          </p:nvSpPr>
          <p:spPr>
            <a:xfrm>
              <a:off x="1175128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Oval 542">
              <a:extLst>
                <a:ext uri="{FF2B5EF4-FFF2-40B4-BE49-F238E27FC236}">
                  <a16:creationId xmlns:a16="http://schemas.microsoft.com/office/drawing/2014/main" id="{FDD1B2B5-669C-43A7-AC6F-BC805732D9D2}"/>
                </a:ext>
              </a:extLst>
            </p:cNvPr>
            <p:cNvSpPr/>
            <p:nvPr/>
          </p:nvSpPr>
          <p:spPr>
            <a:xfrm>
              <a:off x="1179707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DCB6038B-28AC-4F3D-ACA4-6116AAECC037}"/>
                </a:ext>
              </a:extLst>
            </p:cNvPr>
            <p:cNvSpPr/>
            <p:nvPr/>
          </p:nvSpPr>
          <p:spPr>
            <a:xfrm>
              <a:off x="1184287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Oval 544">
              <a:extLst>
                <a:ext uri="{FF2B5EF4-FFF2-40B4-BE49-F238E27FC236}">
                  <a16:creationId xmlns:a16="http://schemas.microsoft.com/office/drawing/2014/main" id="{A1F2C86E-C6F7-43DA-A131-A4B82C924606}"/>
                </a:ext>
              </a:extLst>
            </p:cNvPr>
            <p:cNvSpPr/>
            <p:nvPr/>
          </p:nvSpPr>
          <p:spPr>
            <a:xfrm>
              <a:off x="1188866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Oval 545">
              <a:extLst>
                <a:ext uri="{FF2B5EF4-FFF2-40B4-BE49-F238E27FC236}">
                  <a16:creationId xmlns:a16="http://schemas.microsoft.com/office/drawing/2014/main" id="{29EF4846-C1F7-4077-BC89-8399E462E488}"/>
                </a:ext>
              </a:extLst>
            </p:cNvPr>
            <p:cNvSpPr/>
            <p:nvPr/>
          </p:nvSpPr>
          <p:spPr>
            <a:xfrm>
              <a:off x="1193445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B243E9EE-BF98-4C00-A01B-78A2F05AF05A}"/>
                </a:ext>
              </a:extLst>
            </p:cNvPr>
            <p:cNvSpPr/>
            <p:nvPr/>
          </p:nvSpPr>
          <p:spPr>
            <a:xfrm>
              <a:off x="1198025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A3CFC04F-35EB-4B80-942E-6EDDB2B0DF25}"/>
                </a:ext>
              </a:extLst>
            </p:cNvPr>
            <p:cNvSpPr/>
            <p:nvPr/>
          </p:nvSpPr>
          <p:spPr>
            <a:xfrm>
              <a:off x="1202604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Oval 548">
              <a:extLst>
                <a:ext uri="{FF2B5EF4-FFF2-40B4-BE49-F238E27FC236}">
                  <a16:creationId xmlns:a16="http://schemas.microsoft.com/office/drawing/2014/main" id="{0F8696CA-4F53-482F-8EE0-F15214E2C6FB}"/>
                </a:ext>
              </a:extLst>
            </p:cNvPr>
            <p:cNvSpPr/>
            <p:nvPr/>
          </p:nvSpPr>
          <p:spPr>
            <a:xfrm>
              <a:off x="1207183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Oval 549">
              <a:extLst>
                <a:ext uri="{FF2B5EF4-FFF2-40B4-BE49-F238E27FC236}">
                  <a16:creationId xmlns:a16="http://schemas.microsoft.com/office/drawing/2014/main" id="{6CF40444-8D64-404A-B569-AD0C7EAC038F}"/>
                </a:ext>
              </a:extLst>
            </p:cNvPr>
            <p:cNvSpPr/>
            <p:nvPr/>
          </p:nvSpPr>
          <p:spPr>
            <a:xfrm>
              <a:off x="1175128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a:extLst>
                <a:ext uri="{FF2B5EF4-FFF2-40B4-BE49-F238E27FC236}">
                  <a16:creationId xmlns:a16="http://schemas.microsoft.com/office/drawing/2014/main" id="{348802AA-BBA2-4940-BFA5-E63F1FB9A25D}"/>
                </a:ext>
              </a:extLst>
            </p:cNvPr>
            <p:cNvSpPr/>
            <p:nvPr/>
          </p:nvSpPr>
          <p:spPr>
            <a:xfrm>
              <a:off x="1179707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DE701C32-C442-419E-BE8E-238AC6246CF7}"/>
                </a:ext>
              </a:extLst>
            </p:cNvPr>
            <p:cNvSpPr/>
            <p:nvPr/>
          </p:nvSpPr>
          <p:spPr>
            <a:xfrm>
              <a:off x="1184287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3" name="Oval 552">
              <a:extLst>
                <a:ext uri="{FF2B5EF4-FFF2-40B4-BE49-F238E27FC236}">
                  <a16:creationId xmlns:a16="http://schemas.microsoft.com/office/drawing/2014/main" id="{2872AA49-80BE-4F3F-A50D-42EB4585F661}"/>
                </a:ext>
              </a:extLst>
            </p:cNvPr>
            <p:cNvSpPr/>
            <p:nvPr/>
          </p:nvSpPr>
          <p:spPr>
            <a:xfrm>
              <a:off x="1188866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Oval 553">
              <a:extLst>
                <a:ext uri="{FF2B5EF4-FFF2-40B4-BE49-F238E27FC236}">
                  <a16:creationId xmlns:a16="http://schemas.microsoft.com/office/drawing/2014/main" id="{4DA3FB52-98E1-41C4-B790-DAA5D8C42C2E}"/>
                </a:ext>
              </a:extLst>
            </p:cNvPr>
            <p:cNvSpPr/>
            <p:nvPr/>
          </p:nvSpPr>
          <p:spPr>
            <a:xfrm>
              <a:off x="1193445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Oval 554">
              <a:extLst>
                <a:ext uri="{FF2B5EF4-FFF2-40B4-BE49-F238E27FC236}">
                  <a16:creationId xmlns:a16="http://schemas.microsoft.com/office/drawing/2014/main" id="{9CDB3045-0B2C-4943-B91A-9D42AEF2B343}"/>
                </a:ext>
              </a:extLst>
            </p:cNvPr>
            <p:cNvSpPr/>
            <p:nvPr/>
          </p:nvSpPr>
          <p:spPr>
            <a:xfrm>
              <a:off x="1198025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4DBA0102-DB4D-4B12-8CA9-C3DD15DE4214}"/>
                </a:ext>
              </a:extLst>
            </p:cNvPr>
            <p:cNvSpPr/>
            <p:nvPr/>
          </p:nvSpPr>
          <p:spPr>
            <a:xfrm>
              <a:off x="1202604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1E0DA989-448B-4A92-AC7B-7DDED62B24AA}"/>
                </a:ext>
              </a:extLst>
            </p:cNvPr>
            <p:cNvSpPr/>
            <p:nvPr/>
          </p:nvSpPr>
          <p:spPr>
            <a:xfrm>
              <a:off x="1207183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0C2CAB59-9D0A-42BD-8F7F-AB87D05E2C2F}"/>
                </a:ext>
              </a:extLst>
            </p:cNvPr>
            <p:cNvSpPr/>
            <p:nvPr/>
          </p:nvSpPr>
          <p:spPr>
            <a:xfrm>
              <a:off x="1175128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Oval 558">
              <a:extLst>
                <a:ext uri="{FF2B5EF4-FFF2-40B4-BE49-F238E27FC236}">
                  <a16:creationId xmlns:a16="http://schemas.microsoft.com/office/drawing/2014/main" id="{0F3C544B-0970-4340-A916-9FD2AC42ADD5}"/>
                </a:ext>
              </a:extLst>
            </p:cNvPr>
            <p:cNvSpPr/>
            <p:nvPr/>
          </p:nvSpPr>
          <p:spPr>
            <a:xfrm>
              <a:off x="1179707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Oval 559">
              <a:extLst>
                <a:ext uri="{FF2B5EF4-FFF2-40B4-BE49-F238E27FC236}">
                  <a16:creationId xmlns:a16="http://schemas.microsoft.com/office/drawing/2014/main" id="{63AC1A80-85C1-4A10-877E-6F9942FA0EAD}"/>
                </a:ext>
              </a:extLst>
            </p:cNvPr>
            <p:cNvSpPr/>
            <p:nvPr/>
          </p:nvSpPr>
          <p:spPr>
            <a:xfrm>
              <a:off x="1202604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Oval 560">
              <a:extLst>
                <a:ext uri="{FF2B5EF4-FFF2-40B4-BE49-F238E27FC236}">
                  <a16:creationId xmlns:a16="http://schemas.microsoft.com/office/drawing/2014/main" id="{3606AD9D-6A1F-4964-A8AA-17CAF2B711A7}"/>
                </a:ext>
              </a:extLst>
            </p:cNvPr>
            <p:cNvSpPr/>
            <p:nvPr/>
          </p:nvSpPr>
          <p:spPr>
            <a:xfrm>
              <a:off x="1207183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B8BE6246-2211-4F04-95A4-CC7A0C73E35D}"/>
                </a:ext>
              </a:extLst>
            </p:cNvPr>
            <p:cNvSpPr/>
            <p:nvPr/>
          </p:nvSpPr>
          <p:spPr>
            <a:xfrm>
              <a:off x="1175128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072A88FF-C704-40AC-8177-C89E7EACA953}"/>
                </a:ext>
              </a:extLst>
            </p:cNvPr>
            <p:cNvSpPr/>
            <p:nvPr/>
          </p:nvSpPr>
          <p:spPr>
            <a:xfrm>
              <a:off x="1179707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7C8BD524-6AF8-4A67-8F81-184F962AAF13}"/>
                </a:ext>
              </a:extLst>
            </p:cNvPr>
            <p:cNvSpPr/>
            <p:nvPr/>
          </p:nvSpPr>
          <p:spPr>
            <a:xfrm>
              <a:off x="1202604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2F2ED6BE-0D69-4B53-9A21-B08AA302B2B3}"/>
                </a:ext>
              </a:extLst>
            </p:cNvPr>
            <p:cNvSpPr/>
            <p:nvPr/>
          </p:nvSpPr>
          <p:spPr>
            <a:xfrm>
              <a:off x="1207183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04F499B7-CE4A-4A78-988D-D196EA9DDD5C}"/>
                </a:ext>
              </a:extLst>
            </p:cNvPr>
            <p:cNvSpPr/>
            <p:nvPr/>
          </p:nvSpPr>
          <p:spPr>
            <a:xfrm>
              <a:off x="1175128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Oval 566">
              <a:extLst>
                <a:ext uri="{FF2B5EF4-FFF2-40B4-BE49-F238E27FC236}">
                  <a16:creationId xmlns:a16="http://schemas.microsoft.com/office/drawing/2014/main" id="{15715215-F563-4E14-84A2-0B9B123DD904}"/>
                </a:ext>
              </a:extLst>
            </p:cNvPr>
            <p:cNvSpPr/>
            <p:nvPr/>
          </p:nvSpPr>
          <p:spPr>
            <a:xfrm>
              <a:off x="1179707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Oval 567">
              <a:extLst>
                <a:ext uri="{FF2B5EF4-FFF2-40B4-BE49-F238E27FC236}">
                  <a16:creationId xmlns:a16="http://schemas.microsoft.com/office/drawing/2014/main" id="{53051A75-74ED-49FC-8476-CF6EACD1D3B5}"/>
                </a:ext>
              </a:extLst>
            </p:cNvPr>
            <p:cNvSpPr/>
            <p:nvPr/>
          </p:nvSpPr>
          <p:spPr>
            <a:xfrm>
              <a:off x="1202604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ED7BFEA1-C8B4-45F7-BFD9-9A5784899A6E}"/>
                </a:ext>
              </a:extLst>
            </p:cNvPr>
            <p:cNvSpPr/>
            <p:nvPr/>
          </p:nvSpPr>
          <p:spPr>
            <a:xfrm>
              <a:off x="1207183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6D146205-CA78-45AB-BA44-B00E41A3F0AA}"/>
                </a:ext>
              </a:extLst>
            </p:cNvPr>
            <p:cNvSpPr/>
            <p:nvPr/>
          </p:nvSpPr>
          <p:spPr>
            <a:xfrm>
              <a:off x="1175128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54C83600-6486-4837-9F4E-72C6F4A582DF}"/>
                </a:ext>
              </a:extLst>
            </p:cNvPr>
            <p:cNvSpPr/>
            <p:nvPr/>
          </p:nvSpPr>
          <p:spPr>
            <a:xfrm>
              <a:off x="1179707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5660FF0F-74D4-4E1D-915F-DCF363C6295B}"/>
                </a:ext>
              </a:extLst>
            </p:cNvPr>
            <p:cNvSpPr/>
            <p:nvPr/>
          </p:nvSpPr>
          <p:spPr>
            <a:xfrm>
              <a:off x="1202604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F2B39CAB-988F-4E85-88A2-007F43B45C10}"/>
                </a:ext>
              </a:extLst>
            </p:cNvPr>
            <p:cNvSpPr/>
            <p:nvPr/>
          </p:nvSpPr>
          <p:spPr>
            <a:xfrm>
              <a:off x="1207183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CAC73CDE-780A-4993-B501-4F9F782BC38B}"/>
                </a:ext>
              </a:extLst>
            </p:cNvPr>
            <p:cNvSpPr/>
            <p:nvPr/>
          </p:nvSpPr>
          <p:spPr>
            <a:xfrm>
              <a:off x="1175128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Oval 574">
              <a:extLst>
                <a:ext uri="{FF2B5EF4-FFF2-40B4-BE49-F238E27FC236}">
                  <a16:creationId xmlns:a16="http://schemas.microsoft.com/office/drawing/2014/main" id="{F2DB99EE-4668-42D7-801E-717DD097FF16}"/>
                </a:ext>
              </a:extLst>
            </p:cNvPr>
            <p:cNvSpPr/>
            <p:nvPr/>
          </p:nvSpPr>
          <p:spPr>
            <a:xfrm>
              <a:off x="1179707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a:extLst>
                <a:ext uri="{FF2B5EF4-FFF2-40B4-BE49-F238E27FC236}">
                  <a16:creationId xmlns:a16="http://schemas.microsoft.com/office/drawing/2014/main" id="{60CA01BA-87FB-4842-BCED-1776BFE4F9C0}"/>
                </a:ext>
              </a:extLst>
            </p:cNvPr>
            <p:cNvSpPr/>
            <p:nvPr/>
          </p:nvSpPr>
          <p:spPr>
            <a:xfrm>
              <a:off x="1184287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2BDB1827-0E79-48FC-B788-E51C8AEC7D6A}"/>
                </a:ext>
              </a:extLst>
            </p:cNvPr>
            <p:cNvSpPr/>
            <p:nvPr/>
          </p:nvSpPr>
          <p:spPr>
            <a:xfrm>
              <a:off x="1188866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06D8AA2E-A56F-4CB8-8003-8EEAA133FCE2}"/>
                </a:ext>
              </a:extLst>
            </p:cNvPr>
            <p:cNvSpPr/>
            <p:nvPr/>
          </p:nvSpPr>
          <p:spPr>
            <a:xfrm>
              <a:off x="1193445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C4D3AF3D-A0D8-4CCF-AE39-BBF34F98FFD9}"/>
                </a:ext>
              </a:extLst>
            </p:cNvPr>
            <p:cNvSpPr/>
            <p:nvPr/>
          </p:nvSpPr>
          <p:spPr>
            <a:xfrm>
              <a:off x="1198025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a:extLst>
                <a:ext uri="{FF2B5EF4-FFF2-40B4-BE49-F238E27FC236}">
                  <a16:creationId xmlns:a16="http://schemas.microsoft.com/office/drawing/2014/main" id="{784B4F03-C561-42A5-9ADB-FF375830DA2E}"/>
                </a:ext>
              </a:extLst>
            </p:cNvPr>
            <p:cNvSpPr/>
            <p:nvPr/>
          </p:nvSpPr>
          <p:spPr>
            <a:xfrm>
              <a:off x="1202604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a:extLst>
                <a:ext uri="{FF2B5EF4-FFF2-40B4-BE49-F238E27FC236}">
                  <a16:creationId xmlns:a16="http://schemas.microsoft.com/office/drawing/2014/main" id="{B147BACB-2943-4E57-A6EA-4ECAEB6EA945}"/>
                </a:ext>
              </a:extLst>
            </p:cNvPr>
            <p:cNvSpPr/>
            <p:nvPr/>
          </p:nvSpPr>
          <p:spPr>
            <a:xfrm>
              <a:off x="1207183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A65CCF40-50AA-40B6-9128-587F39C89F32}"/>
                </a:ext>
              </a:extLst>
            </p:cNvPr>
            <p:cNvSpPr/>
            <p:nvPr/>
          </p:nvSpPr>
          <p:spPr>
            <a:xfrm>
              <a:off x="1175128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a:extLst>
                <a:ext uri="{FF2B5EF4-FFF2-40B4-BE49-F238E27FC236}">
                  <a16:creationId xmlns:a16="http://schemas.microsoft.com/office/drawing/2014/main" id="{C9BDB962-C2C3-4C2D-A988-79DCAD840375}"/>
                </a:ext>
              </a:extLst>
            </p:cNvPr>
            <p:cNvSpPr/>
            <p:nvPr/>
          </p:nvSpPr>
          <p:spPr>
            <a:xfrm>
              <a:off x="1179707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AA6FB8A0-FD0B-45A9-9A02-494212CE002F}"/>
                </a:ext>
              </a:extLst>
            </p:cNvPr>
            <p:cNvSpPr/>
            <p:nvPr/>
          </p:nvSpPr>
          <p:spPr>
            <a:xfrm>
              <a:off x="1184287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a:extLst>
                <a:ext uri="{FF2B5EF4-FFF2-40B4-BE49-F238E27FC236}">
                  <a16:creationId xmlns:a16="http://schemas.microsoft.com/office/drawing/2014/main" id="{F7BB58BF-1250-4898-B9E4-F4F78456C434}"/>
                </a:ext>
              </a:extLst>
            </p:cNvPr>
            <p:cNvSpPr/>
            <p:nvPr/>
          </p:nvSpPr>
          <p:spPr>
            <a:xfrm>
              <a:off x="1188866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a:extLst>
                <a:ext uri="{FF2B5EF4-FFF2-40B4-BE49-F238E27FC236}">
                  <a16:creationId xmlns:a16="http://schemas.microsoft.com/office/drawing/2014/main" id="{68C6D0D4-C13A-4246-AF25-FE226158B74D}"/>
                </a:ext>
              </a:extLst>
            </p:cNvPr>
            <p:cNvSpPr/>
            <p:nvPr/>
          </p:nvSpPr>
          <p:spPr>
            <a:xfrm>
              <a:off x="1193445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1214467F-AF95-40FA-A52A-011FAB7AE56D}"/>
                </a:ext>
              </a:extLst>
            </p:cNvPr>
            <p:cNvSpPr/>
            <p:nvPr/>
          </p:nvSpPr>
          <p:spPr>
            <a:xfrm>
              <a:off x="1198025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826CE8B9-EEA3-4121-B1D3-3C08A0B30428}"/>
                </a:ext>
              </a:extLst>
            </p:cNvPr>
            <p:cNvSpPr/>
            <p:nvPr/>
          </p:nvSpPr>
          <p:spPr>
            <a:xfrm>
              <a:off x="1202604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DDE285EC-E7C3-4F0C-8C9B-BA78C5E906F4}"/>
                </a:ext>
              </a:extLst>
            </p:cNvPr>
            <p:cNvSpPr/>
            <p:nvPr/>
          </p:nvSpPr>
          <p:spPr>
            <a:xfrm>
              <a:off x="1207183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0" name="Text Placeholder 514">
            <a:extLst>
              <a:ext uri="{FF2B5EF4-FFF2-40B4-BE49-F238E27FC236}">
                <a16:creationId xmlns:a16="http://schemas.microsoft.com/office/drawing/2014/main" id="{F72D7AD6-37DC-4AD4-9027-2F043BBFAF86}"/>
              </a:ext>
            </a:extLst>
          </p:cNvPr>
          <p:cNvSpPr>
            <a:spLocks noGrp="1"/>
          </p:cNvSpPr>
          <p:nvPr>
            <p:ph type="body" sz="quarter" idx="11" hasCustomPrompt="1"/>
          </p:nvPr>
        </p:nvSpPr>
        <p:spPr>
          <a:xfrm>
            <a:off x="949419" y="275490"/>
            <a:ext cx="10462477" cy="535531"/>
          </a:xfrm>
          <a:prstGeom prst="rect">
            <a:avLst/>
          </a:prstGeom>
        </p:spPr>
        <p:txBody>
          <a:bodyPr wrap="square">
            <a:spAutoFit/>
          </a:bodyPr>
          <a:lstStyle>
            <a:lvl1pPr marL="0" indent="0">
              <a:buClr>
                <a:srgbClr val="F27228"/>
              </a:buClr>
              <a:buFont typeface="Arial" panose="020B0604020202020204" pitchFamily="34" charset="0"/>
              <a:buNone/>
              <a:defRPr lang="en-US" sz="3200" b="1" dirty="0">
                <a:solidFill>
                  <a:srgbClr val="36365C"/>
                </a:solidFill>
                <a:latin typeface="Segoe UI" panose="020B0502040204020203" pitchFamily="34" charset="0"/>
                <a:ea typeface="Segoe UI Black" panose="020B0A02040204020203" pitchFamily="34" charset="0"/>
                <a:cs typeface="Segoe UI" panose="020B0502040204020203" pitchFamily="34" charset="0"/>
              </a:defRPr>
            </a:lvl1pPr>
          </a:lstStyle>
          <a:p>
            <a:pPr marL="228600" lvl="0" indent="-457200" defTabSz="457200">
              <a:spcBef>
                <a:spcPct val="0"/>
              </a:spcBef>
            </a:pPr>
            <a:r>
              <a:rPr lang="en-US" dirty="0"/>
              <a:t>Title</a:t>
            </a:r>
          </a:p>
        </p:txBody>
      </p:sp>
      <p:sp>
        <p:nvSpPr>
          <p:cNvPr id="591" name="Slide Number Placeholder 6">
            <a:extLst>
              <a:ext uri="{FF2B5EF4-FFF2-40B4-BE49-F238E27FC236}">
                <a16:creationId xmlns:a16="http://schemas.microsoft.com/office/drawing/2014/main" id="{B1B662FD-9C51-40F2-9357-1C98DFB6326B}"/>
              </a:ext>
            </a:extLst>
          </p:cNvPr>
          <p:cNvSpPr>
            <a:spLocks noGrp="1"/>
          </p:cNvSpPr>
          <p:nvPr>
            <p:ph type="sldNum" sz="quarter" idx="12"/>
          </p:nvPr>
        </p:nvSpPr>
        <p:spPr>
          <a:xfrm>
            <a:off x="11678661" y="6405970"/>
            <a:ext cx="389850" cy="276999"/>
          </a:xfrm>
          <a:prstGeom prst="rect">
            <a:avLst/>
          </a:prstGeom>
          <a:noFill/>
        </p:spPr>
        <p:txBody>
          <a:bodyPr wrap="none" rtlCol="0">
            <a:spAutoFit/>
          </a:bodyPr>
          <a:lstStyle>
            <a:lvl1pPr>
              <a:defRPr lang="en-US" sz="1200" smtClean="0">
                <a:solidFill>
                  <a:schemeClr val="bg1">
                    <a:lumMod val="75000"/>
                  </a:schemeClr>
                </a:solidFill>
                <a:latin typeface="Segoe UI Black" panose="020B0A02040204020203" pitchFamily="34" charset="0"/>
                <a:ea typeface="Segoe UI Black" panose="020B0A02040204020203" pitchFamily="34" charset="0"/>
              </a:defRPr>
            </a:lvl1pPr>
          </a:lstStyle>
          <a:p>
            <a:pPr algn="ctr"/>
            <a:fld id="{34BBD95C-5847-41D4-A95D-7A604938DF3E}" type="slidenum">
              <a:rPr lang="en-US" smtClean="0"/>
              <a:pPr algn="ctr"/>
              <a:t>‹#›</a:t>
            </a:fld>
            <a:endParaRPr lang="en-US"/>
          </a:p>
        </p:txBody>
      </p:sp>
      <p:sp>
        <p:nvSpPr>
          <p:cNvPr id="612" name="Oval 611">
            <a:extLst>
              <a:ext uri="{FF2B5EF4-FFF2-40B4-BE49-F238E27FC236}">
                <a16:creationId xmlns:a16="http://schemas.microsoft.com/office/drawing/2014/main" id="{07E7E53E-AF76-4FB9-A56D-EB30D00BBE5D}"/>
              </a:ext>
            </a:extLst>
          </p:cNvPr>
          <p:cNvSpPr/>
          <p:nvPr userDrawn="1"/>
        </p:nvSpPr>
        <p:spPr>
          <a:xfrm>
            <a:off x="871311" y="1598691"/>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4" name="Group 613">
            <a:extLst>
              <a:ext uri="{FF2B5EF4-FFF2-40B4-BE49-F238E27FC236}">
                <a16:creationId xmlns:a16="http://schemas.microsoft.com/office/drawing/2014/main" id="{934987E4-1412-4629-837D-1B54E55565C5}"/>
              </a:ext>
            </a:extLst>
          </p:cNvPr>
          <p:cNvGrpSpPr/>
          <p:nvPr userDrawn="1"/>
        </p:nvGrpSpPr>
        <p:grpSpPr>
          <a:xfrm>
            <a:off x="745732" y="1473112"/>
            <a:ext cx="5138941" cy="2284720"/>
            <a:chOff x="745732" y="1473112"/>
            <a:chExt cx="5138941" cy="2284720"/>
          </a:xfrm>
        </p:grpSpPr>
        <p:sp>
          <p:nvSpPr>
            <p:cNvPr id="615" name="Arc 614">
              <a:extLst>
                <a:ext uri="{FF2B5EF4-FFF2-40B4-BE49-F238E27FC236}">
                  <a16:creationId xmlns:a16="http://schemas.microsoft.com/office/drawing/2014/main" id="{2EE8B57F-1958-4123-BF88-0532133EA6AC}"/>
                </a:ext>
              </a:extLst>
            </p:cNvPr>
            <p:cNvSpPr/>
            <p:nvPr/>
          </p:nvSpPr>
          <p:spPr>
            <a:xfrm flipH="1" flipV="1">
              <a:off x="745732"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616" name="Straight Connector 615">
              <a:extLst>
                <a:ext uri="{FF2B5EF4-FFF2-40B4-BE49-F238E27FC236}">
                  <a16:creationId xmlns:a16="http://schemas.microsoft.com/office/drawing/2014/main" id="{F2FC5C41-8CD9-49EF-9B7F-C06D696BF209}"/>
                </a:ext>
              </a:extLst>
            </p:cNvPr>
            <p:cNvCxnSpPr>
              <a:cxnSpLocks/>
              <a:endCxn id="615" idx="2"/>
            </p:cNvCxnSpPr>
            <p:nvPr/>
          </p:nvCxnSpPr>
          <p:spPr>
            <a:xfrm flipH="1">
              <a:off x="3000936"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17" name="Oval 616">
            <a:extLst>
              <a:ext uri="{FF2B5EF4-FFF2-40B4-BE49-F238E27FC236}">
                <a16:creationId xmlns:a16="http://schemas.microsoft.com/office/drawing/2014/main" id="{79BAD7D7-6504-4DFC-9892-ABD9CFA67A9E}"/>
              </a:ext>
            </a:extLst>
          </p:cNvPr>
          <p:cNvSpPr/>
          <p:nvPr userDrawn="1"/>
        </p:nvSpPr>
        <p:spPr>
          <a:xfrm>
            <a:off x="3138862" y="175280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6A23DF21-5EB1-4C76-958E-7AADF5F6AA75}"/>
              </a:ext>
            </a:extLst>
          </p:cNvPr>
          <p:cNvSpPr/>
          <p:nvPr/>
        </p:nvSpPr>
        <p:spPr>
          <a:xfrm>
            <a:off x="6604164" y="1598691"/>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3" name="Group 622">
            <a:extLst>
              <a:ext uri="{FF2B5EF4-FFF2-40B4-BE49-F238E27FC236}">
                <a16:creationId xmlns:a16="http://schemas.microsoft.com/office/drawing/2014/main" id="{284693C2-4A37-40C0-B388-19AB78EE9D48}"/>
              </a:ext>
            </a:extLst>
          </p:cNvPr>
          <p:cNvGrpSpPr/>
          <p:nvPr userDrawn="1"/>
        </p:nvGrpSpPr>
        <p:grpSpPr>
          <a:xfrm>
            <a:off x="6478585" y="1473112"/>
            <a:ext cx="5138941" cy="2284720"/>
            <a:chOff x="6478585" y="1473112"/>
            <a:chExt cx="5138941" cy="2284720"/>
          </a:xfrm>
        </p:grpSpPr>
        <p:sp>
          <p:nvSpPr>
            <p:cNvPr id="624" name="Arc 623">
              <a:extLst>
                <a:ext uri="{FF2B5EF4-FFF2-40B4-BE49-F238E27FC236}">
                  <a16:creationId xmlns:a16="http://schemas.microsoft.com/office/drawing/2014/main" id="{74704E81-2DCD-4ACA-AFC2-01C39A8CA9F6}"/>
                </a:ext>
              </a:extLst>
            </p:cNvPr>
            <p:cNvSpPr/>
            <p:nvPr/>
          </p:nvSpPr>
          <p:spPr>
            <a:xfrm flipH="1" flipV="1">
              <a:off x="6478585"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625" name="Straight Connector 624">
              <a:extLst>
                <a:ext uri="{FF2B5EF4-FFF2-40B4-BE49-F238E27FC236}">
                  <a16:creationId xmlns:a16="http://schemas.microsoft.com/office/drawing/2014/main" id="{CBA07E70-916A-475C-B6FF-28BC036900B3}"/>
                </a:ext>
              </a:extLst>
            </p:cNvPr>
            <p:cNvCxnSpPr>
              <a:cxnSpLocks/>
              <a:endCxn id="624" idx="2"/>
            </p:cNvCxnSpPr>
            <p:nvPr/>
          </p:nvCxnSpPr>
          <p:spPr>
            <a:xfrm flipH="1">
              <a:off x="8733789"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26" name="Oval 625">
            <a:extLst>
              <a:ext uri="{FF2B5EF4-FFF2-40B4-BE49-F238E27FC236}">
                <a16:creationId xmlns:a16="http://schemas.microsoft.com/office/drawing/2014/main" id="{4307CB2F-2D30-432B-9ED2-6804ED032D09}"/>
              </a:ext>
            </a:extLst>
          </p:cNvPr>
          <p:cNvSpPr/>
          <p:nvPr userDrawn="1"/>
        </p:nvSpPr>
        <p:spPr>
          <a:xfrm>
            <a:off x="8871715" y="175280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9" name="Group 628">
            <a:extLst>
              <a:ext uri="{FF2B5EF4-FFF2-40B4-BE49-F238E27FC236}">
                <a16:creationId xmlns:a16="http://schemas.microsoft.com/office/drawing/2014/main" id="{AB72D2B8-74A2-47DD-81D2-0DA0FC30667A}"/>
              </a:ext>
            </a:extLst>
          </p:cNvPr>
          <p:cNvGrpSpPr/>
          <p:nvPr userDrawn="1"/>
        </p:nvGrpSpPr>
        <p:grpSpPr>
          <a:xfrm>
            <a:off x="745732" y="4001547"/>
            <a:ext cx="5138941" cy="2284720"/>
            <a:chOff x="573326" y="1181694"/>
            <a:chExt cx="5138941" cy="2284720"/>
          </a:xfrm>
        </p:grpSpPr>
        <p:sp>
          <p:nvSpPr>
            <p:cNvPr id="633" name="Oval 632">
              <a:extLst>
                <a:ext uri="{FF2B5EF4-FFF2-40B4-BE49-F238E27FC236}">
                  <a16:creationId xmlns:a16="http://schemas.microsoft.com/office/drawing/2014/main" id="{BB20CBA8-E438-478A-A13E-4BF134C262F3}"/>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Arc 630">
              <a:extLst>
                <a:ext uri="{FF2B5EF4-FFF2-40B4-BE49-F238E27FC236}">
                  <a16:creationId xmlns:a16="http://schemas.microsoft.com/office/drawing/2014/main" id="{4A01550A-02A7-4286-A688-1E7158406B44}"/>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632" name="Straight Connector 631">
              <a:extLst>
                <a:ext uri="{FF2B5EF4-FFF2-40B4-BE49-F238E27FC236}">
                  <a16:creationId xmlns:a16="http://schemas.microsoft.com/office/drawing/2014/main" id="{A88189C5-EAAF-443F-922E-23449E0F3DEC}"/>
                </a:ext>
              </a:extLst>
            </p:cNvPr>
            <p:cNvCxnSpPr>
              <a:cxnSpLocks/>
              <a:endCxn id="631"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35" name="Oval 634">
            <a:extLst>
              <a:ext uri="{FF2B5EF4-FFF2-40B4-BE49-F238E27FC236}">
                <a16:creationId xmlns:a16="http://schemas.microsoft.com/office/drawing/2014/main" id="{728589D2-BC95-4689-A925-9428437FEE0E}"/>
              </a:ext>
            </a:extLst>
          </p:cNvPr>
          <p:cNvSpPr/>
          <p:nvPr userDrawn="1"/>
        </p:nvSpPr>
        <p:spPr>
          <a:xfrm>
            <a:off x="3138862" y="428123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38" name="Group 637">
            <a:extLst>
              <a:ext uri="{FF2B5EF4-FFF2-40B4-BE49-F238E27FC236}">
                <a16:creationId xmlns:a16="http://schemas.microsoft.com/office/drawing/2014/main" id="{9498E848-8C3E-45E9-BC9D-1B720582EBA4}"/>
              </a:ext>
            </a:extLst>
          </p:cNvPr>
          <p:cNvGrpSpPr/>
          <p:nvPr userDrawn="1"/>
        </p:nvGrpSpPr>
        <p:grpSpPr>
          <a:xfrm>
            <a:off x="6478585" y="4001547"/>
            <a:ext cx="5138941" cy="2284720"/>
            <a:chOff x="573326" y="1181694"/>
            <a:chExt cx="5138941" cy="2284720"/>
          </a:xfrm>
        </p:grpSpPr>
        <p:sp>
          <p:nvSpPr>
            <p:cNvPr id="642" name="Oval 641">
              <a:extLst>
                <a:ext uri="{FF2B5EF4-FFF2-40B4-BE49-F238E27FC236}">
                  <a16:creationId xmlns:a16="http://schemas.microsoft.com/office/drawing/2014/main" id="{75AB504D-7BCA-48BD-A8D1-5ABB09794CFF}"/>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Arc 639">
              <a:extLst>
                <a:ext uri="{FF2B5EF4-FFF2-40B4-BE49-F238E27FC236}">
                  <a16:creationId xmlns:a16="http://schemas.microsoft.com/office/drawing/2014/main" id="{18265819-226E-4861-8844-5077B9CDDA63}"/>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641" name="Straight Connector 640">
              <a:extLst>
                <a:ext uri="{FF2B5EF4-FFF2-40B4-BE49-F238E27FC236}">
                  <a16:creationId xmlns:a16="http://schemas.microsoft.com/office/drawing/2014/main" id="{DFE31997-59AA-4F43-AB30-6B6152E6AFD5}"/>
                </a:ext>
              </a:extLst>
            </p:cNvPr>
            <p:cNvCxnSpPr>
              <a:cxnSpLocks/>
              <a:endCxn id="640"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44" name="Oval 643">
            <a:extLst>
              <a:ext uri="{FF2B5EF4-FFF2-40B4-BE49-F238E27FC236}">
                <a16:creationId xmlns:a16="http://schemas.microsoft.com/office/drawing/2014/main" id="{9B726246-1255-4A5A-8EEC-4A28FE9F31B1}"/>
              </a:ext>
            </a:extLst>
          </p:cNvPr>
          <p:cNvSpPr/>
          <p:nvPr userDrawn="1"/>
        </p:nvSpPr>
        <p:spPr>
          <a:xfrm>
            <a:off x="8871715" y="428123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Picture Placeholder 647">
            <a:extLst>
              <a:ext uri="{FF2B5EF4-FFF2-40B4-BE49-F238E27FC236}">
                <a16:creationId xmlns:a16="http://schemas.microsoft.com/office/drawing/2014/main" id="{1070048F-7914-4887-8912-E43096592782}"/>
              </a:ext>
            </a:extLst>
          </p:cNvPr>
          <p:cNvSpPr>
            <a:spLocks noGrp="1"/>
          </p:cNvSpPr>
          <p:nvPr>
            <p:ph type="pic" sz="quarter" idx="13" hasCustomPrompt="1"/>
          </p:nvPr>
        </p:nvSpPr>
        <p:spPr>
          <a:xfrm>
            <a:off x="981249" y="170862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49" name="Picture Placeholder 647">
            <a:extLst>
              <a:ext uri="{FF2B5EF4-FFF2-40B4-BE49-F238E27FC236}">
                <a16:creationId xmlns:a16="http://schemas.microsoft.com/office/drawing/2014/main" id="{3638F3E8-F03D-452C-A6EF-FF83FECFDC34}"/>
              </a:ext>
            </a:extLst>
          </p:cNvPr>
          <p:cNvSpPr>
            <a:spLocks noGrp="1"/>
          </p:cNvSpPr>
          <p:nvPr>
            <p:ph type="pic" sz="quarter" idx="14" hasCustomPrompt="1"/>
          </p:nvPr>
        </p:nvSpPr>
        <p:spPr>
          <a:xfrm>
            <a:off x="6714102" y="170862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50" name="Picture Placeholder 647">
            <a:extLst>
              <a:ext uri="{FF2B5EF4-FFF2-40B4-BE49-F238E27FC236}">
                <a16:creationId xmlns:a16="http://schemas.microsoft.com/office/drawing/2014/main" id="{32477020-7FDC-41EB-943F-09AA37BAD555}"/>
              </a:ext>
            </a:extLst>
          </p:cNvPr>
          <p:cNvSpPr>
            <a:spLocks noGrp="1"/>
          </p:cNvSpPr>
          <p:nvPr>
            <p:ph type="pic" sz="quarter" idx="15" hasCustomPrompt="1"/>
          </p:nvPr>
        </p:nvSpPr>
        <p:spPr>
          <a:xfrm>
            <a:off x="6714102" y="423706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51" name="Picture Placeholder 647">
            <a:extLst>
              <a:ext uri="{FF2B5EF4-FFF2-40B4-BE49-F238E27FC236}">
                <a16:creationId xmlns:a16="http://schemas.microsoft.com/office/drawing/2014/main" id="{71876631-B973-41A7-BA02-BFEAA6C84910}"/>
              </a:ext>
            </a:extLst>
          </p:cNvPr>
          <p:cNvSpPr>
            <a:spLocks noGrp="1"/>
          </p:cNvSpPr>
          <p:nvPr>
            <p:ph type="pic" sz="quarter" idx="16" hasCustomPrompt="1"/>
          </p:nvPr>
        </p:nvSpPr>
        <p:spPr>
          <a:xfrm>
            <a:off x="981249" y="423706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52" name="Text Placeholder 2">
            <a:extLst>
              <a:ext uri="{FF2B5EF4-FFF2-40B4-BE49-F238E27FC236}">
                <a16:creationId xmlns:a16="http://schemas.microsoft.com/office/drawing/2014/main" id="{AC9B6A6F-69F8-41FA-9AB1-053CED33DF9E}"/>
              </a:ext>
            </a:extLst>
          </p:cNvPr>
          <p:cNvSpPr>
            <a:spLocks noGrp="1"/>
          </p:cNvSpPr>
          <p:nvPr>
            <p:ph type="body" idx="1" hasCustomPrompt="1"/>
          </p:nvPr>
        </p:nvSpPr>
        <p:spPr>
          <a:xfrm>
            <a:off x="3065044" y="2493414"/>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3" name="Text Placeholder 2">
            <a:extLst>
              <a:ext uri="{FF2B5EF4-FFF2-40B4-BE49-F238E27FC236}">
                <a16:creationId xmlns:a16="http://schemas.microsoft.com/office/drawing/2014/main" id="{C58F3670-37FC-465E-8EB7-739051D1EDC0}"/>
              </a:ext>
            </a:extLst>
          </p:cNvPr>
          <p:cNvSpPr>
            <a:spLocks noGrp="1"/>
          </p:cNvSpPr>
          <p:nvPr>
            <p:ph type="body" idx="17" hasCustomPrompt="1"/>
          </p:nvPr>
        </p:nvSpPr>
        <p:spPr>
          <a:xfrm>
            <a:off x="3065044" y="5016826"/>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4" name="Text Placeholder 2">
            <a:extLst>
              <a:ext uri="{FF2B5EF4-FFF2-40B4-BE49-F238E27FC236}">
                <a16:creationId xmlns:a16="http://schemas.microsoft.com/office/drawing/2014/main" id="{1E3F788C-D8CF-4969-80DE-752ACE834D13}"/>
              </a:ext>
            </a:extLst>
          </p:cNvPr>
          <p:cNvSpPr>
            <a:spLocks noGrp="1"/>
          </p:cNvSpPr>
          <p:nvPr>
            <p:ph type="body" idx="18" hasCustomPrompt="1"/>
          </p:nvPr>
        </p:nvSpPr>
        <p:spPr>
          <a:xfrm>
            <a:off x="8739784" y="2493414"/>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5" name="Text Placeholder 2">
            <a:extLst>
              <a:ext uri="{FF2B5EF4-FFF2-40B4-BE49-F238E27FC236}">
                <a16:creationId xmlns:a16="http://schemas.microsoft.com/office/drawing/2014/main" id="{450810B9-D39F-4B70-8958-8354BDAF82ED}"/>
              </a:ext>
            </a:extLst>
          </p:cNvPr>
          <p:cNvSpPr>
            <a:spLocks noGrp="1"/>
          </p:cNvSpPr>
          <p:nvPr>
            <p:ph type="body" idx="19" hasCustomPrompt="1"/>
          </p:nvPr>
        </p:nvSpPr>
        <p:spPr>
          <a:xfrm>
            <a:off x="8739784" y="5016826"/>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7" name="Picture Placeholder 656">
            <a:extLst>
              <a:ext uri="{FF2B5EF4-FFF2-40B4-BE49-F238E27FC236}">
                <a16:creationId xmlns:a16="http://schemas.microsoft.com/office/drawing/2014/main" id="{C6944C29-805F-4C3C-B2C6-F59A8F8F1AF5}"/>
              </a:ext>
            </a:extLst>
          </p:cNvPr>
          <p:cNvSpPr>
            <a:spLocks noGrp="1"/>
          </p:cNvSpPr>
          <p:nvPr>
            <p:ph type="pic" sz="quarter" idx="20" hasCustomPrompt="1"/>
          </p:nvPr>
        </p:nvSpPr>
        <p:spPr>
          <a:xfrm>
            <a:off x="3293201" y="4237038"/>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
        <p:nvSpPr>
          <p:cNvPr id="658" name="Picture Placeholder 656">
            <a:extLst>
              <a:ext uri="{FF2B5EF4-FFF2-40B4-BE49-F238E27FC236}">
                <a16:creationId xmlns:a16="http://schemas.microsoft.com/office/drawing/2014/main" id="{11FF9F92-E627-40CE-AFB4-0A89C8DE075D}"/>
              </a:ext>
            </a:extLst>
          </p:cNvPr>
          <p:cNvSpPr>
            <a:spLocks noGrp="1"/>
          </p:cNvSpPr>
          <p:nvPr>
            <p:ph type="pic" sz="quarter" idx="21" hasCustomPrompt="1"/>
          </p:nvPr>
        </p:nvSpPr>
        <p:spPr>
          <a:xfrm>
            <a:off x="3293201" y="1716230"/>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
        <p:nvSpPr>
          <p:cNvPr id="659" name="Picture Placeholder 656">
            <a:extLst>
              <a:ext uri="{FF2B5EF4-FFF2-40B4-BE49-F238E27FC236}">
                <a16:creationId xmlns:a16="http://schemas.microsoft.com/office/drawing/2014/main" id="{31639B03-0480-4359-AE4E-367D8A64C5BA}"/>
              </a:ext>
            </a:extLst>
          </p:cNvPr>
          <p:cNvSpPr>
            <a:spLocks noGrp="1"/>
          </p:cNvSpPr>
          <p:nvPr>
            <p:ph type="pic" sz="quarter" idx="22" hasCustomPrompt="1"/>
          </p:nvPr>
        </p:nvSpPr>
        <p:spPr>
          <a:xfrm>
            <a:off x="9026054" y="4237038"/>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
        <p:nvSpPr>
          <p:cNvPr id="660" name="Picture Placeholder 656">
            <a:extLst>
              <a:ext uri="{FF2B5EF4-FFF2-40B4-BE49-F238E27FC236}">
                <a16:creationId xmlns:a16="http://schemas.microsoft.com/office/drawing/2014/main" id="{F1D86461-C537-49C2-A66A-2AED942EA019}"/>
              </a:ext>
            </a:extLst>
          </p:cNvPr>
          <p:cNvSpPr>
            <a:spLocks noGrp="1"/>
          </p:cNvSpPr>
          <p:nvPr>
            <p:ph type="pic" sz="quarter" idx="23" hasCustomPrompt="1"/>
          </p:nvPr>
        </p:nvSpPr>
        <p:spPr>
          <a:xfrm>
            <a:off x="9026054" y="1716230"/>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Tree>
    <p:extLst>
      <p:ext uri="{BB962C8B-B14F-4D97-AF65-F5344CB8AC3E}">
        <p14:creationId xmlns:p14="http://schemas.microsoft.com/office/powerpoint/2010/main" val="1615012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04 Contents with 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00" name="Picture 2" descr="C:\Users\HaLT15\Desktop\FPT Software Doc.png">
            <a:extLst>
              <a:ext uri="{FF2B5EF4-FFF2-40B4-BE49-F238E27FC236}">
                <a16:creationId xmlns:a16="http://schemas.microsoft.com/office/drawing/2014/main" id="{5541F002-25F2-422B-A948-C9C0FED35575}"/>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b="32751"/>
          <a:stretch/>
        </p:blipFill>
        <p:spPr bwMode="auto">
          <a:xfrm>
            <a:off x="11502095" y="152400"/>
            <a:ext cx="461305" cy="292194"/>
          </a:xfrm>
          <a:prstGeom prst="rect">
            <a:avLst/>
          </a:prstGeom>
          <a:noFill/>
          <a:extLst>
            <a:ext uri="{909E8E84-426E-40DD-AFC4-6F175D3DCCD1}">
              <a14:hiddenFill xmlns:a14="http://schemas.microsoft.com/office/drawing/2010/main">
                <a:solidFill>
                  <a:srgbClr val="FFFFFF"/>
                </a:solidFill>
              </a14:hiddenFill>
            </a:ext>
          </a:extLst>
        </p:spPr>
      </p:pic>
      <p:cxnSp>
        <p:nvCxnSpPr>
          <p:cNvPr id="301" name="Straight Connector 300">
            <a:extLst>
              <a:ext uri="{FF2B5EF4-FFF2-40B4-BE49-F238E27FC236}">
                <a16:creationId xmlns:a16="http://schemas.microsoft.com/office/drawing/2014/main" id="{5A7A5A05-F2E8-4FA8-8664-C9DAE19F97A1}"/>
              </a:ext>
            </a:extLst>
          </p:cNvPr>
          <p:cNvCxnSpPr>
            <a:cxnSpLocks/>
          </p:cNvCxnSpPr>
          <p:nvPr userDrawn="1"/>
        </p:nvCxnSpPr>
        <p:spPr>
          <a:xfrm>
            <a:off x="1095436" y="813375"/>
            <a:ext cx="10287000" cy="0"/>
          </a:xfrm>
          <a:prstGeom prst="line">
            <a:avLst/>
          </a:prstGeom>
          <a:ln>
            <a:solidFill>
              <a:srgbClr val="36365C"/>
            </a:solidFill>
          </a:ln>
        </p:spPr>
        <p:style>
          <a:lnRef idx="1">
            <a:schemeClr val="accent1"/>
          </a:lnRef>
          <a:fillRef idx="0">
            <a:schemeClr val="accent1"/>
          </a:fillRef>
          <a:effectRef idx="0">
            <a:schemeClr val="accent1"/>
          </a:effectRef>
          <a:fontRef idx="minor">
            <a:schemeClr val="tx1"/>
          </a:fontRef>
        </p:style>
      </p:cxnSp>
      <p:grpSp>
        <p:nvGrpSpPr>
          <p:cNvPr id="302" name="Group 301">
            <a:extLst>
              <a:ext uri="{FF2B5EF4-FFF2-40B4-BE49-F238E27FC236}">
                <a16:creationId xmlns:a16="http://schemas.microsoft.com/office/drawing/2014/main" id="{FE5EB4B6-1D99-49A7-8051-BCF414536CD7}"/>
              </a:ext>
            </a:extLst>
          </p:cNvPr>
          <p:cNvGrpSpPr/>
          <p:nvPr userDrawn="1"/>
        </p:nvGrpSpPr>
        <p:grpSpPr>
          <a:xfrm>
            <a:off x="-380999" y="294771"/>
            <a:ext cx="1261502" cy="424916"/>
            <a:chOff x="-380999" y="294771"/>
            <a:chExt cx="1261502" cy="424916"/>
          </a:xfrm>
        </p:grpSpPr>
        <p:sp>
          <p:nvSpPr>
            <p:cNvPr id="303" name="Freeform: Shape 302">
              <a:extLst>
                <a:ext uri="{FF2B5EF4-FFF2-40B4-BE49-F238E27FC236}">
                  <a16:creationId xmlns:a16="http://schemas.microsoft.com/office/drawing/2014/main" id="{A86A8C22-EF12-4C1A-A4A9-7EF358250723}"/>
                </a:ext>
              </a:extLst>
            </p:cNvPr>
            <p:cNvSpPr/>
            <p:nvPr/>
          </p:nvSpPr>
          <p:spPr>
            <a:xfrm rot="10800000">
              <a:off x="-380999" y="57356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66F48C48-94EF-48D3-AB50-9523FB917AEE}"/>
                </a:ext>
              </a:extLst>
            </p:cNvPr>
            <p:cNvSpPr/>
            <p:nvPr/>
          </p:nvSpPr>
          <p:spPr>
            <a:xfrm rot="10800000">
              <a:off x="-380999" y="52899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E39DA52C-949E-4398-BD64-27057A143199}"/>
                </a:ext>
              </a:extLst>
            </p:cNvPr>
            <p:cNvSpPr/>
            <p:nvPr/>
          </p:nvSpPr>
          <p:spPr>
            <a:xfrm rot="10800000">
              <a:off x="-380999" y="48420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9C72B700-6CD9-443F-BDC9-9F5B87385506}"/>
                </a:ext>
              </a:extLst>
            </p:cNvPr>
            <p:cNvSpPr/>
            <p:nvPr/>
          </p:nvSpPr>
          <p:spPr>
            <a:xfrm rot="10800000">
              <a:off x="-380999" y="43963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FFEEFB5F-CDFD-4608-A68A-F262BA7A7A0C}"/>
                </a:ext>
              </a:extLst>
            </p:cNvPr>
            <p:cNvSpPr/>
            <p:nvPr/>
          </p:nvSpPr>
          <p:spPr>
            <a:xfrm rot="10800000">
              <a:off x="-380999" y="39506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793667E1-E6C5-4A6C-8C9F-23FDD13B8BE7}"/>
                </a:ext>
              </a:extLst>
            </p:cNvPr>
            <p:cNvSpPr/>
            <p:nvPr/>
          </p:nvSpPr>
          <p:spPr>
            <a:xfrm rot="10800000">
              <a:off x="-380999" y="35048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52F6200-8B92-4E8F-A9F5-AEED43795013}"/>
                </a:ext>
              </a:extLst>
            </p:cNvPr>
            <p:cNvSpPr/>
            <p:nvPr/>
          </p:nvSpPr>
          <p:spPr>
            <a:xfrm rot="10800000">
              <a:off x="-380999" y="305704"/>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A482B8DA-AF24-4AB1-B6A9-A86BEDB6D212}"/>
                </a:ext>
              </a:extLst>
            </p:cNvPr>
            <p:cNvSpPr/>
            <p:nvPr/>
          </p:nvSpPr>
          <p:spPr>
            <a:xfrm rot="10800000">
              <a:off x="-336216" y="573773"/>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C29D5502-7F9F-4D5C-A7CC-9B9DBB1E39F1}"/>
                </a:ext>
              </a:extLst>
            </p:cNvPr>
            <p:cNvSpPr/>
            <p:nvPr/>
          </p:nvSpPr>
          <p:spPr>
            <a:xfrm rot="10800000">
              <a:off x="-336216" y="529200"/>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961938F3-67E1-4247-B944-C215C64E4E68}"/>
                </a:ext>
              </a:extLst>
            </p:cNvPr>
            <p:cNvSpPr/>
            <p:nvPr/>
          </p:nvSpPr>
          <p:spPr>
            <a:xfrm rot="10800000">
              <a:off x="-336216" y="48441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4B0A8CB0-9113-43D3-A925-F49092878B48}"/>
                </a:ext>
              </a:extLst>
            </p:cNvPr>
            <p:cNvSpPr/>
            <p:nvPr/>
          </p:nvSpPr>
          <p:spPr>
            <a:xfrm rot="10800000">
              <a:off x="-336216" y="43984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2629CC0E-66D1-4348-9589-891C0D035CB7}"/>
                </a:ext>
              </a:extLst>
            </p:cNvPr>
            <p:cNvSpPr/>
            <p:nvPr/>
          </p:nvSpPr>
          <p:spPr>
            <a:xfrm rot="10800000">
              <a:off x="-336216" y="395271"/>
              <a:ext cx="2103" cy="2103"/>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698EE036-2984-4060-96EC-9FAB41137259}"/>
                </a:ext>
              </a:extLst>
            </p:cNvPr>
            <p:cNvSpPr/>
            <p:nvPr/>
          </p:nvSpPr>
          <p:spPr>
            <a:xfrm rot="10800000">
              <a:off x="-336216" y="35069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43F63FDD-5BD4-4C88-AEF3-12C326CF9F23}"/>
                </a:ext>
              </a:extLst>
            </p:cNvPr>
            <p:cNvSpPr/>
            <p:nvPr/>
          </p:nvSpPr>
          <p:spPr>
            <a:xfrm rot="10800000">
              <a:off x="-336216" y="30591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80723F31-E448-4E5A-97A4-F395C039D6AE}"/>
                </a:ext>
              </a:extLst>
            </p:cNvPr>
            <p:cNvSpPr/>
            <p:nvPr/>
          </p:nvSpPr>
          <p:spPr>
            <a:xfrm rot="10800000">
              <a:off x="-293325" y="572091"/>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B8C79196-9B7E-4EB8-BF63-ADD9BA2BD605}"/>
                </a:ext>
              </a:extLst>
            </p:cNvPr>
            <p:cNvSpPr/>
            <p:nvPr/>
          </p:nvSpPr>
          <p:spPr>
            <a:xfrm rot="10800000">
              <a:off x="-293325" y="52751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0D79EFAF-BE87-4E2F-9568-BDE523CF8C87}"/>
                </a:ext>
              </a:extLst>
            </p:cNvPr>
            <p:cNvSpPr/>
            <p:nvPr/>
          </p:nvSpPr>
          <p:spPr>
            <a:xfrm rot="10800000">
              <a:off x="-293325" y="48273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E821BF8B-32BA-4AAE-8AC3-A1EE9858C4EE}"/>
                </a:ext>
              </a:extLst>
            </p:cNvPr>
            <p:cNvSpPr/>
            <p:nvPr/>
          </p:nvSpPr>
          <p:spPr>
            <a:xfrm rot="10800000">
              <a:off x="-293325" y="43816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EDD242B3-CA5A-4FC3-97E6-9A0DDB7128DC}"/>
                </a:ext>
              </a:extLst>
            </p:cNvPr>
            <p:cNvSpPr/>
            <p:nvPr/>
          </p:nvSpPr>
          <p:spPr>
            <a:xfrm rot="10800000">
              <a:off x="-293325" y="39358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B6CB0F14-8DD2-4D8E-A405-396AEC8E1DC6}"/>
                </a:ext>
              </a:extLst>
            </p:cNvPr>
            <p:cNvSpPr/>
            <p:nvPr/>
          </p:nvSpPr>
          <p:spPr>
            <a:xfrm rot="10800000">
              <a:off x="-293325" y="34901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9818A21-5D2B-443A-816E-52ABD0C40197}"/>
                </a:ext>
              </a:extLst>
            </p:cNvPr>
            <p:cNvSpPr/>
            <p:nvPr/>
          </p:nvSpPr>
          <p:spPr>
            <a:xfrm rot="10800000">
              <a:off x="-293325" y="30423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F9E3D36C-A67C-4624-A568-8BD93C44B921}"/>
                </a:ext>
              </a:extLst>
            </p:cNvPr>
            <p:cNvSpPr/>
            <p:nvPr/>
          </p:nvSpPr>
          <p:spPr>
            <a:xfrm rot="10800000">
              <a:off x="-248542" y="572301"/>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B5E8BB70-7A62-41FD-AB3B-1868D2D1EC94}"/>
                </a:ext>
              </a:extLst>
            </p:cNvPr>
            <p:cNvSpPr/>
            <p:nvPr/>
          </p:nvSpPr>
          <p:spPr>
            <a:xfrm rot="10800000">
              <a:off x="-248542" y="527728"/>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49597772-84D3-4D23-A044-B1AFC8EBC9DF}"/>
                </a:ext>
              </a:extLst>
            </p:cNvPr>
            <p:cNvSpPr/>
            <p:nvPr/>
          </p:nvSpPr>
          <p:spPr>
            <a:xfrm rot="10800000">
              <a:off x="-248542" y="482945"/>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E1B5B3F4-3C82-491C-B4F5-11020ED31BFB}"/>
                </a:ext>
              </a:extLst>
            </p:cNvPr>
            <p:cNvSpPr/>
            <p:nvPr/>
          </p:nvSpPr>
          <p:spPr>
            <a:xfrm rot="10800000">
              <a:off x="-248542" y="43837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A356BBE8-0F23-4815-B1B9-0CBFD7308936}"/>
                </a:ext>
              </a:extLst>
            </p:cNvPr>
            <p:cNvSpPr/>
            <p:nvPr/>
          </p:nvSpPr>
          <p:spPr>
            <a:xfrm rot="10800000">
              <a:off x="-248542" y="393799"/>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9020E073-4C96-4735-83A4-8281AB4DBF9C}"/>
                </a:ext>
              </a:extLst>
            </p:cNvPr>
            <p:cNvSpPr/>
            <p:nvPr/>
          </p:nvSpPr>
          <p:spPr>
            <a:xfrm rot="10800000">
              <a:off x="-248542" y="349226"/>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A2E7E870-D683-46D0-9B94-B924C6AC86CD}"/>
                </a:ext>
              </a:extLst>
            </p:cNvPr>
            <p:cNvSpPr/>
            <p:nvPr/>
          </p:nvSpPr>
          <p:spPr>
            <a:xfrm rot="10800000">
              <a:off x="-248542" y="30444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A9AA1F97-59EA-42B5-9338-46606952668E}"/>
                </a:ext>
              </a:extLst>
            </p:cNvPr>
            <p:cNvSpPr/>
            <p:nvPr/>
          </p:nvSpPr>
          <p:spPr>
            <a:xfrm rot="10800000">
              <a:off x="-203338" y="57272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EB2AD091-F981-4716-A560-F6AD5304A4FA}"/>
                </a:ext>
              </a:extLst>
            </p:cNvPr>
            <p:cNvSpPr/>
            <p:nvPr/>
          </p:nvSpPr>
          <p:spPr>
            <a:xfrm rot="10800000">
              <a:off x="-203338" y="52814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6E10820A-9461-49E8-BF56-C5CABC7EB8E9}"/>
                </a:ext>
              </a:extLst>
            </p:cNvPr>
            <p:cNvSpPr/>
            <p:nvPr/>
          </p:nvSpPr>
          <p:spPr>
            <a:xfrm rot="10800000">
              <a:off x="-203338" y="48336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6B1E49BB-0B01-4267-B469-94963E638FDD}"/>
                </a:ext>
              </a:extLst>
            </p:cNvPr>
            <p:cNvSpPr/>
            <p:nvPr/>
          </p:nvSpPr>
          <p:spPr>
            <a:xfrm rot="10800000">
              <a:off x="-203338" y="43879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FAF3F656-1DFE-4E23-BF39-AB169BCD4A19}"/>
                </a:ext>
              </a:extLst>
            </p:cNvPr>
            <p:cNvSpPr/>
            <p:nvPr/>
          </p:nvSpPr>
          <p:spPr>
            <a:xfrm rot="10800000">
              <a:off x="-203338" y="39421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6FDAB788-85F3-4951-87AA-7A88DC64E048}"/>
                </a:ext>
              </a:extLst>
            </p:cNvPr>
            <p:cNvSpPr/>
            <p:nvPr/>
          </p:nvSpPr>
          <p:spPr>
            <a:xfrm rot="10800000">
              <a:off x="-203338" y="34964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9E0047E-853F-4F02-9EA2-EF1E00ACCC4D}"/>
                </a:ext>
              </a:extLst>
            </p:cNvPr>
            <p:cNvSpPr/>
            <p:nvPr/>
          </p:nvSpPr>
          <p:spPr>
            <a:xfrm rot="10800000">
              <a:off x="-203338" y="304863"/>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430C8B64-C13F-4B57-8359-81B5F66E52AC}"/>
                </a:ext>
              </a:extLst>
            </p:cNvPr>
            <p:cNvSpPr/>
            <p:nvPr/>
          </p:nvSpPr>
          <p:spPr>
            <a:xfrm rot="10800000">
              <a:off x="-160447" y="57104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635ACB0D-9AC7-4471-86C0-1D8A7D7F72BE}"/>
                </a:ext>
              </a:extLst>
            </p:cNvPr>
            <p:cNvSpPr/>
            <p:nvPr/>
          </p:nvSpPr>
          <p:spPr>
            <a:xfrm rot="10800000">
              <a:off x="-160447" y="52646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3B2C0D10-4A68-44D4-90D8-373E3AF700F6}"/>
                </a:ext>
              </a:extLst>
            </p:cNvPr>
            <p:cNvSpPr/>
            <p:nvPr/>
          </p:nvSpPr>
          <p:spPr>
            <a:xfrm rot="10800000">
              <a:off x="-160447" y="48168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AE98A908-580A-4CDF-BDE4-92F045195A0B}"/>
                </a:ext>
              </a:extLst>
            </p:cNvPr>
            <p:cNvSpPr/>
            <p:nvPr/>
          </p:nvSpPr>
          <p:spPr>
            <a:xfrm rot="10800000">
              <a:off x="-160447" y="43711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5A9E0183-BEEA-4C38-A016-62A4BD2B578A}"/>
                </a:ext>
              </a:extLst>
            </p:cNvPr>
            <p:cNvSpPr/>
            <p:nvPr/>
          </p:nvSpPr>
          <p:spPr>
            <a:xfrm rot="10800000">
              <a:off x="-160447" y="39253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15FF5BE3-1427-44A5-B746-1EE54F65372E}"/>
                </a:ext>
              </a:extLst>
            </p:cNvPr>
            <p:cNvSpPr/>
            <p:nvPr/>
          </p:nvSpPr>
          <p:spPr>
            <a:xfrm rot="10800000">
              <a:off x="-160447" y="34796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F3CBA1C8-1D4F-4F37-A034-F42D75F08F57}"/>
                </a:ext>
              </a:extLst>
            </p:cNvPr>
            <p:cNvSpPr/>
            <p:nvPr/>
          </p:nvSpPr>
          <p:spPr>
            <a:xfrm rot="10800000">
              <a:off x="-160447" y="303181"/>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8024730B-14F1-4666-A080-E52B2B056678}"/>
                </a:ext>
              </a:extLst>
            </p:cNvPr>
            <p:cNvSpPr/>
            <p:nvPr/>
          </p:nvSpPr>
          <p:spPr>
            <a:xfrm rot="10800000">
              <a:off x="-115453" y="571460"/>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2B6B5692-2063-4367-9CF1-FC6CDFBE8B41}"/>
                </a:ext>
              </a:extLst>
            </p:cNvPr>
            <p:cNvSpPr/>
            <p:nvPr/>
          </p:nvSpPr>
          <p:spPr>
            <a:xfrm rot="10800000">
              <a:off x="-115453" y="526887"/>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44C4A77E-0B7C-4B5B-BBAA-3E71EE73BDB3}"/>
                </a:ext>
              </a:extLst>
            </p:cNvPr>
            <p:cNvSpPr/>
            <p:nvPr/>
          </p:nvSpPr>
          <p:spPr>
            <a:xfrm rot="10800000">
              <a:off x="-115453" y="482104"/>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D235E2FF-3F04-430B-B2AC-C86EB74ABA4F}"/>
                </a:ext>
              </a:extLst>
            </p:cNvPr>
            <p:cNvSpPr/>
            <p:nvPr/>
          </p:nvSpPr>
          <p:spPr>
            <a:xfrm rot="10800000">
              <a:off x="-115453" y="43753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279984C-23C7-4D28-8F7D-F4EAD245EFD7}"/>
                </a:ext>
              </a:extLst>
            </p:cNvPr>
            <p:cNvSpPr/>
            <p:nvPr/>
          </p:nvSpPr>
          <p:spPr>
            <a:xfrm rot="10800000">
              <a:off x="-115453" y="392958"/>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975770C-2692-4C64-975B-DD8E03F0B8D4}"/>
                </a:ext>
              </a:extLst>
            </p:cNvPr>
            <p:cNvSpPr/>
            <p:nvPr/>
          </p:nvSpPr>
          <p:spPr>
            <a:xfrm rot="10800000">
              <a:off x="-115453" y="348385"/>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28051673-329A-4AFE-95CD-FD222E32400C}"/>
                </a:ext>
              </a:extLst>
            </p:cNvPr>
            <p:cNvSpPr/>
            <p:nvPr/>
          </p:nvSpPr>
          <p:spPr>
            <a:xfrm rot="10800000">
              <a:off x="-115453" y="30360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4822F7D5-8762-49E6-9152-8F5F993172DE}"/>
                </a:ext>
              </a:extLst>
            </p:cNvPr>
            <p:cNvSpPr/>
            <p:nvPr/>
          </p:nvSpPr>
          <p:spPr>
            <a:xfrm rot="10800000">
              <a:off x="-70670" y="57167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C647364B-D3C2-4497-AD22-690B2CA81E4E}"/>
                </a:ext>
              </a:extLst>
            </p:cNvPr>
            <p:cNvSpPr/>
            <p:nvPr/>
          </p:nvSpPr>
          <p:spPr>
            <a:xfrm rot="10800000">
              <a:off x="-70670" y="52709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67DF429E-CD56-4D0E-88FB-422F848E2601}"/>
                </a:ext>
              </a:extLst>
            </p:cNvPr>
            <p:cNvSpPr/>
            <p:nvPr/>
          </p:nvSpPr>
          <p:spPr>
            <a:xfrm rot="10800000">
              <a:off x="-70670" y="482314"/>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E06D672-E030-4D02-BA41-B812CCBBEC33}"/>
                </a:ext>
              </a:extLst>
            </p:cNvPr>
            <p:cNvSpPr/>
            <p:nvPr/>
          </p:nvSpPr>
          <p:spPr>
            <a:xfrm rot="10800000">
              <a:off x="-70670" y="43774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06EF92ED-66FA-4448-A302-29551DF3E2A4}"/>
                </a:ext>
              </a:extLst>
            </p:cNvPr>
            <p:cNvSpPr/>
            <p:nvPr/>
          </p:nvSpPr>
          <p:spPr>
            <a:xfrm rot="10800000">
              <a:off x="-70670" y="39316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7D02BD-06F0-4925-B940-4BD900AA7EAB}"/>
                </a:ext>
              </a:extLst>
            </p:cNvPr>
            <p:cNvSpPr/>
            <p:nvPr/>
          </p:nvSpPr>
          <p:spPr>
            <a:xfrm rot="10800000">
              <a:off x="-70670" y="348595"/>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5A0D96EE-AF16-463D-B0BA-3E70F93AA48A}"/>
                </a:ext>
              </a:extLst>
            </p:cNvPr>
            <p:cNvSpPr/>
            <p:nvPr/>
          </p:nvSpPr>
          <p:spPr>
            <a:xfrm rot="10800000">
              <a:off x="-70670" y="303812"/>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B0C0295A-AC82-411A-BC7C-0EF2F796B4A0}"/>
                </a:ext>
              </a:extLst>
            </p:cNvPr>
            <p:cNvSpPr/>
            <p:nvPr/>
          </p:nvSpPr>
          <p:spPr>
            <a:xfrm rot="10800000">
              <a:off x="-27568" y="56998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772D3B42-5845-4AF6-92C8-F2FC1334694F}"/>
                </a:ext>
              </a:extLst>
            </p:cNvPr>
            <p:cNvSpPr/>
            <p:nvPr/>
          </p:nvSpPr>
          <p:spPr>
            <a:xfrm rot="10800000">
              <a:off x="-27568" y="52541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41C8D0C3-13AE-4154-91A3-42F9E0AB3EFF}"/>
                </a:ext>
              </a:extLst>
            </p:cNvPr>
            <p:cNvSpPr/>
            <p:nvPr/>
          </p:nvSpPr>
          <p:spPr>
            <a:xfrm rot="10800000">
              <a:off x="-27568" y="480632"/>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1E967188-47C2-478F-87A8-F3217E382C8C}"/>
                </a:ext>
              </a:extLst>
            </p:cNvPr>
            <p:cNvSpPr/>
            <p:nvPr/>
          </p:nvSpPr>
          <p:spPr>
            <a:xfrm rot="10800000">
              <a:off x="-27568" y="43605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96B6527F-BB50-49B3-8AE7-AC4827E7AE19}"/>
                </a:ext>
              </a:extLst>
            </p:cNvPr>
            <p:cNvSpPr/>
            <p:nvPr/>
          </p:nvSpPr>
          <p:spPr>
            <a:xfrm rot="10800000">
              <a:off x="-27568" y="39148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1FA2732B-33EC-44CC-9B35-84570FB2D393}"/>
                </a:ext>
              </a:extLst>
            </p:cNvPr>
            <p:cNvSpPr/>
            <p:nvPr/>
          </p:nvSpPr>
          <p:spPr>
            <a:xfrm rot="10800000">
              <a:off x="-27568" y="346913"/>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05A45443-4EBC-4BAA-AAF4-508F7C168760}"/>
                </a:ext>
              </a:extLst>
            </p:cNvPr>
            <p:cNvSpPr/>
            <p:nvPr/>
          </p:nvSpPr>
          <p:spPr>
            <a:xfrm rot="10800000">
              <a:off x="-27568" y="302130"/>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259E3F87-21F2-44F6-A101-F3843E741FDA}"/>
                </a:ext>
              </a:extLst>
            </p:cNvPr>
            <p:cNvSpPr/>
            <p:nvPr/>
          </p:nvSpPr>
          <p:spPr>
            <a:xfrm rot="10800000">
              <a:off x="17425" y="570409"/>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B31A97DF-DB8A-4972-AD43-F30C44108F48}"/>
                </a:ext>
              </a:extLst>
            </p:cNvPr>
            <p:cNvSpPr/>
            <p:nvPr/>
          </p:nvSpPr>
          <p:spPr>
            <a:xfrm rot="10800000">
              <a:off x="17425" y="52583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6ED82AAF-DEF3-46EE-8A0F-37C25F61F079}"/>
                </a:ext>
              </a:extLst>
            </p:cNvPr>
            <p:cNvSpPr/>
            <p:nvPr/>
          </p:nvSpPr>
          <p:spPr>
            <a:xfrm rot="10800000">
              <a:off x="17425" y="48105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D2E0A0F9-6814-4359-9255-4177AF6E4857}"/>
                </a:ext>
              </a:extLst>
            </p:cNvPr>
            <p:cNvSpPr/>
            <p:nvPr/>
          </p:nvSpPr>
          <p:spPr>
            <a:xfrm rot="10800000">
              <a:off x="17425" y="43648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871671A7-5592-45CE-998F-950CE44157B6}"/>
                </a:ext>
              </a:extLst>
            </p:cNvPr>
            <p:cNvSpPr/>
            <p:nvPr/>
          </p:nvSpPr>
          <p:spPr>
            <a:xfrm rot="10800000">
              <a:off x="17425" y="39190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63BEA7F6-6A1A-441C-904D-46F56743FFF0}"/>
                </a:ext>
              </a:extLst>
            </p:cNvPr>
            <p:cNvSpPr/>
            <p:nvPr/>
          </p:nvSpPr>
          <p:spPr>
            <a:xfrm rot="10800000">
              <a:off x="17425" y="34733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0A6033D1-E7F3-4FD0-946D-72F96DD51AD6}"/>
                </a:ext>
              </a:extLst>
            </p:cNvPr>
            <p:cNvSpPr/>
            <p:nvPr/>
          </p:nvSpPr>
          <p:spPr>
            <a:xfrm rot="10800000">
              <a:off x="17425" y="30255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FF9FAB47-AC7A-4AA1-A28E-B6AAC9260E38}"/>
                </a:ext>
              </a:extLst>
            </p:cNvPr>
            <p:cNvSpPr/>
            <p:nvPr/>
          </p:nvSpPr>
          <p:spPr>
            <a:xfrm rot="10800000">
              <a:off x="60316" y="568727"/>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624F0CCD-C489-4E74-A1CD-DAD3B2538FC5}"/>
                </a:ext>
              </a:extLst>
            </p:cNvPr>
            <p:cNvSpPr/>
            <p:nvPr/>
          </p:nvSpPr>
          <p:spPr>
            <a:xfrm rot="10800000">
              <a:off x="60316" y="52415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2429E951-3AD6-4A8F-9A64-77527FC83274}"/>
                </a:ext>
              </a:extLst>
            </p:cNvPr>
            <p:cNvSpPr/>
            <p:nvPr/>
          </p:nvSpPr>
          <p:spPr>
            <a:xfrm rot="10800000">
              <a:off x="60316" y="47937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96EFF735-0A76-426E-B083-43C5F15EED53}"/>
                </a:ext>
              </a:extLst>
            </p:cNvPr>
            <p:cNvSpPr/>
            <p:nvPr/>
          </p:nvSpPr>
          <p:spPr>
            <a:xfrm rot="10800000">
              <a:off x="60316" y="43479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ED1F5828-1274-43B0-8BE9-036FEB213C60}"/>
                </a:ext>
              </a:extLst>
            </p:cNvPr>
            <p:cNvSpPr/>
            <p:nvPr/>
          </p:nvSpPr>
          <p:spPr>
            <a:xfrm rot="10800000">
              <a:off x="60316" y="39022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BF704A94-D998-4340-B238-DE154C10EF15}"/>
                </a:ext>
              </a:extLst>
            </p:cNvPr>
            <p:cNvSpPr/>
            <p:nvPr/>
          </p:nvSpPr>
          <p:spPr>
            <a:xfrm rot="10800000">
              <a:off x="60316" y="34565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74A9BA27-64C4-43F5-AF0B-FCAE9FE5433D}"/>
                </a:ext>
              </a:extLst>
            </p:cNvPr>
            <p:cNvSpPr/>
            <p:nvPr/>
          </p:nvSpPr>
          <p:spPr>
            <a:xfrm rot="10800000">
              <a:off x="60316" y="30086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158B9FA9-F0EE-40D1-AADD-471B9349636C}"/>
                </a:ext>
              </a:extLst>
            </p:cNvPr>
            <p:cNvSpPr/>
            <p:nvPr/>
          </p:nvSpPr>
          <p:spPr>
            <a:xfrm rot="10800000">
              <a:off x="105099" y="568937"/>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DA0F6DE6-DB1A-467E-89A8-FA25DAF733C2}"/>
                </a:ext>
              </a:extLst>
            </p:cNvPr>
            <p:cNvSpPr/>
            <p:nvPr/>
          </p:nvSpPr>
          <p:spPr>
            <a:xfrm rot="10800000">
              <a:off x="105099" y="524364"/>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A51B568E-A754-4234-9421-627F4ECDDB0F}"/>
                </a:ext>
              </a:extLst>
            </p:cNvPr>
            <p:cNvSpPr/>
            <p:nvPr/>
          </p:nvSpPr>
          <p:spPr>
            <a:xfrm rot="10800000">
              <a:off x="105099" y="479581"/>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2341A983-7316-4609-BD48-EF249D4BD245}"/>
                </a:ext>
              </a:extLst>
            </p:cNvPr>
            <p:cNvSpPr/>
            <p:nvPr/>
          </p:nvSpPr>
          <p:spPr>
            <a:xfrm rot="10800000">
              <a:off x="105099" y="43500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ABB2CE4E-6C37-4CB2-B43A-2264BACF1246}"/>
                </a:ext>
              </a:extLst>
            </p:cNvPr>
            <p:cNvSpPr/>
            <p:nvPr/>
          </p:nvSpPr>
          <p:spPr>
            <a:xfrm rot="10800000">
              <a:off x="105099" y="390435"/>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11E565EA-1252-4F0B-844C-31D920E5FC77}"/>
                </a:ext>
              </a:extLst>
            </p:cNvPr>
            <p:cNvSpPr/>
            <p:nvPr/>
          </p:nvSpPr>
          <p:spPr>
            <a:xfrm rot="10800000">
              <a:off x="105099" y="345862"/>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3E5AC385-3DE7-442C-9DF0-C770343F2F0F}"/>
                </a:ext>
              </a:extLst>
            </p:cNvPr>
            <p:cNvSpPr/>
            <p:nvPr/>
          </p:nvSpPr>
          <p:spPr>
            <a:xfrm rot="10800000">
              <a:off x="105099" y="30107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1C0D8C8C-6B3D-4144-82F4-60D8A4073E46}"/>
                </a:ext>
              </a:extLst>
            </p:cNvPr>
            <p:cNvSpPr/>
            <p:nvPr/>
          </p:nvSpPr>
          <p:spPr>
            <a:xfrm rot="10800000">
              <a:off x="150303" y="613931"/>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81CE229A-968D-4A43-A2AC-B2F599426F33}"/>
                </a:ext>
              </a:extLst>
            </p:cNvPr>
            <p:cNvSpPr/>
            <p:nvPr/>
          </p:nvSpPr>
          <p:spPr>
            <a:xfrm rot="10800000">
              <a:off x="150303" y="56935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68DE07B8-487D-4918-829D-47BBF41D1151}"/>
                </a:ext>
              </a:extLst>
            </p:cNvPr>
            <p:cNvSpPr/>
            <p:nvPr/>
          </p:nvSpPr>
          <p:spPr>
            <a:xfrm rot="10800000">
              <a:off x="150303" y="52478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B353E69D-93C7-46CF-9A3F-0E311BB29BE9}"/>
                </a:ext>
              </a:extLst>
            </p:cNvPr>
            <p:cNvSpPr/>
            <p:nvPr/>
          </p:nvSpPr>
          <p:spPr>
            <a:xfrm rot="10800000">
              <a:off x="150303" y="48000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582D8037-53AB-486E-AD2E-EC7359A6F198}"/>
                </a:ext>
              </a:extLst>
            </p:cNvPr>
            <p:cNvSpPr/>
            <p:nvPr/>
          </p:nvSpPr>
          <p:spPr>
            <a:xfrm rot="10800000">
              <a:off x="150303" y="43542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26351F9F-8147-4C92-A515-EF46E4B0A781}"/>
                </a:ext>
              </a:extLst>
            </p:cNvPr>
            <p:cNvSpPr/>
            <p:nvPr/>
          </p:nvSpPr>
          <p:spPr>
            <a:xfrm rot="10800000">
              <a:off x="150303" y="39085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EB26EAE0-9894-44F9-9BA5-203B2ED769ED}"/>
                </a:ext>
              </a:extLst>
            </p:cNvPr>
            <p:cNvSpPr/>
            <p:nvPr/>
          </p:nvSpPr>
          <p:spPr>
            <a:xfrm rot="10800000">
              <a:off x="150303" y="34628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D7F8F475-A425-4089-9DFC-3B507E5C45A7}"/>
                </a:ext>
              </a:extLst>
            </p:cNvPr>
            <p:cNvSpPr/>
            <p:nvPr/>
          </p:nvSpPr>
          <p:spPr>
            <a:xfrm rot="10800000">
              <a:off x="150303" y="301499"/>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EED3077A-1904-4E1E-BFA2-68B5F230C141}"/>
                </a:ext>
              </a:extLst>
            </p:cNvPr>
            <p:cNvSpPr/>
            <p:nvPr/>
          </p:nvSpPr>
          <p:spPr>
            <a:xfrm rot="10800000">
              <a:off x="193194" y="612249"/>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25AF3935-6B1F-4907-AEC6-3CE5C85D1804}"/>
                </a:ext>
              </a:extLst>
            </p:cNvPr>
            <p:cNvSpPr/>
            <p:nvPr/>
          </p:nvSpPr>
          <p:spPr>
            <a:xfrm rot="10800000">
              <a:off x="193194" y="56767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23AECD5B-F6F3-434F-ABE0-F8516E7D4ABF}"/>
                </a:ext>
              </a:extLst>
            </p:cNvPr>
            <p:cNvSpPr/>
            <p:nvPr/>
          </p:nvSpPr>
          <p:spPr>
            <a:xfrm rot="10800000">
              <a:off x="193194" y="52310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0A8C81C3-C70E-4E06-9E65-23CF7D228E75}"/>
                </a:ext>
              </a:extLst>
            </p:cNvPr>
            <p:cNvSpPr/>
            <p:nvPr/>
          </p:nvSpPr>
          <p:spPr>
            <a:xfrm rot="10800000">
              <a:off x="193194" y="47832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36D2FEB1-26FD-463D-AFE1-E987EB77EB3B}"/>
                </a:ext>
              </a:extLst>
            </p:cNvPr>
            <p:cNvSpPr/>
            <p:nvPr/>
          </p:nvSpPr>
          <p:spPr>
            <a:xfrm rot="10800000">
              <a:off x="193194" y="43374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622ADF11-695E-431C-B4BA-F74B8B1C4BE4}"/>
                </a:ext>
              </a:extLst>
            </p:cNvPr>
            <p:cNvSpPr/>
            <p:nvPr/>
          </p:nvSpPr>
          <p:spPr>
            <a:xfrm rot="10800000">
              <a:off x="193194" y="38917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4653FD77-3606-4E3B-87A7-8070C64AF01F}"/>
                </a:ext>
              </a:extLst>
            </p:cNvPr>
            <p:cNvSpPr/>
            <p:nvPr/>
          </p:nvSpPr>
          <p:spPr>
            <a:xfrm rot="10800000">
              <a:off x="193194" y="34460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E8104F77-8C37-4DB7-B091-E53DD897E87B}"/>
                </a:ext>
              </a:extLst>
            </p:cNvPr>
            <p:cNvSpPr/>
            <p:nvPr/>
          </p:nvSpPr>
          <p:spPr>
            <a:xfrm rot="10800000">
              <a:off x="193194" y="299817"/>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F639BDC8-E1CE-47BD-9F59-AE6969476BA3}"/>
                </a:ext>
              </a:extLst>
            </p:cNvPr>
            <p:cNvSpPr/>
            <p:nvPr/>
          </p:nvSpPr>
          <p:spPr>
            <a:xfrm rot="10800000">
              <a:off x="237978" y="612459"/>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946D5446-420C-4574-8C8B-25E12AB2223B}"/>
                </a:ext>
              </a:extLst>
            </p:cNvPr>
            <p:cNvSpPr/>
            <p:nvPr/>
          </p:nvSpPr>
          <p:spPr>
            <a:xfrm rot="10800000">
              <a:off x="237978" y="567886"/>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287CEF76-758F-41F2-AF8B-EE32732C793F}"/>
                </a:ext>
              </a:extLst>
            </p:cNvPr>
            <p:cNvSpPr/>
            <p:nvPr/>
          </p:nvSpPr>
          <p:spPr>
            <a:xfrm rot="10800000">
              <a:off x="237978" y="52331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2D2D2D29-ADA2-4D44-AC8F-2EA6CDDDC6C0}"/>
                </a:ext>
              </a:extLst>
            </p:cNvPr>
            <p:cNvSpPr/>
            <p:nvPr/>
          </p:nvSpPr>
          <p:spPr>
            <a:xfrm rot="10800000">
              <a:off x="237978" y="47853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30788AF3-E0B7-42E5-B3D8-AE55A027D0E7}"/>
                </a:ext>
              </a:extLst>
            </p:cNvPr>
            <p:cNvSpPr/>
            <p:nvPr/>
          </p:nvSpPr>
          <p:spPr>
            <a:xfrm rot="10800000">
              <a:off x="237978" y="43395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AC860C67-5897-4AB0-9C15-C906053A0A00}"/>
                </a:ext>
              </a:extLst>
            </p:cNvPr>
            <p:cNvSpPr/>
            <p:nvPr/>
          </p:nvSpPr>
          <p:spPr>
            <a:xfrm rot="10800000">
              <a:off x="237978" y="38938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4983544C-C12D-492E-931C-EF42A6BBD69D}"/>
                </a:ext>
              </a:extLst>
            </p:cNvPr>
            <p:cNvSpPr/>
            <p:nvPr/>
          </p:nvSpPr>
          <p:spPr>
            <a:xfrm rot="10800000">
              <a:off x="237978" y="34481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764E72A4-595F-4958-89E3-367AEC743908}"/>
                </a:ext>
              </a:extLst>
            </p:cNvPr>
            <p:cNvSpPr/>
            <p:nvPr/>
          </p:nvSpPr>
          <p:spPr>
            <a:xfrm rot="10800000">
              <a:off x="237978" y="30002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8F9CBC84-B173-4DBE-9C56-BDAEE4CFA83D}"/>
                </a:ext>
              </a:extLst>
            </p:cNvPr>
            <p:cNvSpPr/>
            <p:nvPr/>
          </p:nvSpPr>
          <p:spPr>
            <a:xfrm rot="10800000">
              <a:off x="282971" y="61288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F331FAE7-EA5F-4C23-AB93-361E1133A770}"/>
                </a:ext>
              </a:extLst>
            </p:cNvPr>
            <p:cNvSpPr/>
            <p:nvPr/>
          </p:nvSpPr>
          <p:spPr>
            <a:xfrm rot="10800000">
              <a:off x="282971" y="56830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68CCAB8D-2EC4-40E3-8031-4BB8AC5ADA16}"/>
                </a:ext>
              </a:extLst>
            </p:cNvPr>
            <p:cNvSpPr/>
            <p:nvPr/>
          </p:nvSpPr>
          <p:spPr>
            <a:xfrm rot="10800000">
              <a:off x="282971" y="52373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77893976-E15C-458A-901A-5264F48A1D11}"/>
                </a:ext>
              </a:extLst>
            </p:cNvPr>
            <p:cNvSpPr/>
            <p:nvPr/>
          </p:nvSpPr>
          <p:spPr>
            <a:xfrm rot="10800000">
              <a:off x="282971" y="47895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AB0858FE-4D81-48D1-B025-2303F0B72D64}"/>
                </a:ext>
              </a:extLst>
            </p:cNvPr>
            <p:cNvSpPr/>
            <p:nvPr/>
          </p:nvSpPr>
          <p:spPr>
            <a:xfrm rot="10800000">
              <a:off x="282971" y="43437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E46EC9CC-2F0B-49B6-97C4-8BDC5818C02F}"/>
                </a:ext>
              </a:extLst>
            </p:cNvPr>
            <p:cNvSpPr/>
            <p:nvPr/>
          </p:nvSpPr>
          <p:spPr>
            <a:xfrm rot="10800000">
              <a:off x="282971" y="38980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85640EA8-03FB-4309-B0F2-52496122AFE0}"/>
                </a:ext>
              </a:extLst>
            </p:cNvPr>
            <p:cNvSpPr/>
            <p:nvPr/>
          </p:nvSpPr>
          <p:spPr>
            <a:xfrm rot="10800000">
              <a:off x="282971" y="345231"/>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16B9A706-7B5B-424C-80F3-BBC91E2D5B06}"/>
                </a:ext>
              </a:extLst>
            </p:cNvPr>
            <p:cNvSpPr/>
            <p:nvPr/>
          </p:nvSpPr>
          <p:spPr>
            <a:xfrm rot="10800000">
              <a:off x="282971" y="300448"/>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4AC74D3C-839E-4FA3-ADF0-386DD04B4DA4}"/>
                </a:ext>
              </a:extLst>
            </p:cNvPr>
            <p:cNvSpPr/>
            <p:nvPr/>
          </p:nvSpPr>
          <p:spPr>
            <a:xfrm rot="10800000">
              <a:off x="326073" y="61119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C9A85423-4C04-4C2D-9790-D1FB786A3D55}"/>
                </a:ext>
              </a:extLst>
            </p:cNvPr>
            <p:cNvSpPr/>
            <p:nvPr/>
          </p:nvSpPr>
          <p:spPr>
            <a:xfrm rot="10800000">
              <a:off x="326073" y="56662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64BF243B-39D2-4590-9962-610C297FFE4B}"/>
                </a:ext>
              </a:extLst>
            </p:cNvPr>
            <p:cNvSpPr/>
            <p:nvPr/>
          </p:nvSpPr>
          <p:spPr>
            <a:xfrm rot="10800000">
              <a:off x="326073" y="52205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22A014E0-C9A9-4049-AE3D-45477AC34F02}"/>
                </a:ext>
              </a:extLst>
            </p:cNvPr>
            <p:cNvSpPr/>
            <p:nvPr/>
          </p:nvSpPr>
          <p:spPr>
            <a:xfrm rot="10800000">
              <a:off x="326073" y="47726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DC72ACAF-17DF-4F45-B996-F130ACB04DC7}"/>
                </a:ext>
              </a:extLst>
            </p:cNvPr>
            <p:cNvSpPr/>
            <p:nvPr/>
          </p:nvSpPr>
          <p:spPr>
            <a:xfrm rot="10800000">
              <a:off x="326073" y="43269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7394EEF3-2ED9-4A45-A43E-5502C23F562C}"/>
                </a:ext>
              </a:extLst>
            </p:cNvPr>
            <p:cNvSpPr/>
            <p:nvPr/>
          </p:nvSpPr>
          <p:spPr>
            <a:xfrm rot="10800000">
              <a:off x="326073" y="38812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7199853A-1727-43DE-AF28-E5E97F9AE64E}"/>
                </a:ext>
              </a:extLst>
            </p:cNvPr>
            <p:cNvSpPr/>
            <p:nvPr/>
          </p:nvSpPr>
          <p:spPr>
            <a:xfrm rot="10800000">
              <a:off x="326073" y="343549"/>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9E6F8BFF-B447-4813-9110-07B450CC8E3F}"/>
                </a:ext>
              </a:extLst>
            </p:cNvPr>
            <p:cNvSpPr/>
            <p:nvPr/>
          </p:nvSpPr>
          <p:spPr>
            <a:xfrm rot="10800000">
              <a:off x="326073" y="298766"/>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57DFAE82-9025-4ACD-B192-AA74E7CFA6A2}"/>
                </a:ext>
              </a:extLst>
            </p:cNvPr>
            <p:cNvSpPr/>
            <p:nvPr/>
          </p:nvSpPr>
          <p:spPr>
            <a:xfrm rot="10800000">
              <a:off x="370856" y="655981"/>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88B62711-8DB8-4298-8717-F921CA300435}"/>
                </a:ext>
              </a:extLst>
            </p:cNvPr>
            <p:cNvSpPr/>
            <p:nvPr/>
          </p:nvSpPr>
          <p:spPr>
            <a:xfrm rot="10800000">
              <a:off x="370856" y="611408"/>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B0E72457-164E-41D3-BCF5-EED1EF5D392A}"/>
                </a:ext>
              </a:extLst>
            </p:cNvPr>
            <p:cNvSpPr/>
            <p:nvPr/>
          </p:nvSpPr>
          <p:spPr>
            <a:xfrm rot="10800000">
              <a:off x="370856" y="56683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5009C5E1-CE63-4E95-BD4B-56B56AA7B676}"/>
                </a:ext>
              </a:extLst>
            </p:cNvPr>
            <p:cNvSpPr/>
            <p:nvPr/>
          </p:nvSpPr>
          <p:spPr>
            <a:xfrm rot="10800000">
              <a:off x="370856" y="52226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0B7880F6-8588-40CB-B68D-DBA22387F1FB}"/>
                </a:ext>
              </a:extLst>
            </p:cNvPr>
            <p:cNvSpPr/>
            <p:nvPr/>
          </p:nvSpPr>
          <p:spPr>
            <a:xfrm rot="10800000">
              <a:off x="370856" y="47747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2661EBAE-6F40-4D2F-8D86-1286DF6730EC}"/>
                </a:ext>
              </a:extLst>
            </p:cNvPr>
            <p:cNvSpPr/>
            <p:nvPr/>
          </p:nvSpPr>
          <p:spPr>
            <a:xfrm rot="10800000">
              <a:off x="370856" y="43290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34C7D88C-414E-4194-A74C-E6F9D3C452C3}"/>
                </a:ext>
              </a:extLst>
            </p:cNvPr>
            <p:cNvSpPr/>
            <p:nvPr/>
          </p:nvSpPr>
          <p:spPr>
            <a:xfrm rot="10800000">
              <a:off x="370856" y="38833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FC0943D0-172D-43C2-B3B7-5321533603A7}"/>
                </a:ext>
              </a:extLst>
            </p:cNvPr>
            <p:cNvSpPr/>
            <p:nvPr/>
          </p:nvSpPr>
          <p:spPr>
            <a:xfrm rot="10800000">
              <a:off x="370856" y="34375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2FAB2434-4F05-4239-8006-EF79B16F186F}"/>
                </a:ext>
              </a:extLst>
            </p:cNvPr>
            <p:cNvSpPr/>
            <p:nvPr/>
          </p:nvSpPr>
          <p:spPr>
            <a:xfrm rot="10800000">
              <a:off x="370856" y="298976"/>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B4F35C5A-CB40-4006-837C-191771AF1237}"/>
                </a:ext>
              </a:extLst>
            </p:cNvPr>
            <p:cNvSpPr/>
            <p:nvPr/>
          </p:nvSpPr>
          <p:spPr>
            <a:xfrm rot="10800000">
              <a:off x="415849" y="65640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28F7F6B7-F290-45E6-A30F-5001704300DB}"/>
                </a:ext>
              </a:extLst>
            </p:cNvPr>
            <p:cNvSpPr/>
            <p:nvPr/>
          </p:nvSpPr>
          <p:spPr>
            <a:xfrm rot="10800000">
              <a:off x="415849" y="611828"/>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6682CAA7-AADB-4A44-AF6D-161123C6D4DF}"/>
                </a:ext>
              </a:extLst>
            </p:cNvPr>
            <p:cNvSpPr/>
            <p:nvPr/>
          </p:nvSpPr>
          <p:spPr>
            <a:xfrm rot="10800000">
              <a:off x="415849" y="567255"/>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40780419-4795-43E1-8F71-5DC475A68FFC}"/>
                </a:ext>
              </a:extLst>
            </p:cNvPr>
            <p:cNvSpPr/>
            <p:nvPr/>
          </p:nvSpPr>
          <p:spPr>
            <a:xfrm rot="10800000">
              <a:off x="415849" y="52268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3026FDE9-24C0-4D01-AC70-D9C7990B52FA}"/>
                </a:ext>
              </a:extLst>
            </p:cNvPr>
            <p:cNvSpPr/>
            <p:nvPr/>
          </p:nvSpPr>
          <p:spPr>
            <a:xfrm rot="10800000">
              <a:off x="415849" y="477899"/>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51869608-8F86-4834-A0C7-F5F341B7DDF8}"/>
                </a:ext>
              </a:extLst>
            </p:cNvPr>
            <p:cNvSpPr/>
            <p:nvPr/>
          </p:nvSpPr>
          <p:spPr>
            <a:xfrm rot="10800000">
              <a:off x="415849" y="43332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EBD0CC25-43D1-4E26-A507-8729E23D889C}"/>
                </a:ext>
              </a:extLst>
            </p:cNvPr>
            <p:cNvSpPr/>
            <p:nvPr/>
          </p:nvSpPr>
          <p:spPr>
            <a:xfrm rot="10800000">
              <a:off x="415849" y="388753"/>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F06240B5-1CA5-4F92-9377-88F99C2B07EA}"/>
                </a:ext>
              </a:extLst>
            </p:cNvPr>
            <p:cNvSpPr/>
            <p:nvPr/>
          </p:nvSpPr>
          <p:spPr>
            <a:xfrm rot="10800000">
              <a:off x="415849" y="344180"/>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52A37448-0D98-4DCA-8798-FC0FA2855358}"/>
                </a:ext>
              </a:extLst>
            </p:cNvPr>
            <p:cNvSpPr/>
            <p:nvPr/>
          </p:nvSpPr>
          <p:spPr>
            <a:xfrm rot="10800000">
              <a:off x="415849" y="29939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AA113864-FD2A-4083-8214-3BEB1AED8E80}"/>
                </a:ext>
              </a:extLst>
            </p:cNvPr>
            <p:cNvSpPr/>
            <p:nvPr/>
          </p:nvSpPr>
          <p:spPr>
            <a:xfrm rot="10800000">
              <a:off x="458951" y="654930"/>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7D762DAA-5599-48BB-BBAD-0A24BA9A709D}"/>
                </a:ext>
              </a:extLst>
            </p:cNvPr>
            <p:cNvSpPr/>
            <p:nvPr/>
          </p:nvSpPr>
          <p:spPr>
            <a:xfrm rot="10800000">
              <a:off x="458951" y="61035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7A7D2CC0-9037-4BAD-AD15-0A815A1C702A}"/>
                </a:ext>
              </a:extLst>
            </p:cNvPr>
            <p:cNvSpPr/>
            <p:nvPr/>
          </p:nvSpPr>
          <p:spPr>
            <a:xfrm rot="10800000">
              <a:off x="458951" y="56578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BEDC435B-4B6F-4D0A-99BA-5A958B651AA1}"/>
                </a:ext>
              </a:extLst>
            </p:cNvPr>
            <p:cNvSpPr/>
            <p:nvPr/>
          </p:nvSpPr>
          <p:spPr>
            <a:xfrm rot="10800000">
              <a:off x="458951" y="52121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9C29AB78-37D6-405A-A835-DF3C157C0F6B}"/>
                </a:ext>
              </a:extLst>
            </p:cNvPr>
            <p:cNvSpPr/>
            <p:nvPr/>
          </p:nvSpPr>
          <p:spPr>
            <a:xfrm rot="10800000">
              <a:off x="458951" y="47642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CAAE70FC-A3C8-46A2-9ED9-5065C00563EA}"/>
                </a:ext>
              </a:extLst>
            </p:cNvPr>
            <p:cNvSpPr/>
            <p:nvPr/>
          </p:nvSpPr>
          <p:spPr>
            <a:xfrm rot="10800000">
              <a:off x="458951" y="43185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58062B0A-9A6B-4C90-85BF-98CE3C7A63F5}"/>
                </a:ext>
              </a:extLst>
            </p:cNvPr>
            <p:cNvSpPr/>
            <p:nvPr/>
          </p:nvSpPr>
          <p:spPr>
            <a:xfrm rot="10800000">
              <a:off x="458951" y="38728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34BFAF98-ED50-4D1B-9813-F5544556A53F}"/>
                </a:ext>
              </a:extLst>
            </p:cNvPr>
            <p:cNvSpPr/>
            <p:nvPr/>
          </p:nvSpPr>
          <p:spPr>
            <a:xfrm rot="10800000">
              <a:off x="458951" y="342708"/>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057E8C0A-BDCA-4491-AC42-11D1642E5651}"/>
                </a:ext>
              </a:extLst>
            </p:cNvPr>
            <p:cNvSpPr/>
            <p:nvPr/>
          </p:nvSpPr>
          <p:spPr>
            <a:xfrm rot="10800000">
              <a:off x="458951" y="297925"/>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0D9EB3C8-C61F-4DF0-B230-75E02E49BF46}"/>
                </a:ext>
              </a:extLst>
            </p:cNvPr>
            <p:cNvSpPr/>
            <p:nvPr/>
          </p:nvSpPr>
          <p:spPr>
            <a:xfrm rot="10800000">
              <a:off x="503944" y="655140"/>
              <a:ext cx="16820" cy="1682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99B7EE20-F248-458D-A4A7-C14FFDFB511A}"/>
                </a:ext>
              </a:extLst>
            </p:cNvPr>
            <p:cNvSpPr/>
            <p:nvPr/>
          </p:nvSpPr>
          <p:spPr>
            <a:xfrm rot="10800000">
              <a:off x="503734" y="610567"/>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5E0B0892-4514-4AA7-83AF-1687CC66F8D2}"/>
                </a:ext>
              </a:extLst>
            </p:cNvPr>
            <p:cNvSpPr/>
            <p:nvPr/>
          </p:nvSpPr>
          <p:spPr>
            <a:xfrm rot="10800000">
              <a:off x="503734" y="56599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3703CC32-D0F9-40BF-8172-5E506A6DB0B2}"/>
                </a:ext>
              </a:extLst>
            </p:cNvPr>
            <p:cNvSpPr/>
            <p:nvPr/>
          </p:nvSpPr>
          <p:spPr>
            <a:xfrm rot="10800000">
              <a:off x="503734" y="52142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22345559-5915-48E9-8E6B-5C36DE783C98}"/>
                </a:ext>
              </a:extLst>
            </p:cNvPr>
            <p:cNvSpPr/>
            <p:nvPr/>
          </p:nvSpPr>
          <p:spPr>
            <a:xfrm rot="10800000">
              <a:off x="503734" y="47663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9B645066-7144-40FE-84AA-6C9C89BEE1F9}"/>
                </a:ext>
              </a:extLst>
            </p:cNvPr>
            <p:cNvSpPr/>
            <p:nvPr/>
          </p:nvSpPr>
          <p:spPr>
            <a:xfrm rot="10800000">
              <a:off x="503734" y="43206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63C3151E-A96B-456D-857C-EB692B7FB867}"/>
                </a:ext>
              </a:extLst>
            </p:cNvPr>
            <p:cNvSpPr/>
            <p:nvPr/>
          </p:nvSpPr>
          <p:spPr>
            <a:xfrm rot="10800000">
              <a:off x="503734" y="38749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79C02554-4E4D-437F-B258-DE30DB5E25C9}"/>
                </a:ext>
              </a:extLst>
            </p:cNvPr>
            <p:cNvSpPr/>
            <p:nvPr/>
          </p:nvSpPr>
          <p:spPr>
            <a:xfrm rot="10800000">
              <a:off x="503734" y="34291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F9DBDC7C-B1F6-49A9-A641-C6953ADAB5A2}"/>
                </a:ext>
              </a:extLst>
            </p:cNvPr>
            <p:cNvSpPr/>
            <p:nvPr/>
          </p:nvSpPr>
          <p:spPr>
            <a:xfrm rot="10800000">
              <a:off x="503734" y="298135"/>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5319CEA1-A57B-4ADA-A5CF-FB51390532F4}"/>
                </a:ext>
              </a:extLst>
            </p:cNvPr>
            <p:cNvSpPr/>
            <p:nvPr/>
          </p:nvSpPr>
          <p:spPr>
            <a:xfrm rot="10800000">
              <a:off x="548728" y="655350"/>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47994671-CA33-4717-A8FD-65E4B287EDE2}"/>
                </a:ext>
              </a:extLst>
            </p:cNvPr>
            <p:cNvSpPr/>
            <p:nvPr/>
          </p:nvSpPr>
          <p:spPr>
            <a:xfrm rot="10800000">
              <a:off x="548728" y="610777"/>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C690EF06-BDC2-40AD-8D67-1476E3F291C1}"/>
                </a:ext>
              </a:extLst>
            </p:cNvPr>
            <p:cNvSpPr/>
            <p:nvPr/>
          </p:nvSpPr>
          <p:spPr>
            <a:xfrm rot="10800000">
              <a:off x="548728" y="566414"/>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9E191DA8-2789-466B-B7DE-D8E661F4C559}"/>
                </a:ext>
              </a:extLst>
            </p:cNvPr>
            <p:cNvSpPr/>
            <p:nvPr/>
          </p:nvSpPr>
          <p:spPr>
            <a:xfrm rot="10800000">
              <a:off x="548728" y="521841"/>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1063906B-91CB-4897-B6CA-890FC18CEE20}"/>
                </a:ext>
              </a:extLst>
            </p:cNvPr>
            <p:cNvSpPr/>
            <p:nvPr/>
          </p:nvSpPr>
          <p:spPr>
            <a:xfrm rot="10800000">
              <a:off x="548728" y="477058"/>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BD5E7320-2CF9-4F8A-9614-70325B5CDAED}"/>
                </a:ext>
              </a:extLst>
            </p:cNvPr>
            <p:cNvSpPr/>
            <p:nvPr/>
          </p:nvSpPr>
          <p:spPr>
            <a:xfrm rot="10800000">
              <a:off x="548728" y="43227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B7EE3B4F-6080-4FC7-9F16-156ECA71029A}"/>
                </a:ext>
              </a:extLst>
            </p:cNvPr>
            <p:cNvSpPr/>
            <p:nvPr/>
          </p:nvSpPr>
          <p:spPr>
            <a:xfrm rot="10800000">
              <a:off x="548728" y="387701"/>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9FDF6E52-5360-403C-935D-11881447B04A}"/>
                </a:ext>
              </a:extLst>
            </p:cNvPr>
            <p:cNvSpPr/>
            <p:nvPr/>
          </p:nvSpPr>
          <p:spPr>
            <a:xfrm rot="10800000">
              <a:off x="548728" y="343339"/>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E2BEA45D-F495-4686-92A9-6F1F3E58C995}"/>
                </a:ext>
              </a:extLst>
            </p:cNvPr>
            <p:cNvSpPr/>
            <p:nvPr/>
          </p:nvSpPr>
          <p:spPr>
            <a:xfrm rot="10800000">
              <a:off x="548728" y="29834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D9A909F9-8468-4924-B7E0-5CD10990902C}"/>
                </a:ext>
              </a:extLst>
            </p:cNvPr>
            <p:cNvSpPr/>
            <p:nvPr/>
          </p:nvSpPr>
          <p:spPr>
            <a:xfrm rot="10800000">
              <a:off x="591619" y="69845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79019D7F-3BB7-47BB-AC4C-B2CD65179EC5}"/>
                </a:ext>
              </a:extLst>
            </p:cNvPr>
            <p:cNvSpPr/>
            <p:nvPr/>
          </p:nvSpPr>
          <p:spPr>
            <a:xfrm rot="10800000">
              <a:off x="591619" y="653668"/>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D0097551-DA38-4447-B121-56A2DD652F7C}"/>
                </a:ext>
              </a:extLst>
            </p:cNvPr>
            <p:cNvSpPr/>
            <p:nvPr/>
          </p:nvSpPr>
          <p:spPr>
            <a:xfrm rot="10800000">
              <a:off x="591619" y="609095"/>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AB45482B-6289-4995-8127-E5A71B33FE77}"/>
                </a:ext>
              </a:extLst>
            </p:cNvPr>
            <p:cNvSpPr/>
            <p:nvPr/>
          </p:nvSpPr>
          <p:spPr>
            <a:xfrm rot="10800000">
              <a:off x="591619" y="56452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ADD223A7-A480-40CB-B981-461823B66523}"/>
                </a:ext>
              </a:extLst>
            </p:cNvPr>
            <p:cNvSpPr/>
            <p:nvPr/>
          </p:nvSpPr>
          <p:spPr>
            <a:xfrm rot="10800000">
              <a:off x="591619" y="51994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504F6556-0218-4971-A025-9B5A6AA6B4F6}"/>
                </a:ext>
              </a:extLst>
            </p:cNvPr>
            <p:cNvSpPr/>
            <p:nvPr/>
          </p:nvSpPr>
          <p:spPr>
            <a:xfrm rot="10800000">
              <a:off x="591619" y="47516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E33EB4AB-5B19-4D82-8A4D-E55CBBD7C6BD}"/>
                </a:ext>
              </a:extLst>
            </p:cNvPr>
            <p:cNvSpPr/>
            <p:nvPr/>
          </p:nvSpPr>
          <p:spPr>
            <a:xfrm rot="10800000">
              <a:off x="591619" y="43059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0E7C08D1-1435-4F7F-884C-365B6AA27566}"/>
                </a:ext>
              </a:extLst>
            </p:cNvPr>
            <p:cNvSpPr/>
            <p:nvPr/>
          </p:nvSpPr>
          <p:spPr>
            <a:xfrm rot="10800000">
              <a:off x="591619" y="38601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E0F43A6E-FCAD-4E4A-A376-C176BF31AA7F}"/>
                </a:ext>
              </a:extLst>
            </p:cNvPr>
            <p:cNvSpPr/>
            <p:nvPr/>
          </p:nvSpPr>
          <p:spPr>
            <a:xfrm rot="10800000">
              <a:off x="591619" y="34144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1EB3FD92-BB8C-4D59-834D-9215ADE529AB}"/>
                </a:ext>
              </a:extLst>
            </p:cNvPr>
            <p:cNvSpPr/>
            <p:nvPr/>
          </p:nvSpPr>
          <p:spPr>
            <a:xfrm rot="10800000">
              <a:off x="591619" y="29666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FE9CDE42-5839-435F-86B7-2359C7333FF7}"/>
                </a:ext>
              </a:extLst>
            </p:cNvPr>
            <p:cNvSpPr/>
            <p:nvPr/>
          </p:nvSpPr>
          <p:spPr>
            <a:xfrm rot="10800000">
              <a:off x="636612" y="698872"/>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0FCE0A0E-42F2-4BC5-9C15-12C505C05FA1}"/>
                </a:ext>
              </a:extLst>
            </p:cNvPr>
            <p:cNvSpPr/>
            <p:nvPr/>
          </p:nvSpPr>
          <p:spPr>
            <a:xfrm rot="10800000">
              <a:off x="636612" y="654089"/>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EE5DC13B-D352-4AB9-916E-B8A9DCAF7138}"/>
                </a:ext>
              </a:extLst>
            </p:cNvPr>
            <p:cNvSpPr/>
            <p:nvPr/>
          </p:nvSpPr>
          <p:spPr>
            <a:xfrm rot="10800000">
              <a:off x="636612" y="60951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C11881D5-73CC-4D1C-AA45-13BE77A0284E}"/>
                </a:ext>
              </a:extLst>
            </p:cNvPr>
            <p:cNvSpPr/>
            <p:nvPr/>
          </p:nvSpPr>
          <p:spPr>
            <a:xfrm rot="10800000">
              <a:off x="636612" y="56494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504456E5-9C39-4A42-A56F-FFB986CD0320}"/>
                </a:ext>
              </a:extLst>
            </p:cNvPr>
            <p:cNvSpPr/>
            <p:nvPr/>
          </p:nvSpPr>
          <p:spPr>
            <a:xfrm rot="10800000">
              <a:off x="636612" y="52037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F18592D5-CDEC-4D9A-B7F6-84F297C903BE}"/>
                </a:ext>
              </a:extLst>
            </p:cNvPr>
            <p:cNvSpPr/>
            <p:nvPr/>
          </p:nvSpPr>
          <p:spPr>
            <a:xfrm rot="10800000">
              <a:off x="636612" y="47558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831CBD3A-DF4F-461C-8C3F-53B1FEC99D96}"/>
                </a:ext>
              </a:extLst>
            </p:cNvPr>
            <p:cNvSpPr/>
            <p:nvPr/>
          </p:nvSpPr>
          <p:spPr>
            <a:xfrm rot="10800000">
              <a:off x="636612" y="43101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1E3013DA-7D49-425A-ADD9-4870DF5A9862}"/>
                </a:ext>
              </a:extLst>
            </p:cNvPr>
            <p:cNvSpPr/>
            <p:nvPr/>
          </p:nvSpPr>
          <p:spPr>
            <a:xfrm rot="10800000">
              <a:off x="636612" y="38644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9E4753AF-B8BA-4105-8C56-A69E096349B0}"/>
                </a:ext>
              </a:extLst>
            </p:cNvPr>
            <p:cNvSpPr/>
            <p:nvPr/>
          </p:nvSpPr>
          <p:spPr>
            <a:xfrm rot="10800000">
              <a:off x="636612" y="341867"/>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88567400-4237-498B-A55A-FF6D7B0FDE9B}"/>
                </a:ext>
              </a:extLst>
            </p:cNvPr>
            <p:cNvSpPr/>
            <p:nvPr/>
          </p:nvSpPr>
          <p:spPr>
            <a:xfrm rot="10800000">
              <a:off x="636612" y="297084"/>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D6926B67-9EE0-4F95-AF96-3D7197CEC56C}"/>
                </a:ext>
              </a:extLst>
            </p:cNvPr>
            <p:cNvSpPr/>
            <p:nvPr/>
          </p:nvSpPr>
          <p:spPr>
            <a:xfrm rot="10800000">
              <a:off x="681606" y="654509"/>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D6C09654-FE62-4EB6-BF59-560E33E5C376}"/>
                </a:ext>
              </a:extLst>
            </p:cNvPr>
            <p:cNvSpPr/>
            <p:nvPr/>
          </p:nvSpPr>
          <p:spPr>
            <a:xfrm rot="10800000">
              <a:off x="681606" y="609936"/>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B0D856E5-A1F1-43C4-B576-0F834AA38797}"/>
                </a:ext>
              </a:extLst>
            </p:cNvPr>
            <p:cNvSpPr/>
            <p:nvPr/>
          </p:nvSpPr>
          <p:spPr>
            <a:xfrm rot="10800000">
              <a:off x="681606" y="565363"/>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A11853A8-1F89-482D-A286-0936D076DE2C}"/>
                </a:ext>
              </a:extLst>
            </p:cNvPr>
            <p:cNvSpPr/>
            <p:nvPr/>
          </p:nvSpPr>
          <p:spPr>
            <a:xfrm rot="10800000">
              <a:off x="681606" y="52079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6" name="Freeform: Shape 495">
              <a:extLst>
                <a:ext uri="{FF2B5EF4-FFF2-40B4-BE49-F238E27FC236}">
                  <a16:creationId xmlns:a16="http://schemas.microsoft.com/office/drawing/2014/main" id="{5EDA9B7E-2650-4763-91E3-402B4248F189}"/>
                </a:ext>
              </a:extLst>
            </p:cNvPr>
            <p:cNvSpPr/>
            <p:nvPr/>
          </p:nvSpPr>
          <p:spPr>
            <a:xfrm rot="10800000">
              <a:off x="681606" y="47600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19B303E2-F49C-47CF-B34F-C28BAD0780DE}"/>
                </a:ext>
              </a:extLst>
            </p:cNvPr>
            <p:cNvSpPr/>
            <p:nvPr/>
          </p:nvSpPr>
          <p:spPr>
            <a:xfrm rot="10800000">
              <a:off x="681606" y="43143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5C4FC927-77DA-439D-AA5F-E3B03F7501C5}"/>
                </a:ext>
              </a:extLst>
            </p:cNvPr>
            <p:cNvSpPr/>
            <p:nvPr/>
          </p:nvSpPr>
          <p:spPr>
            <a:xfrm rot="10800000">
              <a:off x="681606" y="38686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4773BC1C-5069-47CF-A033-A12F13C05CFE}"/>
                </a:ext>
              </a:extLst>
            </p:cNvPr>
            <p:cNvSpPr/>
            <p:nvPr/>
          </p:nvSpPr>
          <p:spPr>
            <a:xfrm rot="10800000">
              <a:off x="681606" y="34228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8F1F1D74-848D-42DF-B73C-28007A2498AB}"/>
                </a:ext>
              </a:extLst>
            </p:cNvPr>
            <p:cNvSpPr/>
            <p:nvPr/>
          </p:nvSpPr>
          <p:spPr>
            <a:xfrm rot="10800000">
              <a:off x="681606" y="29750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72017037-2229-41C9-89CE-1B80E0621A2E}"/>
                </a:ext>
              </a:extLst>
            </p:cNvPr>
            <p:cNvSpPr/>
            <p:nvPr/>
          </p:nvSpPr>
          <p:spPr>
            <a:xfrm rot="10800000">
              <a:off x="724707" y="69761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D7493598-2783-4192-A354-3E1D44C5873D}"/>
                </a:ext>
              </a:extLst>
            </p:cNvPr>
            <p:cNvSpPr/>
            <p:nvPr/>
          </p:nvSpPr>
          <p:spPr>
            <a:xfrm rot="10800000">
              <a:off x="724707" y="652827"/>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3" name="Freeform: Shape 502">
              <a:extLst>
                <a:ext uri="{FF2B5EF4-FFF2-40B4-BE49-F238E27FC236}">
                  <a16:creationId xmlns:a16="http://schemas.microsoft.com/office/drawing/2014/main" id="{331EB16F-ED88-4D00-BF1D-E7E428FD5A79}"/>
                </a:ext>
              </a:extLst>
            </p:cNvPr>
            <p:cNvSpPr/>
            <p:nvPr/>
          </p:nvSpPr>
          <p:spPr>
            <a:xfrm rot="10800000">
              <a:off x="724707" y="608254"/>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4" name="Freeform: Shape 503">
              <a:extLst>
                <a:ext uri="{FF2B5EF4-FFF2-40B4-BE49-F238E27FC236}">
                  <a16:creationId xmlns:a16="http://schemas.microsoft.com/office/drawing/2014/main" id="{A77A5191-D9A5-44BE-98EC-F1110E39074B}"/>
                </a:ext>
              </a:extLst>
            </p:cNvPr>
            <p:cNvSpPr/>
            <p:nvPr/>
          </p:nvSpPr>
          <p:spPr>
            <a:xfrm rot="10800000">
              <a:off x="724707" y="56368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0964BFE7-AC2E-4D1F-B1B5-39367B28CCCA}"/>
                </a:ext>
              </a:extLst>
            </p:cNvPr>
            <p:cNvSpPr/>
            <p:nvPr/>
          </p:nvSpPr>
          <p:spPr>
            <a:xfrm rot="10800000">
              <a:off x="724707" y="51910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6" name="Freeform: Shape 505">
              <a:extLst>
                <a:ext uri="{FF2B5EF4-FFF2-40B4-BE49-F238E27FC236}">
                  <a16:creationId xmlns:a16="http://schemas.microsoft.com/office/drawing/2014/main" id="{6CCA3361-A23C-463D-A7D1-867500BCE185}"/>
                </a:ext>
              </a:extLst>
            </p:cNvPr>
            <p:cNvSpPr/>
            <p:nvPr/>
          </p:nvSpPr>
          <p:spPr>
            <a:xfrm rot="10800000">
              <a:off x="724707" y="47432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552D154F-9B85-4884-85DF-21971C019C9A}"/>
                </a:ext>
              </a:extLst>
            </p:cNvPr>
            <p:cNvSpPr/>
            <p:nvPr/>
          </p:nvSpPr>
          <p:spPr>
            <a:xfrm rot="10800000">
              <a:off x="724707" y="42975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8" name="Freeform: Shape 507">
              <a:extLst>
                <a:ext uri="{FF2B5EF4-FFF2-40B4-BE49-F238E27FC236}">
                  <a16:creationId xmlns:a16="http://schemas.microsoft.com/office/drawing/2014/main" id="{400F3C99-DF64-4D2F-8A23-2A8AA9D1C005}"/>
                </a:ext>
              </a:extLst>
            </p:cNvPr>
            <p:cNvSpPr/>
            <p:nvPr/>
          </p:nvSpPr>
          <p:spPr>
            <a:xfrm rot="10800000">
              <a:off x="724707" y="38517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09" name="Freeform: Shape 508">
              <a:extLst>
                <a:ext uri="{FF2B5EF4-FFF2-40B4-BE49-F238E27FC236}">
                  <a16:creationId xmlns:a16="http://schemas.microsoft.com/office/drawing/2014/main" id="{7DB4F269-3FB6-4C50-BC91-EF17BC7BC4C1}"/>
                </a:ext>
              </a:extLst>
            </p:cNvPr>
            <p:cNvSpPr/>
            <p:nvPr/>
          </p:nvSpPr>
          <p:spPr>
            <a:xfrm rot="10800000">
              <a:off x="724707" y="34060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0" name="Freeform: Shape 509">
              <a:extLst>
                <a:ext uri="{FF2B5EF4-FFF2-40B4-BE49-F238E27FC236}">
                  <a16:creationId xmlns:a16="http://schemas.microsoft.com/office/drawing/2014/main" id="{583B529C-BCCB-4740-AACC-6C7896DE65EC}"/>
                </a:ext>
              </a:extLst>
            </p:cNvPr>
            <p:cNvSpPr/>
            <p:nvPr/>
          </p:nvSpPr>
          <p:spPr>
            <a:xfrm rot="10800000">
              <a:off x="724707" y="29582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1" name="Freeform: Shape 510">
              <a:extLst>
                <a:ext uri="{FF2B5EF4-FFF2-40B4-BE49-F238E27FC236}">
                  <a16:creationId xmlns:a16="http://schemas.microsoft.com/office/drawing/2014/main" id="{C9AC1BFC-6BDA-484C-8273-34B9D6EDAADD}"/>
                </a:ext>
              </a:extLst>
            </p:cNvPr>
            <p:cNvSpPr/>
            <p:nvPr/>
          </p:nvSpPr>
          <p:spPr>
            <a:xfrm rot="10800000">
              <a:off x="769491" y="69782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2" name="Freeform: Shape 511">
              <a:extLst>
                <a:ext uri="{FF2B5EF4-FFF2-40B4-BE49-F238E27FC236}">
                  <a16:creationId xmlns:a16="http://schemas.microsoft.com/office/drawing/2014/main" id="{62637967-AF5F-4ADF-A724-FC6D060498C4}"/>
                </a:ext>
              </a:extLst>
            </p:cNvPr>
            <p:cNvSpPr/>
            <p:nvPr/>
          </p:nvSpPr>
          <p:spPr>
            <a:xfrm rot="10800000">
              <a:off x="769491" y="65303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3" name="Freeform: Shape 512">
              <a:extLst>
                <a:ext uri="{FF2B5EF4-FFF2-40B4-BE49-F238E27FC236}">
                  <a16:creationId xmlns:a16="http://schemas.microsoft.com/office/drawing/2014/main" id="{588A13CD-4E04-4CE9-9F3A-6A2F7CC97326}"/>
                </a:ext>
              </a:extLst>
            </p:cNvPr>
            <p:cNvSpPr/>
            <p:nvPr/>
          </p:nvSpPr>
          <p:spPr>
            <a:xfrm rot="10800000">
              <a:off x="769491" y="608464"/>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4" name="Freeform: Shape 513">
              <a:extLst>
                <a:ext uri="{FF2B5EF4-FFF2-40B4-BE49-F238E27FC236}">
                  <a16:creationId xmlns:a16="http://schemas.microsoft.com/office/drawing/2014/main" id="{80CF2482-9876-4164-B901-8849BE11A5A6}"/>
                </a:ext>
              </a:extLst>
            </p:cNvPr>
            <p:cNvSpPr/>
            <p:nvPr/>
          </p:nvSpPr>
          <p:spPr>
            <a:xfrm rot="10800000">
              <a:off x="769491" y="56389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5" name="Freeform: Shape 514">
              <a:extLst>
                <a:ext uri="{FF2B5EF4-FFF2-40B4-BE49-F238E27FC236}">
                  <a16:creationId xmlns:a16="http://schemas.microsoft.com/office/drawing/2014/main" id="{7B33C851-9B8C-4789-8505-7B791BA52EB5}"/>
                </a:ext>
              </a:extLst>
            </p:cNvPr>
            <p:cNvSpPr/>
            <p:nvPr/>
          </p:nvSpPr>
          <p:spPr>
            <a:xfrm rot="10800000">
              <a:off x="769491" y="51931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6" name="Freeform: Shape 515">
              <a:extLst>
                <a:ext uri="{FF2B5EF4-FFF2-40B4-BE49-F238E27FC236}">
                  <a16:creationId xmlns:a16="http://schemas.microsoft.com/office/drawing/2014/main" id="{DDED6398-99C0-45AC-AB77-5E03A21033FC}"/>
                </a:ext>
              </a:extLst>
            </p:cNvPr>
            <p:cNvSpPr/>
            <p:nvPr/>
          </p:nvSpPr>
          <p:spPr>
            <a:xfrm rot="10800000">
              <a:off x="769491" y="474535"/>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7" name="Freeform: Shape 516">
              <a:extLst>
                <a:ext uri="{FF2B5EF4-FFF2-40B4-BE49-F238E27FC236}">
                  <a16:creationId xmlns:a16="http://schemas.microsoft.com/office/drawing/2014/main" id="{679E26F3-5283-4245-BE55-5FE78FBBCD8B}"/>
                </a:ext>
              </a:extLst>
            </p:cNvPr>
            <p:cNvSpPr/>
            <p:nvPr/>
          </p:nvSpPr>
          <p:spPr>
            <a:xfrm rot="10800000">
              <a:off x="769491" y="42996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8" name="Freeform: Shape 517">
              <a:extLst>
                <a:ext uri="{FF2B5EF4-FFF2-40B4-BE49-F238E27FC236}">
                  <a16:creationId xmlns:a16="http://schemas.microsoft.com/office/drawing/2014/main" id="{0B49A4DA-0523-4903-AEC0-EC6D25F844E2}"/>
                </a:ext>
              </a:extLst>
            </p:cNvPr>
            <p:cNvSpPr/>
            <p:nvPr/>
          </p:nvSpPr>
          <p:spPr>
            <a:xfrm rot="10800000">
              <a:off x="769491" y="385389"/>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19" name="Freeform: Shape 518">
              <a:extLst>
                <a:ext uri="{FF2B5EF4-FFF2-40B4-BE49-F238E27FC236}">
                  <a16:creationId xmlns:a16="http://schemas.microsoft.com/office/drawing/2014/main" id="{DBFDD313-DF5A-4F7A-B5AF-86BDCDC2996D}"/>
                </a:ext>
              </a:extLst>
            </p:cNvPr>
            <p:cNvSpPr/>
            <p:nvPr/>
          </p:nvSpPr>
          <p:spPr>
            <a:xfrm rot="10800000">
              <a:off x="769491" y="340816"/>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0" name="Freeform: Shape 519">
              <a:extLst>
                <a:ext uri="{FF2B5EF4-FFF2-40B4-BE49-F238E27FC236}">
                  <a16:creationId xmlns:a16="http://schemas.microsoft.com/office/drawing/2014/main" id="{55693256-D8B8-46CE-A638-DAE41295FE20}"/>
                </a:ext>
              </a:extLst>
            </p:cNvPr>
            <p:cNvSpPr/>
            <p:nvPr/>
          </p:nvSpPr>
          <p:spPr>
            <a:xfrm rot="10800000">
              <a:off x="769491" y="29603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1" name="Freeform: Shape 520">
              <a:extLst>
                <a:ext uri="{FF2B5EF4-FFF2-40B4-BE49-F238E27FC236}">
                  <a16:creationId xmlns:a16="http://schemas.microsoft.com/office/drawing/2014/main" id="{7DBA92FC-BCCC-4C46-A495-83E70E3F8D10}"/>
                </a:ext>
              </a:extLst>
            </p:cNvPr>
            <p:cNvSpPr/>
            <p:nvPr/>
          </p:nvSpPr>
          <p:spPr>
            <a:xfrm rot="10800000">
              <a:off x="814484" y="698241"/>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2" name="Freeform: Shape 521">
              <a:extLst>
                <a:ext uri="{FF2B5EF4-FFF2-40B4-BE49-F238E27FC236}">
                  <a16:creationId xmlns:a16="http://schemas.microsoft.com/office/drawing/2014/main" id="{C92B7C9C-F9A0-4600-9304-6AF98405B0EB}"/>
                </a:ext>
              </a:extLst>
            </p:cNvPr>
            <p:cNvSpPr/>
            <p:nvPr/>
          </p:nvSpPr>
          <p:spPr>
            <a:xfrm rot="10800000">
              <a:off x="814484" y="653458"/>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3" name="Freeform: Shape 522">
              <a:extLst>
                <a:ext uri="{FF2B5EF4-FFF2-40B4-BE49-F238E27FC236}">
                  <a16:creationId xmlns:a16="http://schemas.microsoft.com/office/drawing/2014/main" id="{5D9A5D94-86A9-4BEF-9238-7F8ED50FBA43}"/>
                </a:ext>
              </a:extLst>
            </p:cNvPr>
            <p:cNvSpPr/>
            <p:nvPr/>
          </p:nvSpPr>
          <p:spPr>
            <a:xfrm rot="10800000">
              <a:off x="814484" y="608885"/>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4" name="Freeform: Shape 523">
              <a:extLst>
                <a:ext uri="{FF2B5EF4-FFF2-40B4-BE49-F238E27FC236}">
                  <a16:creationId xmlns:a16="http://schemas.microsoft.com/office/drawing/2014/main" id="{E5F92C0F-C457-4C9D-ADB2-0DD21F91C9D2}"/>
                </a:ext>
              </a:extLst>
            </p:cNvPr>
            <p:cNvSpPr/>
            <p:nvPr/>
          </p:nvSpPr>
          <p:spPr>
            <a:xfrm rot="10800000">
              <a:off x="814484" y="56431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5" name="Freeform: Shape 524">
              <a:extLst>
                <a:ext uri="{FF2B5EF4-FFF2-40B4-BE49-F238E27FC236}">
                  <a16:creationId xmlns:a16="http://schemas.microsoft.com/office/drawing/2014/main" id="{F80D8937-0602-4C6A-8920-F9991F5995FD}"/>
                </a:ext>
              </a:extLst>
            </p:cNvPr>
            <p:cNvSpPr/>
            <p:nvPr/>
          </p:nvSpPr>
          <p:spPr>
            <a:xfrm rot="10800000">
              <a:off x="814484" y="51973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E23050BE-8817-4FD3-975E-35DB8366D610}"/>
                </a:ext>
              </a:extLst>
            </p:cNvPr>
            <p:cNvSpPr/>
            <p:nvPr/>
          </p:nvSpPr>
          <p:spPr>
            <a:xfrm rot="10800000">
              <a:off x="814484" y="47495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7" name="Freeform: Shape 526">
              <a:extLst>
                <a:ext uri="{FF2B5EF4-FFF2-40B4-BE49-F238E27FC236}">
                  <a16:creationId xmlns:a16="http://schemas.microsoft.com/office/drawing/2014/main" id="{EFB1C615-92F1-4831-91DE-66E2C436EB83}"/>
                </a:ext>
              </a:extLst>
            </p:cNvPr>
            <p:cNvSpPr/>
            <p:nvPr/>
          </p:nvSpPr>
          <p:spPr>
            <a:xfrm rot="10800000">
              <a:off x="814484" y="43038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8" name="Freeform: Shape 527">
              <a:extLst>
                <a:ext uri="{FF2B5EF4-FFF2-40B4-BE49-F238E27FC236}">
                  <a16:creationId xmlns:a16="http://schemas.microsoft.com/office/drawing/2014/main" id="{09ACA991-83FD-4B8A-91B8-3299F7CB040E}"/>
                </a:ext>
              </a:extLst>
            </p:cNvPr>
            <p:cNvSpPr/>
            <p:nvPr/>
          </p:nvSpPr>
          <p:spPr>
            <a:xfrm rot="10800000">
              <a:off x="814484" y="38580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29" name="Freeform: Shape 528">
              <a:extLst>
                <a:ext uri="{FF2B5EF4-FFF2-40B4-BE49-F238E27FC236}">
                  <a16:creationId xmlns:a16="http://schemas.microsoft.com/office/drawing/2014/main" id="{4D48A261-7E51-43FC-B24B-714F8C89E20C}"/>
                </a:ext>
              </a:extLst>
            </p:cNvPr>
            <p:cNvSpPr/>
            <p:nvPr/>
          </p:nvSpPr>
          <p:spPr>
            <a:xfrm rot="10800000">
              <a:off x="814484" y="34123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0" name="Freeform: Shape 529">
              <a:extLst>
                <a:ext uri="{FF2B5EF4-FFF2-40B4-BE49-F238E27FC236}">
                  <a16:creationId xmlns:a16="http://schemas.microsoft.com/office/drawing/2014/main" id="{33BD5F44-EB45-4A1F-8A13-DA633E7663DC}"/>
                </a:ext>
              </a:extLst>
            </p:cNvPr>
            <p:cNvSpPr/>
            <p:nvPr/>
          </p:nvSpPr>
          <p:spPr>
            <a:xfrm rot="10800000">
              <a:off x="814484" y="296453"/>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1" name="Freeform: Shape 530">
              <a:extLst>
                <a:ext uri="{FF2B5EF4-FFF2-40B4-BE49-F238E27FC236}">
                  <a16:creationId xmlns:a16="http://schemas.microsoft.com/office/drawing/2014/main" id="{9FCED85B-5A05-46A5-A392-7F8F92EBEDC7}"/>
                </a:ext>
              </a:extLst>
            </p:cNvPr>
            <p:cNvSpPr/>
            <p:nvPr/>
          </p:nvSpPr>
          <p:spPr>
            <a:xfrm rot="10800000">
              <a:off x="857375" y="696559"/>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2" name="Freeform: Shape 531">
              <a:extLst>
                <a:ext uri="{FF2B5EF4-FFF2-40B4-BE49-F238E27FC236}">
                  <a16:creationId xmlns:a16="http://schemas.microsoft.com/office/drawing/2014/main" id="{DB811A48-543F-409C-A9E3-E9CEDD9FD884}"/>
                </a:ext>
              </a:extLst>
            </p:cNvPr>
            <p:cNvSpPr/>
            <p:nvPr/>
          </p:nvSpPr>
          <p:spPr>
            <a:xfrm rot="10800000">
              <a:off x="857375" y="651776"/>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3" name="Freeform: Shape 532">
              <a:extLst>
                <a:ext uri="{FF2B5EF4-FFF2-40B4-BE49-F238E27FC236}">
                  <a16:creationId xmlns:a16="http://schemas.microsoft.com/office/drawing/2014/main" id="{38B7E6C7-F83D-438C-9BE5-EED160DCCE2C}"/>
                </a:ext>
              </a:extLst>
            </p:cNvPr>
            <p:cNvSpPr/>
            <p:nvPr/>
          </p:nvSpPr>
          <p:spPr>
            <a:xfrm rot="10800000">
              <a:off x="857375" y="607203"/>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4" name="Freeform: Shape 533">
              <a:extLst>
                <a:ext uri="{FF2B5EF4-FFF2-40B4-BE49-F238E27FC236}">
                  <a16:creationId xmlns:a16="http://schemas.microsoft.com/office/drawing/2014/main" id="{29F18B3F-9581-41E6-90E1-B4ABB70F4650}"/>
                </a:ext>
              </a:extLst>
            </p:cNvPr>
            <p:cNvSpPr/>
            <p:nvPr/>
          </p:nvSpPr>
          <p:spPr>
            <a:xfrm rot="10800000">
              <a:off x="857375" y="56263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5" name="Freeform: Shape 534">
              <a:extLst>
                <a:ext uri="{FF2B5EF4-FFF2-40B4-BE49-F238E27FC236}">
                  <a16:creationId xmlns:a16="http://schemas.microsoft.com/office/drawing/2014/main" id="{E9E06498-DF57-4EEE-8306-18B081B0AF1D}"/>
                </a:ext>
              </a:extLst>
            </p:cNvPr>
            <p:cNvSpPr/>
            <p:nvPr/>
          </p:nvSpPr>
          <p:spPr>
            <a:xfrm rot="10800000">
              <a:off x="857375" y="51805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1FEF7493-086F-4A35-B33C-2CA1898BA395}"/>
                </a:ext>
              </a:extLst>
            </p:cNvPr>
            <p:cNvSpPr/>
            <p:nvPr/>
          </p:nvSpPr>
          <p:spPr>
            <a:xfrm rot="10800000">
              <a:off x="857375" y="47327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7" name="Freeform: Shape 536">
              <a:extLst>
                <a:ext uri="{FF2B5EF4-FFF2-40B4-BE49-F238E27FC236}">
                  <a16:creationId xmlns:a16="http://schemas.microsoft.com/office/drawing/2014/main" id="{3948A57A-F998-421C-96A3-75ACCC17D828}"/>
                </a:ext>
              </a:extLst>
            </p:cNvPr>
            <p:cNvSpPr/>
            <p:nvPr/>
          </p:nvSpPr>
          <p:spPr>
            <a:xfrm rot="10800000">
              <a:off x="857375" y="42870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8" name="Freeform: Shape 537">
              <a:extLst>
                <a:ext uri="{FF2B5EF4-FFF2-40B4-BE49-F238E27FC236}">
                  <a16:creationId xmlns:a16="http://schemas.microsoft.com/office/drawing/2014/main" id="{49F96456-A233-4DAE-A465-4392F38F954F}"/>
                </a:ext>
              </a:extLst>
            </p:cNvPr>
            <p:cNvSpPr/>
            <p:nvPr/>
          </p:nvSpPr>
          <p:spPr>
            <a:xfrm rot="10800000">
              <a:off x="857375" y="38412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39" name="Freeform: Shape 538">
              <a:extLst>
                <a:ext uri="{FF2B5EF4-FFF2-40B4-BE49-F238E27FC236}">
                  <a16:creationId xmlns:a16="http://schemas.microsoft.com/office/drawing/2014/main" id="{75152051-DB1F-4A12-A002-545D1CFB5B0B}"/>
                </a:ext>
              </a:extLst>
            </p:cNvPr>
            <p:cNvSpPr/>
            <p:nvPr/>
          </p:nvSpPr>
          <p:spPr>
            <a:xfrm rot="10800000">
              <a:off x="857375" y="33955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sp>
          <p:nvSpPr>
            <p:cNvPr id="540" name="Freeform: Shape 539">
              <a:extLst>
                <a:ext uri="{FF2B5EF4-FFF2-40B4-BE49-F238E27FC236}">
                  <a16:creationId xmlns:a16="http://schemas.microsoft.com/office/drawing/2014/main" id="{B6E7B580-3821-48EB-BA3E-7D398A06958C}"/>
                </a:ext>
              </a:extLst>
            </p:cNvPr>
            <p:cNvSpPr/>
            <p:nvPr/>
          </p:nvSpPr>
          <p:spPr>
            <a:xfrm rot="10800000">
              <a:off x="857375" y="294771"/>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endParaRPr lang="en-US"/>
            </a:p>
          </p:txBody>
        </p:sp>
      </p:grpSp>
      <p:grpSp>
        <p:nvGrpSpPr>
          <p:cNvPr id="541" name="Group 540">
            <a:extLst>
              <a:ext uri="{FF2B5EF4-FFF2-40B4-BE49-F238E27FC236}">
                <a16:creationId xmlns:a16="http://schemas.microsoft.com/office/drawing/2014/main" id="{8B7F28C5-EB50-42AC-AFB5-07C135F4C7A6}"/>
              </a:ext>
            </a:extLst>
          </p:cNvPr>
          <p:cNvGrpSpPr/>
          <p:nvPr userDrawn="1"/>
        </p:nvGrpSpPr>
        <p:grpSpPr>
          <a:xfrm>
            <a:off x="11659067" y="6316980"/>
            <a:ext cx="427800" cy="431129"/>
            <a:chOff x="11751285" y="6413402"/>
            <a:chExt cx="335940" cy="338554"/>
          </a:xfrm>
        </p:grpSpPr>
        <p:sp>
          <p:nvSpPr>
            <p:cNvPr id="542" name="Oval 541">
              <a:extLst>
                <a:ext uri="{FF2B5EF4-FFF2-40B4-BE49-F238E27FC236}">
                  <a16:creationId xmlns:a16="http://schemas.microsoft.com/office/drawing/2014/main" id="{3186DE6B-B76A-4B47-8151-8CF477C0B74E}"/>
                </a:ext>
              </a:extLst>
            </p:cNvPr>
            <p:cNvSpPr/>
            <p:nvPr/>
          </p:nvSpPr>
          <p:spPr>
            <a:xfrm>
              <a:off x="1175128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Oval 542">
              <a:extLst>
                <a:ext uri="{FF2B5EF4-FFF2-40B4-BE49-F238E27FC236}">
                  <a16:creationId xmlns:a16="http://schemas.microsoft.com/office/drawing/2014/main" id="{FDD1B2B5-669C-43A7-AC6F-BC805732D9D2}"/>
                </a:ext>
              </a:extLst>
            </p:cNvPr>
            <p:cNvSpPr/>
            <p:nvPr/>
          </p:nvSpPr>
          <p:spPr>
            <a:xfrm>
              <a:off x="1179707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DCB6038B-28AC-4F3D-ACA4-6116AAECC037}"/>
                </a:ext>
              </a:extLst>
            </p:cNvPr>
            <p:cNvSpPr/>
            <p:nvPr/>
          </p:nvSpPr>
          <p:spPr>
            <a:xfrm>
              <a:off x="1184287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Oval 544">
              <a:extLst>
                <a:ext uri="{FF2B5EF4-FFF2-40B4-BE49-F238E27FC236}">
                  <a16:creationId xmlns:a16="http://schemas.microsoft.com/office/drawing/2014/main" id="{A1F2C86E-C6F7-43DA-A131-A4B82C924606}"/>
                </a:ext>
              </a:extLst>
            </p:cNvPr>
            <p:cNvSpPr/>
            <p:nvPr/>
          </p:nvSpPr>
          <p:spPr>
            <a:xfrm>
              <a:off x="1188866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Oval 545">
              <a:extLst>
                <a:ext uri="{FF2B5EF4-FFF2-40B4-BE49-F238E27FC236}">
                  <a16:creationId xmlns:a16="http://schemas.microsoft.com/office/drawing/2014/main" id="{29EF4846-C1F7-4077-BC89-8399E462E488}"/>
                </a:ext>
              </a:extLst>
            </p:cNvPr>
            <p:cNvSpPr/>
            <p:nvPr/>
          </p:nvSpPr>
          <p:spPr>
            <a:xfrm>
              <a:off x="1193445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B243E9EE-BF98-4C00-A01B-78A2F05AF05A}"/>
                </a:ext>
              </a:extLst>
            </p:cNvPr>
            <p:cNvSpPr/>
            <p:nvPr/>
          </p:nvSpPr>
          <p:spPr>
            <a:xfrm>
              <a:off x="1198025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A3CFC04F-35EB-4B80-942E-6EDDB2B0DF25}"/>
                </a:ext>
              </a:extLst>
            </p:cNvPr>
            <p:cNvSpPr/>
            <p:nvPr/>
          </p:nvSpPr>
          <p:spPr>
            <a:xfrm>
              <a:off x="1202604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Oval 548">
              <a:extLst>
                <a:ext uri="{FF2B5EF4-FFF2-40B4-BE49-F238E27FC236}">
                  <a16:creationId xmlns:a16="http://schemas.microsoft.com/office/drawing/2014/main" id="{0F8696CA-4F53-482F-8EE0-F15214E2C6FB}"/>
                </a:ext>
              </a:extLst>
            </p:cNvPr>
            <p:cNvSpPr/>
            <p:nvPr/>
          </p:nvSpPr>
          <p:spPr>
            <a:xfrm>
              <a:off x="1207183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Oval 549">
              <a:extLst>
                <a:ext uri="{FF2B5EF4-FFF2-40B4-BE49-F238E27FC236}">
                  <a16:creationId xmlns:a16="http://schemas.microsoft.com/office/drawing/2014/main" id="{6CF40444-8D64-404A-B569-AD0C7EAC038F}"/>
                </a:ext>
              </a:extLst>
            </p:cNvPr>
            <p:cNvSpPr/>
            <p:nvPr/>
          </p:nvSpPr>
          <p:spPr>
            <a:xfrm>
              <a:off x="1175128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a:extLst>
                <a:ext uri="{FF2B5EF4-FFF2-40B4-BE49-F238E27FC236}">
                  <a16:creationId xmlns:a16="http://schemas.microsoft.com/office/drawing/2014/main" id="{348802AA-BBA2-4940-BFA5-E63F1FB9A25D}"/>
                </a:ext>
              </a:extLst>
            </p:cNvPr>
            <p:cNvSpPr/>
            <p:nvPr/>
          </p:nvSpPr>
          <p:spPr>
            <a:xfrm>
              <a:off x="1179707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DE701C32-C442-419E-BE8E-238AC6246CF7}"/>
                </a:ext>
              </a:extLst>
            </p:cNvPr>
            <p:cNvSpPr/>
            <p:nvPr/>
          </p:nvSpPr>
          <p:spPr>
            <a:xfrm>
              <a:off x="1184287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3" name="Oval 552">
              <a:extLst>
                <a:ext uri="{FF2B5EF4-FFF2-40B4-BE49-F238E27FC236}">
                  <a16:creationId xmlns:a16="http://schemas.microsoft.com/office/drawing/2014/main" id="{2872AA49-80BE-4F3F-A50D-42EB4585F661}"/>
                </a:ext>
              </a:extLst>
            </p:cNvPr>
            <p:cNvSpPr/>
            <p:nvPr/>
          </p:nvSpPr>
          <p:spPr>
            <a:xfrm>
              <a:off x="1188866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Oval 553">
              <a:extLst>
                <a:ext uri="{FF2B5EF4-FFF2-40B4-BE49-F238E27FC236}">
                  <a16:creationId xmlns:a16="http://schemas.microsoft.com/office/drawing/2014/main" id="{4DA3FB52-98E1-41C4-B790-DAA5D8C42C2E}"/>
                </a:ext>
              </a:extLst>
            </p:cNvPr>
            <p:cNvSpPr/>
            <p:nvPr/>
          </p:nvSpPr>
          <p:spPr>
            <a:xfrm>
              <a:off x="1193445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Oval 554">
              <a:extLst>
                <a:ext uri="{FF2B5EF4-FFF2-40B4-BE49-F238E27FC236}">
                  <a16:creationId xmlns:a16="http://schemas.microsoft.com/office/drawing/2014/main" id="{9CDB3045-0B2C-4943-B91A-9D42AEF2B343}"/>
                </a:ext>
              </a:extLst>
            </p:cNvPr>
            <p:cNvSpPr/>
            <p:nvPr/>
          </p:nvSpPr>
          <p:spPr>
            <a:xfrm>
              <a:off x="1198025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4DBA0102-DB4D-4B12-8CA9-C3DD15DE4214}"/>
                </a:ext>
              </a:extLst>
            </p:cNvPr>
            <p:cNvSpPr/>
            <p:nvPr/>
          </p:nvSpPr>
          <p:spPr>
            <a:xfrm>
              <a:off x="1202604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1E0DA989-448B-4A92-AC7B-7DDED62B24AA}"/>
                </a:ext>
              </a:extLst>
            </p:cNvPr>
            <p:cNvSpPr/>
            <p:nvPr/>
          </p:nvSpPr>
          <p:spPr>
            <a:xfrm>
              <a:off x="1207183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0C2CAB59-9D0A-42BD-8F7F-AB87D05E2C2F}"/>
                </a:ext>
              </a:extLst>
            </p:cNvPr>
            <p:cNvSpPr/>
            <p:nvPr/>
          </p:nvSpPr>
          <p:spPr>
            <a:xfrm>
              <a:off x="1175128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Oval 558">
              <a:extLst>
                <a:ext uri="{FF2B5EF4-FFF2-40B4-BE49-F238E27FC236}">
                  <a16:creationId xmlns:a16="http://schemas.microsoft.com/office/drawing/2014/main" id="{0F3C544B-0970-4340-A916-9FD2AC42ADD5}"/>
                </a:ext>
              </a:extLst>
            </p:cNvPr>
            <p:cNvSpPr/>
            <p:nvPr/>
          </p:nvSpPr>
          <p:spPr>
            <a:xfrm>
              <a:off x="1179707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Oval 559">
              <a:extLst>
                <a:ext uri="{FF2B5EF4-FFF2-40B4-BE49-F238E27FC236}">
                  <a16:creationId xmlns:a16="http://schemas.microsoft.com/office/drawing/2014/main" id="{63AC1A80-85C1-4A10-877E-6F9942FA0EAD}"/>
                </a:ext>
              </a:extLst>
            </p:cNvPr>
            <p:cNvSpPr/>
            <p:nvPr/>
          </p:nvSpPr>
          <p:spPr>
            <a:xfrm>
              <a:off x="1202604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Oval 560">
              <a:extLst>
                <a:ext uri="{FF2B5EF4-FFF2-40B4-BE49-F238E27FC236}">
                  <a16:creationId xmlns:a16="http://schemas.microsoft.com/office/drawing/2014/main" id="{3606AD9D-6A1F-4964-A8AA-17CAF2B711A7}"/>
                </a:ext>
              </a:extLst>
            </p:cNvPr>
            <p:cNvSpPr/>
            <p:nvPr/>
          </p:nvSpPr>
          <p:spPr>
            <a:xfrm>
              <a:off x="1207183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B8BE6246-2211-4F04-95A4-CC7A0C73E35D}"/>
                </a:ext>
              </a:extLst>
            </p:cNvPr>
            <p:cNvSpPr/>
            <p:nvPr/>
          </p:nvSpPr>
          <p:spPr>
            <a:xfrm>
              <a:off x="1175128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072A88FF-C704-40AC-8177-C89E7EACA953}"/>
                </a:ext>
              </a:extLst>
            </p:cNvPr>
            <p:cNvSpPr/>
            <p:nvPr/>
          </p:nvSpPr>
          <p:spPr>
            <a:xfrm>
              <a:off x="1179707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7C8BD524-6AF8-4A67-8F81-184F962AAF13}"/>
                </a:ext>
              </a:extLst>
            </p:cNvPr>
            <p:cNvSpPr/>
            <p:nvPr/>
          </p:nvSpPr>
          <p:spPr>
            <a:xfrm>
              <a:off x="1202604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2F2ED6BE-0D69-4B53-9A21-B08AA302B2B3}"/>
                </a:ext>
              </a:extLst>
            </p:cNvPr>
            <p:cNvSpPr/>
            <p:nvPr/>
          </p:nvSpPr>
          <p:spPr>
            <a:xfrm>
              <a:off x="1207183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04F499B7-CE4A-4A78-988D-D196EA9DDD5C}"/>
                </a:ext>
              </a:extLst>
            </p:cNvPr>
            <p:cNvSpPr/>
            <p:nvPr/>
          </p:nvSpPr>
          <p:spPr>
            <a:xfrm>
              <a:off x="1175128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Oval 566">
              <a:extLst>
                <a:ext uri="{FF2B5EF4-FFF2-40B4-BE49-F238E27FC236}">
                  <a16:creationId xmlns:a16="http://schemas.microsoft.com/office/drawing/2014/main" id="{15715215-F563-4E14-84A2-0B9B123DD904}"/>
                </a:ext>
              </a:extLst>
            </p:cNvPr>
            <p:cNvSpPr/>
            <p:nvPr/>
          </p:nvSpPr>
          <p:spPr>
            <a:xfrm>
              <a:off x="1179707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Oval 567">
              <a:extLst>
                <a:ext uri="{FF2B5EF4-FFF2-40B4-BE49-F238E27FC236}">
                  <a16:creationId xmlns:a16="http://schemas.microsoft.com/office/drawing/2014/main" id="{53051A75-74ED-49FC-8476-CF6EACD1D3B5}"/>
                </a:ext>
              </a:extLst>
            </p:cNvPr>
            <p:cNvSpPr/>
            <p:nvPr/>
          </p:nvSpPr>
          <p:spPr>
            <a:xfrm>
              <a:off x="1202604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ED7BFEA1-C8B4-45F7-BFD9-9A5784899A6E}"/>
                </a:ext>
              </a:extLst>
            </p:cNvPr>
            <p:cNvSpPr/>
            <p:nvPr/>
          </p:nvSpPr>
          <p:spPr>
            <a:xfrm>
              <a:off x="1207183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6D146205-CA78-45AB-BA44-B00E41A3F0AA}"/>
                </a:ext>
              </a:extLst>
            </p:cNvPr>
            <p:cNvSpPr/>
            <p:nvPr/>
          </p:nvSpPr>
          <p:spPr>
            <a:xfrm>
              <a:off x="1175128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54C83600-6486-4837-9F4E-72C6F4A582DF}"/>
                </a:ext>
              </a:extLst>
            </p:cNvPr>
            <p:cNvSpPr/>
            <p:nvPr/>
          </p:nvSpPr>
          <p:spPr>
            <a:xfrm>
              <a:off x="1179707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5660FF0F-74D4-4E1D-915F-DCF363C6295B}"/>
                </a:ext>
              </a:extLst>
            </p:cNvPr>
            <p:cNvSpPr/>
            <p:nvPr/>
          </p:nvSpPr>
          <p:spPr>
            <a:xfrm>
              <a:off x="1202604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F2B39CAB-988F-4E85-88A2-007F43B45C10}"/>
                </a:ext>
              </a:extLst>
            </p:cNvPr>
            <p:cNvSpPr/>
            <p:nvPr/>
          </p:nvSpPr>
          <p:spPr>
            <a:xfrm>
              <a:off x="1207183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CAC73CDE-780A-4993-B501-4F9F782BC38B}"/>
                </a:ext>
              </a:extLst>
            </p:cNvPr>
            <p:cNvSpPr/>
            <p:nvPr/>
          </p:nvSpPr>
          <p:spPr>
            <a:xfrm>
              <a:off x="1175128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Oval 574">
              <a:extLst>
                <a:ext uri="{FF2B5EF4-FFF2-40B4-BE49-F238E27FC236}">
                  <a16:creationId xmlns:a16="http://schemas.microsoft.com/office/drawing/2014/main" id="{F2DB99EE-4668-42D7-801E-717DD097FF16}"/>
                </a:ext>
              </a:extLst>
            </p:cNvPr>
            <p:cNvSpPr/>
            <p:nvPr/>
          </p:nvSpPr>
          <p:spPr>
            <a:xfrm>
              <a:off x="1179707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a:extLst>
                <a:ext uri="{FF2B5EF4-FFF2-40B4-BE49-F238E27FC236}">
                  <a16:creationId xmlns:a16="http://schemas.microsoft.com/office/drawing/2014/main" id="{60CA01BA-87FB-4842-BCED-1776BFE4F9C0}"/>
                </a:ext>
              </a:extLst>
            </p:cNvPr>
            <p:cNvSpPr/>
            <p:nvPr/>
          </p:nvSpPr>
          <p:spPr>
            <a:xfrm>
              <a:off x="1184287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2BDB1827-0E79-48FC-B788-E51C8AEC7D6A}"/>
                </a:ext>
              </a:extLst>
            </p:cNvPr>
            <p:cNvSpPr/>
            <p:nvPr/>
          </p:nvSpPr>
          <p:spPr>
            <a:xfrm>
              <a:off x="1188866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06D8AA2E-A56F-4CB8-8003-8EEAA133FCE2}"/>
                </a:ext>
              </a:extLst>
            </p:cNvPr>
            <p:cNvSpPr/>
            <p:nvPr/>
          </p:nvSpPr>
          <p:spPr>
            <a:xfrm>
              <a:off x="1193445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C4D3AF3D-A0D8-4CCF-AE39-BBF34F98FFD9}"/>
                </a:ext>
              </a:extLst>
            </p:cNvPr>
            <p:cNvSpPr/>
            <p:nvPr/>
          </p:nvSpPr>
          <p:spPr>
            <a:xfrm>
              <a:off x="1198025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a:extLst>
                <a:ext uri="{FF2B5EF4-FFF2-40B4-BE49-F238E27FC236}">
                  <a16:creationId xmlns:a16="http://schemas.microsoft.com/office/drawing/2014/main" id="{784B4F03-C561-42A5-9ADB-FF375830DA2E}"/>
                </a:ext>
              </a:extLst>
            </p:cNvPr>
            <p:cNvSpPr/>
            <p:nvPr/>
          </p:nvSpPr>
          <p:spPr>
            <a:xfrm>
              <a:off x="1202604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a:extLst>
                <a:ext uri="{FF2B5EF4-FFF2-40B4-BE49-F238E27FC236}">
                  <a16:creationId xmlns:a16="http://schemas.microsoft.com/office/drawing/2014/main" id="{B147BACB-2943-4E57-A6EA-4ECAEB6EA945}"/>
                </a:ext>
              </a:extLst>
            </p:cNvPr>
            <p:cNvSpPr/>
            <p:nvPr/>
          </p:nvSpPr>
          <p:spPr>
            <a:xfrm>
              <a:off x="1207183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A65CCF40-50AA-40B6-9128-587F39C89F32}"/>
                </a:ext>
              </a:extLst>
            </p:cNvPr>
            <p:cNvSpPr/>
            <p:nvPr/>
          </p:nvSpPr>
          <p:spPr>
            <a:xfrm>
              <a:off x="1175128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a:extLst>
                <a:ext uri="{FF2B5EF4-FFF2-40B4-BE49-F238E27FC236}">
                  <a16:creationId xmlns:a16="http://schemas.microsoft.com/office/drawing/2014/main" id="{C9BDB962-C2C3-4C2D-A988-79DCAD840375}"/>
                </a:ext>
              </a:extLst>
            </p:cNvPr>
            <p:cNvSpPr/>
            <p:nvPr/>
          </p:nvSpPr>
          <p:spPr>
            <a:xfrm>
              <a:off x="1179707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AA6FB8A0-FD0B-45A9-9A02-494212CE002F}"/>
                </a:ext>
              </a:extLst>
            </p:cNvPr>
            <p:cNvSpPr/>
            <p:nvPr/>
          </p:nvSpPr>
          <p:spPr>
            <a:xfrm>
              <a:off x="1184287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a:extLst>
                <a:ext uri="{FF2B5EF4-FFF2-40B4-BE49-F238E27FC236}">
                  <a16:creationId xmlns:a16="http://schemas.microsoft.com/office/drawing/2014/main" id="{F7BB58BF-1250-4898-B9E4-F4F78456C434}"/>
                </a:ext>
              </a:extLst>
            </p:cNvPr>
            <p:cNvSpPr/>
            <p:nvPr/>
          </p:nvSpPr>
          <p:spPr>
            <a:xfrm>
              <a:off x="1188866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a:extLst>
                <a:ext uri="{FF2B5EF4-FFF2-40B4-BE49-F238E27FC236}">
                  <a16:creationId xmlns:a16="http://schemas.microsoft.com/office/drawing/2014/main" id="{68C6D0D4-C13A-4246-AF25-FE226158B74D}"/>
                </a:ext>
              </a:extLst>
            </p:cNvPr>
            <p:cNvSpPr/>
            <p:nvPr/>
          </p:nvSpPr>
          <p:spPr>
            <a:xfrm>
              <a:off x="1193445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1214467F-AF95-40FA-A52A-011FAB7AE56D}"/>
                </a:ext>
              </a:extLst>
            </p:cNvPr>
            <p:cNvSpPr/>
            <p:nvPr/>
          </p:nvSpPr>
          <p:spPr>
            <a:xfrm>
              <a:off x="1198025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826CE8B9-EEA3-4121-B1D3-3C08A0B30428}"/>
                </a:ext>
              </a:extLst>
            </p:cNvPr>
            <p:cNvSpPr/>
            <p:nvPr/>
          </p:nvSpPr>
          <p:spPr>
            <a:xfrm>
              <a:off x="1202604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DDE285EC-E7C3-4F0C-8C9B-BA78C5E906F4}"/>
                </a:ext>
              </a:extLst>
            </p:cNvPr>
            <p:cNvSpPr/>
            <p:nvPr/>
          </p:nvSpPr>
          <p:spPr>
            <a:xfrm>
              <a:off x="1207183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0" name="Text Placeholder 514">
            <a:extLst>
              <a:ext uri="{FF2B5EF4-FFF2-40B4-BE49-F238E27FC236}">
                <a16:creationId xmlns:a16="http://schemas.microsoft.com/office/drawing/2014/main" id="{F72D7AD6-37DC-4AD4-9027-2F043BBFAF86}"/>
              </a:ext>
            </a:extLst>
          </p:cNvPr>
          <p:cNvSpPr>
            <a:spLocks noGrp="1"/>
          </p:cNvSpPr>
          <p:nvPr>
            <p:ph type="body" sz="quarter" idx="11" hasCustomPrompt="1"/>
          </p:nvPr>
        </p:nvSpPr>
        <p:spPr>
          <a:xfrm>
            <a:off x="949419" y="275490"/>
            <a:ext cx="10462477" cy="535531"/>
          </a:xfrm>
          <a:prstGeom prst="rect">
            <a:avLst/>
          </a:prstGeom>
        </p:spPr>
        <p:txBody>
          <a:bodyPr wrap="square">
            <a:spAutoFit/>
          </a:bodyPr>
          <a:lstStyle>
            <a:lvl1pPr marL="0" indent="0">
              <a:buClr>
                <a:srgbClr val="F27228"/>
              </a:buClr>
              <a:buFont typeface="Arial" panose="020B0604020202020204" pitchFamily="34" charset="0"/>
              <a:buNone/>
              <a:defRPr lang="en-US" sz="3200" b="1" dirty="0">
                <a:solidFill>
                  <a:srgbClr val="36365C"/>
                </a:solidFill>
                <a:latin typeface="Segoe UI" panose="020B0502040204020203" pitchFamily="34" charset="0"/>
                <a:ea typeface="Segoe UI Black" panose="020B0A02040204020203" pitchFamily="34" charset="0"/>
                <a:cs typeface="Segoe UI" panose="020B0502040204020203" pitchFamily="34" charset="0"/>
              </a:defRPr>
            </a:lvl1pPr>
          </a:lstStyle>
          <a:p>
            <a:pPr marL="228600" lvl="0" indent="-457200" defTabSz="457200">
              <a:spcBef>
                <a:spcPct val="0"/>
              </a:spcBef>
            </a:pPr>
            <a:r>
              <a:rPr lang="en-US" dirty="0"/>
              <a:t>Title</a:t>
            </a:r>
          </a:p>
        </p:txBody>
      </p:sp>
      <p:sp>
        <p:nvSpPr>
          <p:cNvPr id="591" name="Slide Number Placeholder 6">
            <a:extLst>
              <a:ext uri="{FF2B5EF4-FFF2-40B4-BE49-F238E27FC236}">
                <a16:creationId xmlns:a16="http://schemas.microsoft.com/office/drawing/2014/main" id="{B1B662FD-9C51-40F2-9357-1C98DFB6326B}"/>
              </a:ext>
            </a:extLst>
          </p:cNvPr>
          <p:cNvSpPr>
            <a:spLocks noGrp="1"/>
          </p:cNvSpPr>
          <p:nvPr>
            <p:ph type="sldNum" sz="quarter" idx="12"/>
          </p:nvPr>
        </p:nvSpPr>
        <p:spPr>
          <a:xfrm>
            <a:off x="11678661" y="6405970"/>
            <a:ext cx="389850" cy="276999"/>
          </a:xfrm>
          <a:prstGeom prst="rect">
            <a:avLst/>
          </a:prstGeom>
          <a:noFill/>
        </p:spPr>
        <p:txBody>
          <a:bodyPr wrap="none" rtlCol="0">
            <a:spAutoFit/>
          </a:bodyPr>
          <a:lstStyle>
            <a:lvl1pPr>
              <a:defRPr lang="en-US" sz="1200" smtClean="0">
                <a:solidFill>
                  <a:schemeClr val="bg1">
                    <a:lumMod val="75000"/>
                  </a:schemeClr>
                </a:solidFill>
                <a:latin typeface="Segoe UI Black" panose="020B0A02040204020203" pitchFamily="34" charset="0"/>
                <a:ea typeface="Segoe UI Black" panose="020B0A02040204020203" pitchFamily="34" charset="0"/>
              </a:defRPr>
            </a:lvl1pPr>
          </a:lstStyle>
          <a:p>
            <a:pPr algn="ctr"/>
            <a:fld id="{34BBD95C-5847-41D4-A95D-7A604938DF3E}" type="slidenum">
              <a:rPr lang="en-US" smtClean="0"/>
              <a:pPr algn="ctr"/>
              <a:t>‹#›</a:t>
            </a:fld>
            <a:endParaRPr lang="en-US"/>
          </a:p>
        </p:txBody>
      </p:sp>
      <p:cxnSp>
        <p:nvCxnSpPr>
          <p:cNvPr id="616" name="Straight Connector 615">
            <a:extLst>
              <a:ext uri="{FF2B5EF4-FFF2-40B4-BE49-F238E27FC236}">
                <a16:creationId xmlns:a16="http://schemas.microsoft.com/office/drawing/2014/main" id="{F2FC5C41-8CD9-49EF-9B7F-C06D696BF209}"/>
              </a:ext>
            </a:extLst>
          </p:cNvPr>
          <p:cNvCxnSpPr>
            <a:cxnSpLocks/>
          </p:cNvCxnSpPr>
          <p:nvPr/>
        </p:nvCxnSpPr>
        <p:spPr>
          <a:xfrm flipH="1">
            <a:off x="3000936"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7" name="Oval 616">
            <a:extLst>
              <a:ext uri="{FF2B5EF4-FFF2-40B4-BE49-F238E27FC236}">
                <a16:creationId xmlns:a16="http://schemas.microsoft.com/office/drawing/2014/main" id="{79BAD7D7-6504-4DFC-9892-ABD9CFA67A9E}"/>
              </a:ext>
            </a:extLst>
          </p:cNvPr>
          <p:cNvSpPr/>
          <p:nvPr userDrawn="1"/>
        </p:nvSpPr>
        <p:spPr>
          <a:xfrm>
            <a:off x="3138862" y="175280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5" name="Straight Connector 624">
            <a:extLst>
              <a:ext uri="{FF2B5EF4-FFF2-40B4-BE49-F238E27FC236}">
                <a16:creationId xmlns:a16="http://schemas.microsoft.com/office/drawing/2014/main" id="{CBA07E70-916A-475C-B6FF-28BC036900B3}"/>
              </a:ext>
            </a:extLst>
          </p:cNvPr>
          <p:cNvCxnSpPr>
            <a:cxnSpLocks/>
          </p:cNvCxnSpPr>
          <p:nvPr/>
        </p:nvCxnSpPr>
        <p:spPr>
          <a:xfrm flipH="1">
            <a:off x="8733789"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26" name="Oval 625">
            <a:extLst>
              <a:ext uri="{FF2B5EF4-FFF2-40B4-BE49-F238E27FC236}">
                <a16:creationId xmlns:a16="http://schemas.microsoft.com/office/drawing/2014/main" id="{4307CB2F-2D30-432B-9ED2-6804ED032D09}"/>
              </a:ext>
            </a:extLst>
          </p:cNvPr>
          <p:cNvSpPr/>
          <p:nvPr userDrawn="1"/>
        </p:nvSpPr>
        <p:spPr>
          <a:xfrm>
            <a:off x="8871715" y="175280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2" name="Straight Connector 631">
            <a:extLst>
              <a:ext uri="{FF2B5EF4-FFF2-40B4-BE49-F238E27FC236}">
                <a16:creationId xmlns:a16="http://schemas.microsoft.com/office/drawing/2014/main" id="{A88189C5-EAAF-443F-922E-23449E0F3DEC}"/>
              </a:ext>
            </a:extLst>
          </p:cNvPr>
          <p:cNvCxnSpPr>
            <a:cxnSpLocks/>
          </p:cNvCxnSpPr>
          <p:nvPr userDrawn="1"/>
        </p:nvCxnSpPr>
        <p:spPr>
          <a:xfrm flipH="1">
            <a:off x="3000936" y="488590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5" name="Oval 634">
            <a:extLst>
              <a:ext uri="{FF2B5EF4-FFF2-40B4-BE49-F238E27FC236}">
                <a16:creationId xmlns:a16="http://schemas.microsoft.com/office/drawing/2014/main" id="{728589D2-BC95-4689-A925-9428437FEE0E}"/>
              </a:ext>
            </a:extLst>
          </p:cNvPr>
          <p:cNvSpPr/>
          <p:nvPr userDrawn="1"/>
        </p:nvSpPr>
        <p:spPr>
          <a:xfrm>
            <a:off x="3138862" y="428123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1" name="Straight Connector 640">
            <a:extLst>
              <a:ext uri="{FF2B5EF4-FFF2-40B4-BE49-F238E27FC236}">
                <a16:creationId xmlns:a16="http://schemas.microsoft.com/office/drawing/2014/main" id="{DFE31997-59AA-4F43-AB30-6B6152E6AFD5}"/>
              </a:ext>
            </a:extLst>
          </p:cNvPr>
          <p:cNvCxnSpPr>
            <a:cxnSpLocks/>
          </p:cNvCxnSpPr>
          <p:nvPr userDrawn="1"/>
        </p:nvCxnSpPr>
        <p:spPr>
          <a:xfrm flipH="1">
            <a:off x="8733789" y="488590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44" name="Oval 643">
            <a:extLst>
              <a:ext uri="{FF2B5EF4-FFF2-40B4-BE49-F238E27FC236}">
                <a16:creationId xmlns:a16="http://schemas.microsoft.com/office/drawing/2014/main" id="{9B726246-1255-4A5A-8EEC-4A28FE9F31B1}"/>
              </a:ext>
            </a:extLst>
          </p:cNvPr>
          <p:cNvSpPr/>
          <p:nvPr userDrawn="1"/>
        </p:nvSpPr>
        <p:spPr>
          <a:xfrm>
            <a:off x="8871715" y="428123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Picture Placeholder 647">
            <a:extLst>
              <a:ext uri="{FF2B5EF4-FFF2-40B4-BE49-F238E27FC236}">
                <a16:creationId xmlns:a16="http://schemas.microsoft.com/office/drawing/2014/main" id="{1070048F-7914-4887-8912-E43096592782}"/>
              </a:ext>
            </a:extLst>
          </p:cNvPr>
          <p:cNvSpPr>
            <a:spLocks noGrp="1"/>
          </p:cNvSpPr>
          <p:nvPr userDrawn="1">
            <p:ph type="pic" sz="quarter" idx="13" hasCustomPrompt="1"/>
          </p:nvPr>
        </p:nvSpPr>
        <p:spPr>
          <a:xfrm>
            <a:off x="981249" y="145062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49" name="Picture Placeholder 647">
            <a:extLst>
              <a:ext uri="{FF2B5EF4-FFF2-40B4-BE49-F238E27FC236}">
                <a16:creationId xmlns:a16="http://schemas.microsoft.com/office/drawing/2014/main" id="{3638F3E8-F03D-452C-A6EF-FF83FECFDC34}"/>
              </a:ext>
            </a:extLst>
          </p:cNvPr>
          <p:cNvSpPr>
            <a:spLocks noGrp="1"/>
          </p:cNvSpPr>
          <p:nvPr userDrawn="1">
            <p:ph type="pic" sz="quarter" idx="14" hasCustomPrompt="1"/>
          </p:nvPr>
        </p:nvSpPr>
        <p:spPr>
          <a:xfrm>
            <a:off x="6714102" y="145062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50" name="Picture Placeholder 647">
            <a:extLst>
              <a:ext uri="{FF2B5EF4-FFF2-40B4-BE49-F238E27FC236}">
                <a16:creationId xmlns:a16="http://schemas.microsoft.com/office/drawing/2014/main" id="{32477020-7FDC-41EB-943F-09AA37BAD555}"/>
              </a:ext>
            </a:extLst>
          </p:cNvPr>
          <p:cNvSpPr>
            <a:spLocks noGrp="1"/>
          </p:cNvSpPr>
          <p:nvPr userDrawn="1">
            <p:ph type="pic" sz="quarter" idx="15" hasCustomPrompt="1"/>
          </p:nvPr>
        </p:nvSpPr>
        <p:spPr>
          <a:xfrm>
            <a:off x="6714102" y="397906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51" name="Picture Placeholder 647">
            <a:extLst>
              <a:ext uri="{FF2B5EF4-FFF2-40B4-BE49-F238E27FC236}">
                <a16:creationId xmlns:a16="http://schemas.microsoft.com/office/drawing/2014/main" id="{71876631-B973-41A7-BA02-BFEAA6C84910}"/>
              </a:ext>
            </a:extLst>
          </p:cNvPr>
          <p:cNvSpPr>
            <a:spLocks noGrp="1"/>
          </p:cNvSpPr>
          <p:nvPr userDrawn="1">
            <p:ph type="pic" sz="quarter" idx="16" hasCustomPrompt="1"/>
          </p:nvPr>
        </p:nvSpPr>
        <p:spPr>
          <a:xfrm>
            <a:off x="981249" y="397906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Click to insert picture</a:t>
            </a:r>
          </a:p>
        </p:txBody>
      </p:sp>
      <p:sp>
        <p:nvSpPr>
          <p:cNvPr id="652" name="Text Placeholder 2">
            <a:extLst>
              <a:ext uri="{FF2B5EF4-FFF2-40B4-BE49-F238E27FC236}">
                <a16:creationId xmlns:a16="http://schemas.microsoft.com/office/drawing/2014/main" id="{AC9B6A6F-69F8-41FA-9AB1-053CED33DF9E}"/>
              </a:ext>
            </a:extLst>
          </p:cNvPr>
          <p:cNvSpPr>
            <a:spLocks noGrp="1"/>
          </p:cNvSpPr>
          <p:nvPr userDrawn="1">
            <p:ph type="body" idx="1" hasCustomPrompt="1"/>
          </p:nvPr>
        </p:nvSpPr>
        <p:spPr>
          <a:xfrm>
            <a:off x="3065044" y="2493414"/>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3" name="Text Placeholder 2">
            <a:extLst>
              <a:ext uri="{FF2B5EF4-FFF2-40B4-BE49-F238E27FC236}">
                <a16:creationId xmlns:a16="http://schemas.microsoft.com/office/drawing/2014/main" id="{C58F3670-37FC-465E-8EB7-739051D1EDC0}"/>
              </a:ext>
            </a:extLst>
          </p:cNvPr>
          <p:cNvSpPr>
            <a:spLocks noGrp="1"/>
          </p:cNvSpPr>
          <p:nvPr userDrawn="1">
            <p:ph type="body" idx="17" hasCustomPrompt="1"/>
          </p:nvPr>
        </p:nvSpPr>
        <p:spPr>
          <a:xfrm>
            <a:off x="3065044" y="5016826"/>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4" name="Text Placeholder 2">
            <a:extLst>
              <a:ext uri="{FF2B5EF4-FFF2-40B4-BE49-F238E27FC236}">
                <a16:creationId xmlns:a16="http://schemas.microsoft.com/office/drawing/2014/main" id="{1E3F788C-D8CF-4969-80DE-752ACE834D13}"/>
              </a:ext>
            </a:extLst>
          </p:cNvPr>
          <p:cNvSpPr>
            <a:spLocks noGrp="1"/>
          </p:cNvSpPr>
          <p:nvPr userDrawn="1">
            <p:ph type="body" idx="18" hasCustomPrompt="1"/>
          </p:nvPr>
        </p:nvSpPr>
        <p:spPr>
          <a:xfrm>
            <a:off x="8739784" y="2493414"/>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5" name="Text Placeholder 2">
            <a:extLst>
              <a:ext uri="{FF2B5EF4-FFF2-40B4-BE49-F238E27FC236}">
                <a16:creationId xmlns:a16="http://schemas.microsoft.com/office/drawing/2014/main" id="{450810B9-D39F-4B70-8958-8354BDAF82ED}"/>
              </a:ext>
            </a:extLst>
          </p:cNvPr>
          <p:cNvSpPr>
            <a:spLocks noGrp="1"/>
          </p:cNvSpPr>
          <p:nvPr userDrawn="1">
            <p:ph type="body" idx="19" hasCustomPrompt="1"/>
          </p:nvPr>
        </p:nvSpPr>
        <p:spPr>
          <a:xfrm>
            <a:off x="8739784" y="5016826"/>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Segoe UI" panose="020B0502040204020203" pitchFamily="34" charset="0"/>
                <a:cs typeface="Segoe UI" panose="020B0502040204020203" pitchFamily="34" charset="0"/>
              </a:defRPr>
            </a:lvl1pPr>
          </a:lstStyle>
          <a:p>
            <a:pPr marL="0" lvl="0"/>
            <a:r>
              <a:rPr lang="en-US" dirty="0"/>
              <a:t>Text</a:t>
            </a:r>
          </a:p>
        </p:txBody>
      </p:sp>
      <p:sp>
        <p:nvSpPr>
          <p:cNvPr id="657" name="Picture Placeholder 656">
            <a:extLst>
              <a:ext uri="{FF2B5EF4-FFF2-40B4-BE49-F238E27FC236}">
                <a16:creationId xmlns:a16="http://schemas.microsoft.com/office/drawing/2014/main" id="{C6944C29-805F-4C3C-B2C6-F59A8F8F1AF5}"/>
              </a:ext>
            </a:extLst>
          </p:cNvPr>
          <p:cNvSpPr>
            <a:spLocks noGrp="1"/>
          </p:cNvSpPr>
          <p:nvPr userDrawn="1">
            <p:ph type="pic" sz="quarter" idx="20" hasCustomPrompt="1"/>
          </p:nvPr>
        </p:nvSpPr>
        <p:spPr>
          <a:xfrm>
            <a:off x="3293201" y="4237038"/>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
        <p:nvSpPr>
          <p:cNvPr id="658" name="Picture Placeholder 656">
            <a:extLst>
              <a:ext uri="{FF2B5EF4-FFF2-40B4-BE49-F238E27FC236}">
                <a16:creationId xmlns:a16="http://schemas.microsoft.com/office/drawing/2014/main" id="{11FF9F92-E627-40CE-AFB4-0A89C8DE075D}"/>
              </a:ext>
            </a:extLst>
          </p:cNvPr>
          <p:cNvSpPr>
            <a:spLocks noGrp="1"/>
          </p:cNvSpPr>
          <p:nvPr userDrawn="1">
            <p:ph type="pic" sz="quarter" idx="21" hasCustomPrompt="1"/>
          </p:nvPr>
        </p:nvSpPr>
        <p:spPr>
          <a:xfrm>
            <a:off x="3293201" y="1716230"/>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
        <p:nvSpPr>
          <p:cNvPr id="659" name="Picture Placeholder 656">
            <a:extLst>
              <a:ext uri="{FF2B5EF4-FFF2-40B4-BE49-F238E27FC236}">
                <a16:creationId xmlns:a16="http://schemas.microsoft.com/office/drawing/2014/main" id="{31639B03-0480-4359-AE4E-367D8A64C5BA}"/>
              </a:ext>
            </a:extLst>
          </p:cNvPr>
          <p:cNvSpPr>
            <a:spLocks noGrp="1"/>
          </p:cNvSpPr>
          <p:nvPr userDrawn="1">
            <p:ph type="pic" sz="quarter" idx="22" hasCustomPrompt="1"/>
          </p:nvPr>
        </p:nvSpPr>
        <p:spPr>
          <a:xfrm>
            <a:off x="9026054" y="4237038"/>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
        <p:nvSpPr>
          <p:cNvPr id="660" name="Picture Placeholder 656">
            <a:extLst>
              <a:ext uri="{FF2B5EF4-FFF2-40B4-BE49-F238E27FC236}">
                <a16:creationId xmlns:a16="http://schemas.microsoft.com/office/drawing/2014/main" id="{F1D86461-C537-49C2-A66A-2AED942EA019}"/>
              </a:ext>
            </a:extLst>
          </p:cNvPr>
          <p:cNvSpPr>
            <a:spLocks noGrp="1"/>
          </p:cNvSpPr>
          <p:nvPr userDrawn="1">
            <p:ph type="pic" sz="quarter" idx="23" hasCustomPrompt="1"/>
          </p:nvPr>
        </p:nvSpPr>
        <p:spPr>
          <a:xfrm>
            <a:off x="9026054" y="1716230"/>
            <a:ext cx="546100" cy="547687"/>
          </a:xfrm>
          <a:prstGeom prst="rect">
            <a:avLst/>
          </a:prstGeom>
        </p:spPr>
        <p:txBody>
          <a:bodyPr/>
          <a:lstStyle>
            <a:lvl1pPr marL="0" indent="0">
              <a:buNone/>
              <a:defRPr sz="9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Insert icon</a:t>
            </a:r>
          </a:p>
        </p:txBody>
      </p:sp>
      <p:sp>
        <p:nvSpPr>
          <p:cNvPr id="593" name="TextBox 592">
            <a:extLst>
              <a:ext uri="{FF2B5EF4-FFF2-40B4-BE49-F238E27FC236}">
                <a16:creationId xmlns:a16="http://schemas.microsoft.com/office/drawing/2014/main" id="{4E80DDF3-5D83-4725-9CC7-967E99A54CE2}"/>
              </a:ext>
            </a:extLst>
          </p:cNvPr>
          <p:cNvSpPr txBox="1"/>
          <p:nvPr userDrawn="1"/>
        </p:nvSpPr>
        <p:spPr>
          <a:xfrm>
            <a:off x="981249" y="3336746"/>
            <a:ext cx="18144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endParaRPr lang="en-US" sz="1600" dirty="0">
              <a:solidFill>
                <a:schemeClr val="bg1"/>
              </a:solidFill>
            </a:endParaRPr>
          </a:p>
        </p:txBody>
      </p:sp>
      <p:sp>
        <p:nvSpPr>
          <p:cNvPr id="594" name="TextBox 593">
            <a:extLst>
              <a:ext uri="{FF2B5EF4-FFF2-40B4-BE49-F238E27FC236}">
                <a16:creationId xmlns:a16="http://schemas.microsoft.com/office/drawing/2014/main" id="{75810140-58E4-48CB-BE93-50C9C2AC6892}"/>
              </a:ext>
            </a:extLst>
          </p:cNvPr>
          <p:cNvSpPr txBox="1"/>
          <p:nvPr userDrawn="1"/>
        </p:nvSpPr>
        <p:spPr>
          <a:xfrm>
            <a:off x="6714102" y="3336746"/>
            <a:ext cx="18144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endParaRPr lang="en-US" sz="1600" dirty="0">
              <a:solidFill>
                <a:schemeClr val="bg1"/>
              </a:solidFill>
            </a:endParaRPr>
          </a:p>
        </p:txBody>
      </p:sp>
      <p:sp>
        <p:nvSpPr>
          <p:cNvPr id="595" name="TextBox 594">
            <a:extLst>
              <a:ext uri="{FF2B5EF4-FFF2-40B4-BE49-F238E27FC236}">
                <a16:creationId xmlns:a16="http://schemas.microsoft.com/office/drawing/2014/main" id="{B800171C-E47D-408A-9C30-A437220D729E}"/>
              </a:ext>
            </a:extLst>
          </p:cNvPr>
          <p:cNvSpPr txBox="1"/>
          <p:nvPr userDrawn="1"/>
        </p:nvSpPr>
        <p:spPr>
          <a:xfrm>
            <a:off x="981249" y="5834767"/>
            <a:ext cx="18144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endParaRPr lang="en-US" sz="1600" dirty="0">
              <a:solidFill>
                <a:schemeClr val="bg1"/>
              </a:solidFill>
            </a:endParaRPr>
          </a:p>
        </p:txBody>
      </p:sp>
      <p:sp>
        <p:nvSpPr>
          <p:cNvPr id="596" name="TextBox 595">
            <a:extLst>
              <a:ext uri="{FF2B5EF4-FFF2-40B4-BE49-F238E27FC236}">
                <a16:creationId xmlns:a16="http://schemas.microsoft.com/office/drawing/2014/main" id="{6E6CAD97-0729-4A56-9AC0-6B4C14AB50A1}"/>
              </a:ext>
            </a:extLst>
          </p:cNvPr>
          <p:cNvSpPr txBox="1"/>
          <p:nvPr userDrawn="1"/>
        </p:nvSpPr>
        <p:spPr>
          <a:xfrm>
            <a:off x="6714102" y="5834767"/>
            <a:ext cx="18144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endParaRPr lang="en-US" sz="1600" dirty="0">
              <a:solidFill>
                <a:schemeClr val="bg1"/>
              </a:solidFill>
            </a:endParaRPr>
          </a:p>
        </p:txBody>
      </p:sp>
    </p:spTree>
    <p:extLst>
      <p:ext uri="{BB962C8B-B14F-4D97-AF65-F5344CB8AC3E}">
        <p14:creationId xmlns:p14="http://schemas.microsoft.com/office/powerpoint/2010/main" val="1651033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517" name="Picture 516">
            <a:extLst>
              <a:ext uri="{FF2B5EF4-FFF2-40B4-BE49-F238E27FC236}">
                <a16:creationId xmlns:a16="http://schemas.microsoft.com/office/drawing/2014/main" id="{64823A7D-5481-4A7B-A499-C48D2BAA7424}"/>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l="994" r="34748"/>
          <a:stretch/>
        </p:blipFill>
        <p:spPr>
          <a:xfrm>
            <a:off x="0" y="0"/>
            <a:ext cx="12192000" cy="6858000"/>
          </a:xfrm>
          <a:prstGeom prst="rect">
            <a:avLst/>
          </a:prstGeom>
        </p:spPr>
      </p:pic>
      <p:sp>
        <p:nvSpPr>
          <p:cNvPr id="518" name="Rectangle 517">
            <a:extLst>
              <a:ext uri="{FF2B5EF4-FFF2-40B4-BE49-F238E27FC236}">
                <a16:creationId xmlns:a16="http://schemas.microsoft.com/office/drawing/2014/main" id="{04B8E14D-1E7C-4211-9FCA-81BA9E72B32A}"/>
              </a:ext>
            </a:extLst>
          </p:cNvPr>
          <p:cNvSpPr/>
          <p:nvPr userDrawn="1"/>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5D0A4C37-C31B-4CAD-83AB-661B0196A204}"/>
              </a:ext>
            </a:extLst>
          </p:cNvPr>
          <p:cNvSpPr/>
          <p:nvPr userDrawn="1"/>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0" name="Picture 519" descr="A close up of a logo&#10;&#10;Description generated with high confidence">
            <a:extLst>
              <a:ext uri="{FF2B5EF4-FFF2-40B4-BE49-F238E27FC236}">
                <a16:creationId xmlns:a16="http://schemas.microsoft.com/office/drawing/2014/main" id="{0F2BD289-9A7E-4C95-BF9E-60BC6DFB8E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flipH="1">
            <a:off x="6254481" y="0"/>
            <a:ext cx="5937519" cy="6858000"/>
          </a:xfrm>
          <a:prstGeom prst="rect">
            <a:avLst/>
          </a:prstGeom>
        </p:spPr>
      </p:pic>
      <p:pic>
        <p:nvPicPr>
          <p:cNvPr id="521" name="Picture 2">
            <a:extLst>
              <a:ext uri="{FF2B5EF4-FFF2-40B4-BE49-F238E27FC236}">
                <a16:creationId xmlns:a16="http://schemas.microsoft.com/office/drawing/2014/main" id="{61BAA55E-BDAA-484E-B8C0-32816017AD30}"/>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tretch>
            <a:fillRect/>
          </a:stretch>
        </p:blipFill>
        <p:spPr bwMode="auto">
          <a:xfrm>
            <a:off x="533399" y="2160207"/>
            <a:ext cx="4389120" cy="1714055"/>
          </a:xfrm>
          <a:prstGeom prst="rect">
            <a:avLst/>
          </a:prstGeom>
          <a:noFill/>
          <a:extLst>
            <a:ext uri="{909E8E84-426E-40DD-AFC4-6F175D3DCCD1}">
              <a14:hiddenFill xmlns:a14="http://schemas.microsoft.com/office/drawing/2010/main">
                <a:solidFill>
                  <a:srgbClr val="FFFFFF"/>
                </a:solidFill>
              </a14:hiddenFill>
            </a:ext>
          </a:extLst>
        </p:spPr>
      </p:pic>
      <p:sp>
        <p:nvSpPr>
          <p:cNvPr id="516" name="Text Placeholder 514">
            <a:extLst>
              <a:ext uri="{FF2B5EF4-FFF2-40B4-BE49-F238E27FC236}">
                <a16:creationId xmlns:a16="http://schemas.microsoft.com/office/drawing/2014/main" id="{517DE0F5-DC4C-47B6-BDF5-D78C5C137055}"/>
              </a:ext>
            </a:extLst>
          </p:cNvPr>
          <p:cNvSpPr>
            <a:spLocks noGrp="1"/>
          </p:cNvSpPr>
          <p:nvPr>
            <p:ph type="body" sz="quarter" idx="10" hasCustomPrompt="1"/>
          </p:nvPr>
        </p:nvSpPr>
        <p:spPr>
          <a:xfrm>
            <a:off x="581320" y="3907302"/>
            <a:ext cx="7725022" cy="840230"/>
          </a:xfrm>
          <a:prstGeom prst="rect">
            <a:avLst/>
          </a:prstGeom>
          <a:noFill/>
        </p:spPr>
        <p:txBody>
          <a:bodyPr wrap="square" rtlCol="0">
            <a:spAutoFit/>
          </a:bodyPr>
          <a:lstStyle>
            <a:lvl1pPr marL="0" indent="0">
              <a:buClr>
                <a:srgbClr val="F27228"/>
              </a:buClr>
              <a:buFont typeface="Arial" panose="020B0604020202020204" pitchFamily="34" charset="0"/>
              <a:buNone/>
              <a:defRPr lang="en-US" sz="5400" b="1" dirty="0">
                <a:gradFill>
                  <a:gsLst>
                    <a:gs pos="53000">
                      <a:srgbClr val="160976"/>
                    </a:gs>
                    <a:gs pos="84000">
                      <a:srgbClr val="010673"/>
                    </a:gs>
                    <a:gs pos="0">
                      <a:srgbClr val="4F127F">
                        <a:alpha val="90000"/>
                      </a:srgbClr>
                    </a:gs>
                  </a:gsLst>
                  <a:lin ang="8400000" scaled="0"/>
                </a:gradFill>
                <a:latin typeface="Segoe UI Black" panose="020B0A02040204020203" pitchFamily="34" charset="0"/>
                <a:ea typeface="Segoe UI Black" panose="020B0A02040204020203" pitchFamily="34" charset="0"/>
                <a:cs typeface="iCiel Gotham Black" pitchFamily="50" charset="0"/>
              </a:defRPr>
            </a:lvl1pPr>
          </a:lstStyle>
          <a:p>
            <a:pPr marL="0" lvl="0"/>
            <a:r>
              <a:rPr lang="en-US" dirty="0"/>
              <a:t>CLICK TO ADD TEXT</a:t>
            </a:r>
          </a:p>
        </p:txBody>
      </p:sp>
    </p:spTree>
    <p:extLst>
      <p:ext uri="{BB962C8B-B14F-4D97-AF65-F5344CB8AC3E}">
        <p14:creationId xmlns:p14="http://schemas.microsoft.com/office/powerpoint/2010/main" val="16651763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6102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3"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audio" Target="../media/media1.mp3"/><Relationship Id="rId7" Type="http://schemas.openxmlformats.org/officeDocument/2006/relationships/image" Target="../media/image22.wmf"/><Relationship Id="rId2" Type="http://schemas.microsoft.com/office/2007/relationships/media" Target="../media/media1.mp3"/><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notesSlide" Target="../notesSlides/notesSlide24.xml"/><Relationship Id="rId4"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993437-76D4-41C8-A7CE-2BAF87E26E4B}"/>
              </a:ext>
            </a:extLst>
          </p:cNvPr>
          <p:cNvSpPr>
            <a:spLocks noGrp="1"/>
          </p:cNvSpPr>
          <p:nvPr>
            <p:ph type="body" sz="quarter" idx="10"/>
          </p:nvPr>
        </p:nvSpPr>
        <p:spPr>
          <a:xfrm>
            <a:off x="165297" y="3429000"/>
            <a:ext cx="11082360" cy="1383969"/>
          </a:xfrm>
        </p:spPr>
        <p:txBody>
          <a:bodyPr/>
          <a:lstStyle/>
          <a:p>
            <a:r>
              <a:rPr lang="en-US" sz="4400" dirty="0">
                <a:solidFill>
                  <a:srgbClr val="034EA2"/>
                </a:solidFill>
              </a:rPr>
              <a:t>CODE OF EMPLOYEE DISCIPLINE</a:t>
            </a:r>
          </a:p>
          <a:p>
            <a:r>
              <a:rPr lang="en-US" sz="4000" b="0" dirty="0">
                <a:solidFill>
                  <a:srgbClr val="034EA2"/>
                </a:solidFill>
              </a:rPr>
              <a:t>(COED)</a:t>
            </a:r>
          </a:p>
        </p:txBody>
      </p:sp>
      <p:sp>
        <p:nvSpPr>
          <p:cNvPr id="5" name="TextBox 4"/>
          <p:cNvSpPr txBox="1"/>
          <p:nvPr/>
        </p:nvSpPr>
        <p:spPr>
          <a:xfrm>
            <a:off x="581320" y="6448425"/>
            <a:ext cx="2173993" cy="253916"/>
          </a:xfrm>
          <a:prstGeom prst="rect">
            <a:avLst/>
          </a:prstGeom>
          <a:noFill/>
        </p:spPr>
        <p:txBody>
          <a:bodyPr wrap="none" rtlCol="0">
            <a:spAutoFit/>
          </a:bodyPr>
          <a:lstStyle/>
          <a:p>
            <a:r>
              <a:rPr lang="en-US" sz="1050" dirty="0">
                <a:latin typeface="Arial" panose="020B0604020202020204" pitchFamily="34" charset="0"/>
                <a:cs typeface="Arial" panose="020B0604020202020204" pitchFamily="34" charset="0"/>
              </a:rPr>
              <a:t>16e-BM/MAS/HDCV/FSOFT v1.2</a:t>
            </a:r>
          </a:p>
        </p:txBody>
      </p:sp>
    </p:spTree>
    <p:extLst>
      <p:ext uri="{BB962C8B-B14F-4D97-AF65-F5344CB8AC3E}">
        <p14:creationId xmlns:p14="http://schemas.microsoft.com/office/powerpoint/2010/main" val="1780993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471265-4F6D-42E3-AE5D-843A248FA21A}"/>
              </a:ext>
            </a:extLst>
          </p:cNvPr>
          <p:cNvSpPr>
            <a:spLocks noGrp="1"/>
          </p:cNvSpPr>
          <p:nvPr>
            <p:ph type="body" sz="quarter" idx="10"/>
          </p:nvPr>
        </p:nvSpPr>
        <p:spPr>
          <a:xfrm>
            <a:off x="3475177" y="418151"/>
            <a:ext cx="4212885" cy="757130"/>
          </a:xfrm>
        </p:spPr>
        <p:txBody>
          <a:bodyPr/>
          <a:lstStyle/>
          <a:p>
            <a:r>
              <a:rPr lang="en-US" dirty="0"/>
              <a:t>Coverage:</a:t>
            </a:r>
          </a:p>
        </p:txBody>
      </p:sp>
      <p:sp>
        <p:nvSpPr>
          <p:cNvPr id="7" name="Text Placeholder 6">
            <a:extLst>
              <a:ext uri="{FF2B5EF4-FFF2-40B4-BE49-F238E27FC236}">
                <a16:creationId xmlns:a16="http://schemas.microsoft.com/office/drawing/2014/main" id="{55199ED0-92CC-49F8-887C-020EB7AA773C}"/>
              </a:ext>
            </a:extLst>
          </p:cNvPr>
          <p:cNvSpPr>
            <a:spLocks noGrp="1"/>
          </p:cNvSpPr>
          <p:nvPr>
            <p:ph type="body" sz="quarter" idx="12"/>
          </p:nvPr>
        </p:nvSpPr>
        <p:spPr>
          <a:xfrm>
            <a:off x="4167635" y="1451395"/>
            <a:ext cx="6059786" cy="3188565"/>
          </a:xfrm>
        </p:spPr>
        <p:txBody>
          <a:bodyPr/>
          <a:lstStyle/>
          <a:p>
            <a:pPr marL="571500" indent="-571500">
              <a:buFont typeface="Arial" panose="020B0604020202020204" pitchFamily="34" charset="0"/>
              <a:buChar char="•"/>
            </a:pPr>
            <a:r>
              <a:rPr lang="en-US" sz="2400" dirty="0">
                <a:latin typeface="+mn-lt"/>
              </a:rPr>
              <a:t>Objectives of the orientation</a:t>
            </a:r>
          </a:p>
          <a:p>
            <a:pPr marL="571500" indent="-571500">
              <a:buFont typeface="Arial" panose="020B0604020202020204" pitchFamily="34" charset="0"/>
              <a:buChar char="•"/>
            </a:pPr>
            <a:r>
              <a:rPr lang="en-US" sz="2400" dirty="0">
                <a:latin typeface="+mn-lt"/>
              </a:rPr>
              <a:t>Purpose &amp; Importance of the COED</a:t>
            </a:r>
          </a:p>
          <a:p>
            <a:pPr marL="571500" indent="-571500">
              <a:buFont typeface="Arial" panose="020B0604020202020204" pitchFamily="34" charset="0"/>
              <a:buChar char="•"/>
            </a:pPr>
            <a:r>
              <a:rPr lang="en-US" sz="2400" dirty="0">
                <a:solidFill>
                  <a:schemeClr val="tx1"/>
                </a:solidFill>
                <a:latin typeface="+mn-lt"/>
              </a:rPr>
              <a:t>Scope</a:t>
            </a:r>
          </a:p>
          <a:p>
            <a:pPr marL="571500" indent="-571500">
              <a:buFont typeface="Arial" panose="020B0604020202020204" pitchFamily="34" charset="0"/>
              <a:buChar char="•"/>
            </a:pPr>
            <a:r>
              <a:rPr lang="en-US" sz="2400" dirty="0">
                <a:solidFill>
                  <a:schemeClr val="tx1"/>
                </a:solidFill>
                <a:latin typeface="+mn-lt"/>
              </a:rPr>
              <a:t>Employee Code of Ethics</a:t>
            </a:r>
          </a:p>
          <a:p>
            <a:pPr marL="571500" indent="-571500">
              <a:buFont typeface="Arial" panose="020B0604020202020204" pitchFamily="34" charset="0"/>
              <a:buChar char="•"/>
            </a:pPr>
            <a:r>
              <a:rPr lang="en-US" sz="2400" dirty="0">
                <a:solidFill>
                  <a:schemeClr val="tx1"/>
                </a:solidFill>
                <a:latin typeface="+mn-lt"/>
              </a:rPr>
              <a:t>Specific Guidelines</a:t>
            </a:r>
          </a:p>
          <a:p>
            <a:pPr marL="571500" indent="-571500">
              <a:buFont typeface="Arial" panose="020B0604020202020204" pitchFamily="34" charset="0"/>
              <a:buChar char="•"/>
            </a:pPr>
            <a:r>
              <a:rPr lang="en-US" sz="2400" dirty="0">
                <a:solidFill>
                  <a:schemeClr val="tx1"/>
                </a:solidFill>
                <a:latin typeface="+mn-lt"/>
              </a:rPr>
              <a:t>Discipline Management</a:t>
            </a:r>
          </a:p>
          <a:p>
            <a:pPr marL="571500" indent="-571500">
              <a:buFont typeface="Arial" panose="020B0604020202020204" pitchFamily="34" charset="0"/>
              <a:buChar char="•"/>
            </a:pPr>
            <a:r>
              <a:rPr lang="en-US" sz="2400" dirty="0">
                <a:solidFill>
                  <a:schemeClr val="tx1"/>
                </a:solidFill>
                <a:latin typeface="+mn-lt"/>
              </a:rPr>
              <a:t>Responsibilities</a:t>
            </a:r>
            <a:endParaRPr lang="en-US" sz="2400" dirty="0">
              <a:solidFill>
                <a:srgbClr val="FF0000"/>
              </a:solidFill>
              <a:latin typeface="+mn-lt"/>
            </a:endParaRPr>
          </a:p>
        </p:txBody>
      </p:sp>
    </p:spTree>
    <p:extLst>
      <p:ext uri="{BB962C8B-B14F-4D97-AF65-F5344CB8AC3E}">
        <p14:creationId xmlns:p14="http://schemas.microsoft.com/office/powerpoint/2010/main" val="703474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OBJECTIVES</a:t>
            </a:r>
          </a:p>
        </p:txBody>
      </p:sp>
      <p:sp>
        <p:nvSpPr>
          <p:cNvPr id="12" name="Text Placeholder 6">
            <a:extLst>
              <a:ext uri="{FF2B5EF4-FFF2-40B4-BE49-F238E27FC236}">
                <a16:creationId xmlns:a16="http://schemas.microsoft.com/office/drawing/2014/main" id="{063E91E0-C739-4FAD-9F6A-874C8EA8BB8A}"/>
              </a:ext>
            </a:extLst>
          </p:cNvPr>
          <p:cNvSpPr txBox="1">
            <a:spLocks/>
          </p:cNvSpPr>
          <p:nvPr/>
        </p:nvSpPr>
        <p:spPr>
          <a:xfrm>
            <a:off x="575012" y="1373970"/>
            <a:ext cx="5899929" cy="4893647"/>
          </a:xfrm>
          <a:prstGeom prst="rect">
            <a:avLst/>
          </a:prstGeom>
          <a:noFill/>
        </p:spPr>
        <p:txBody>
          <a:bodyPr wrap="square" rtlCol="0">
            <a:spAutoFit/>
          </a:bodyPr>
          <a:lstStyle>
            <a:defPPr>
              <a:defRPr lang="en-US"/>
            </a:defPPr>
            <a:lvl1pPr marL="0" algn="l" defTabSz="914400" rtl="0" eaLnBrk="1" latinLnBrk="0" hangingPunct="1">
              <a:defRPr lang="en-US" sz="1200" kern="1200" smtClean="0">
                <a:solidFill>
                  <a:schemeClr val="bg1">
                    <a:lumMod val="75000"/>
                  </a:schemeClr>
                </a:solidFill>
                <a:latin typeface="Segoe UI Black" panose="020B0A02040204020203" pitchFamily="34" charset="0"/>
                <a:ea typeface="Segoe UI Black" panose="020B0A02040204020203"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71500" indent="-571500">
              <a:buFont typeface="Arial" panose="020B0604020202020204" pitchFamily="34" charset="0"/>
              <a:buChar char="•"/>
            </a:pPr>
            <a:r>
              <a:rPr lang="en-US" sz="2400" dirty="0">
                <a:solidFill>
                  <a:schemeClr val="tx1"/>
                </a:solidFill>
                <a:latin typeface="+mn-lt"/>
              </a:rPr>
              <a:t>To understand and uphold the Company’s policies on Code of Employee Discipline in accordance with due process requirements</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To understand the company’s disciplinary processes &amp; procedures</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To ensure compliance to the set guidelines at all times</a:t>
            </a:r>
          </a:p>
          <a:p>
            <a:endParaRPr lang="en-US" sz="2400" dirty="0">
              <a:solidFill>
                <a:schemeClr val="tx1"/>
              </a:solidFill>
              <a:latin typeface="+mn-lt"/>
            </a:endParaRP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endParaRPr lang="en-US" sz="2400" dirty="0">
              <a:solidFill>
                <a:schemeClr val="tx1"/>
              </a:solidFill>
              <a:latin typeface="+mn-lt"/>
            </a:endParaRPr>
          </a:p>
        </p:txBody>
      </p:sp>
      <p:pic>
        <p:nvPicPr>
          <p:cNvPr id="5" name="Picture 4" descr="A close up of a keyboard&#10;&#10;Description automatically generated">
            <a:extLst>
              <a:ext uri="{FF2B5EF4-FFF2-40B4-BE49-F238E27FC236}">
                <a16:creationId xmlns:a16="http://schemas.microsoft.com/office/drawing/2014/main" id="{DD1725D4-1D4D-4C90-87D6-9EE01BF515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0488" y="1685152"/>
            <a:ext cx="5405927" cy="34876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69508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PURPOSE &amp; IMPORTANCE OF COED</a:t>
            </a:r>
          </a:p>
        </p:txBody>
      </p:sp>
      <p:pic>
        <p:nvPicPr>
          <p:cNvPr id="13" name="Picture 12">
            <a:extLst>
              <a:ext uri="{FF2B5EF4-FFF2-40B4-BE49-F238E27FC236}">
                <a16:creationId xmlns:a16="http://schemas.microsoft.com/office/drawing/2014/main" id="{15EB2D91-5AEB-4288-9746-1C442211D694}"/>
              </a:ext>
            </a:extLst>
          </p:cNvPr>
          <p:cNvPicPr>
            <a:picLocks noChangeAspect="1"/>
          </p:cNvPicPr>
          <p:nvPr/>
        </p:nvPicPr>
        <p:blipFill rotWithShape="1">
          <a:blip r:embed="rId3">
            <a:extLst>
              <a:ext uri="{28A0092B-C50C-407E-A947-70E740481C1C}">
                <a14:useLocalDpi xmlns:a14="http://schemas.microsoft.com/office/drawing/2010/main" val="0"/>
              </a:ext>
            </a:extLst>
          </a:blip>
          <a:srcRect l="19481" r="14941"/>
          <a:stretch/>
        </p:blipFill>
        <p:spPr>
          <a:xfrm>
            <a:off x="435578" y="1275347"/>
            <a:ext cx="2780270" cy="4066674"/>
          </a:xfrm>
          <a:prstGeom prst="rect">
            <a:avLst/>
          </a:prstGeom>
          <a:effectLst>
            <a:softEdge rad="63500"/>
          </a:effectLst>
        </p:spPr>
      </p:pic>
      <p:sp>
        <p:nvSpPr>
          <p:cNvPr id="14" name="Text Placeholder 6">
            <a:extLst>
              <a:ext uri="{FF2B5EF4-FFF2-40B4-BE49-F238E27FC236}">
                <a16:creationId xmlns:a16="http://schemas.microsoft.com/office/drawing/2014/main" id="{C5F02466-E73B-4A49-840D-C51B105361E5}"/>
              </a:ext>
            </a:extLst>
          </p:cNvPr>
          <p:cNvSpPr txBox="1">
            <a:spLocks/>
          </p:cNvSpPr>
          <p:nvPr/>
        </p:nvSpPr>
        <p:spPr>
          <a:xfrm>
            <a:off x="3215847" y="1069690"/>
            <a:ext cx="8540576" cy="7063472"/>
          </a:xfrm>
          <a:prstGeom prst="rect">
            <a:avLst/>
          </a:prstGeom>
          <a:noFill/>
        </p:spPr>
        <p:txBody>
          <a:bodyPr wrap="square" rtlCol="0">
            <a:spAutoFit/>
          </a:bodyPr>
          <a:lstStyle>
            <a:defPPr>
              <a:defRPr lang="en-US"/>
            </a:defPPr>
            <a:lvl1pPr marL="0" algn="l" defTabSz="914400" rtl="0" eaLnBrk="1" latinLnBrk="0" hangingPunct="1">
              <a:defRPr lang="en-US" sz="1200" kern="1200" smtClean="0">
                <a:solidFill>
                  <a:schemeClr val="bg1">
                    <a:lumMod val="75000"/>
                  </a:schemeClr>
                </a:solidFill>
                <a:latin typeface="Segoe UI Black" panose="020B0A02040204020203" pitchFamily="34" charset="0"/>
                <a:ea typeface="Segoe UI Black" panose="020B0A02040204020203"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71500" indent="-571500">
              <a:buFont typeface="Arial" panose="020B0604020202020204" pitchFamily="34" charset="0"/>
              <a:buChar char="•"/>
            </a:pPr>
            <a:r>
              <a:rPr lang="en-US" sz="2400" dirty="0">
                <a:solidFill>
                  <a:schemeClr val="tx1"/>
                </a:solidFill>
                <a:latin typeface="+mn-lt"/>
              </a:rPr>
              <a:t>Always emphasize the importance of discipline in the entire organization.</a:t>
            </a:r>
          </a:p>
          <a:p>
            <a:pPr marL="571500" indent="-571500">
              <a:buFont typeface="Arial" panose="020B0604020202020204" pitchFamily="34" charset="0"/>
              <a:buChar char="•"/>
            </a:pPr>
            <a:endParaRPr lang="en-US" sz="15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Provide guidance to all employees of the expected personal conduct and standards of behavior expected of them in the workplace as well as the possible actions that may be taken against employees who are proven, by means of a fair procedure, to have transgressed any part of this Code.</a:t>
            </a:r>
          </a:p>
          <a:p>
            <a:pPr marL="571500" indent="-571500">
              <a:buFont typeface="Arial" panose="020B0604020202020204" pitchFamily="34" charset="0"/>
              <a:buChar char="•"/>
            </a:pPr>
            <a:endParaRPr lang="en-US" sz="15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Protect the interest of FPT and its employees from actions and decisions that can be deemed to be unlawful or unjust and unreasonable.</a:t>
            </a:r>
          </a:p>
          <a:p>
            <a:pPr marL="571500" indent="-571500">
              <a:buFont typeface="Arial" panose="020B0604020202020204" pitchFamily="34" charset="0"/>
              <a:buChar char="•"/>
            </a:pPr>
            <a:endParaRPr lang="en-US" sz="1500" dirty="0">
              <a:solidFill>
                <a:schemeClr val="tx1"/>
              </a:solidFill>
              <a:latin typeface="+mn-lt"/>
            </a:endParaRPr>
          </a:p>
          <a:p>
            <a:endParaRPr lang="en-US" sz="2400" dirty="0">
              <a:solidFill>
                <a:schemeClr val="tx1"/>
              </a:solidFill>
              <a:latin typeface="+mn-lt"/>
            </a:endParaRP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endParaRPr lang="en-US" sz="2400" dirty="0">
              <a:solidFill>
                <a:schemeClr val="tx1"/>
              </a:solidFill>
              <a:latin typeface="+mn-lt"/>
            </a:endParaRPr>
          </a:p>
        </p:txBody>
      </p:sp>
    </p:spTree>
    <p:extLst>
      <p:ext uri="{BB962C8B-B14F-4D97-AF65-F5344CB8AC3E}">
        <p14:creationId xmlns:p14="http://schemas.microsoft.com/office/powerpoint/2010/main" val="3595400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SCOPE</a:t>
            </a:r>
          </a:p>
        </p:txBody>
      </p:sp>
      <p:sp>
        <p:nvSpPr>
          <p:cNvPr id="14" name="Text Placeholder 6">
            <a:extLst>
              <a:ext uri="{FF2B5EF4-FFF2-40B4-BE49-F238E27FC236}">
                <a16:creationId xmlns:a16="http://schemas.microsoft.com/office/drawing/2014/main" id="{C5F02466-E73B-4A49-840D-C51B105361E5}"/>
              </a:ext>
            </a:extLst>
          </p:cNvPr>
          <p:cNvSpPr txBox="1">
            <a:spLocks/>
          </p:cNvSpPr>
          <p:nvPr/>
        </p:nvSpPr>
        <p:spPr>
          <a:xfrm>
            <a:off x="488973" y="1171791"/>
            <a:ext cx="11516979" cy="3200876"/>
          </a:xfrm>
          <a:prstGeom prst="rect">
            <a:avLst/>
          </a:prstGeom>
          <a:noFill/>
        </p:spPr>
        <p:txBody>
          <a:bodyPr wrap="square" rtlCol="0">
            <a:spAutoFit/>
          </a:bodyPr>
          <a:lstStyle>
            <a:defPPr>
              <a:defRPr lang="en-US"/>
            </a:defPPr>
            <a:lvl1pPr marL="0" algn="l" defTabSz="914400" rtl="0" eaLnBrk="1" latinLnBrk="0" hangingPunct="1">
              <a:defRPr lang="en-US" sz="1200" kern="1200" smtClean="0">
                <a:solidFill>
                  <a:schemeClr val="bg1">
                    <a:lumMod val="75000"/>
                  </a:schemeClr>
                </a:solidFill>
                <a:latin typeface="Segoe UI Black" panose="020B0A02040204020203" pitchFamily="34" charset="0"/>
                <a:ea typeface="Segoe UI Black" panose="020B0A02040204020203"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rgbClr val="034EA2"/>
                </a:solidFill>
                <a:latin typeface="+mn-lt"/>
              </a:rPr>
              <a:t>The code shall apply to all FPT Software employees:</a:t>
            </a:r>
          </a:p>
          <a:p>
            <a:endParaRPr lang="en-US" sz="10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while inside Company premises whether On or Off-duty; </a:t>
            </a:r>
          </a:p>
          <a:p>
            <a:pPr marL="571500" indent="-571500">
              <a:buFont typeface="Arial" panose="020B0604020202020204" pitchFamily="34" charset="0"/>
              <a:buChar char="•"/>
            </a:pPr>
            <a:r>
              <a:rPr lang="en-US" sz="2400" dirty="0">
                <a:solidFill>
                  <a:schemeClr val="tx1"/>
                </a:solidFill>
                <a:latin typeface="+mn-lt"/>
              </a:rPr>
              <a:t>while outside Company premises On duty or while attending Company organized or work-related activities; </a:t>
            </a:r>
          </a:p>
          <a:p>
            <a:pPr marL="571500" indent="-571500">
              <a:buFont typeface="Arial" panose="020B0604020202020204" pitchFamily="34" charset="0"/>
              <a:buChar char="•"/>
            </a:pPr>
            <a:r>
              <a:rPr lang="en-US" sz="2400" dirty="0">
                <a:solidFill>
                  <a:schemeClr val="tx1"/>
                </a:solidFill>
                <a:latin typeface="+mn-lt"/>
              </a:rPr>
              <a:t>while they are outside Company premises even during Off-duty, provided that the incident is work-related, or even if not work-related, the same results to damage or prejudice to the Company</a:t>
            </a:r>
          </a:p>
          <a:p>
            <a:pPr marL="571500" indent="-571500">
              <a:buFont typeface="Arial" panose="020B0604020202020204" pitchFamily="34" charset="0"/>
              <a:buChar char="•"/>
            </a:pPr>
            <a:endParaRPr lang="en-US" sz="2400" dirty="0">
              <a:solidFill>
                <a:schemeClr val="tx1"/>
              </a:solidFill>
              <a:latin typeface="+mn-lt"/>
            </a:endParaRPr>
          </a:p>
        </p:txBody>
      </p:sp>
      <p:pic>
        <p:nvPicPr>
          <p:cNvPr id="4" name="Picture 3" descr="A screenshot of a cell phone&#10;&#10;Description automatically generated">
            <a:extLst>
              <a:ext uri="{FF2B5EF4-FFF2-40B4-BE49-F238E27FC236}">
                <a16:creationId xmlns:a16="http://schemas.microsoft.com/office/drawing/2014/main" id="{FC8685E2-75B1-4A8C-BF9E-5EA56CB93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4922" y="3879289"/>
            <a:ext cx="5267902" cy="2642260"/>
          </a:xfrm>
          <a:prstGeom prst="rect">
            <a:avLst/>
          </a:prstGeom>
          <a:effectLst>
            <a:softEdge rad="63500"/>
          </a:effectLst>
        </p:spPr>
      </p:pic>
    </p:spTree>
    <p:extLst>
      <p:ext uri="{BB962C8B-B14F-4D97-AF65-F5344CB8AC3E}">
        <p14:creationId xmlns:p14="http://schemas.microsoft.com/office/powerpoint/2010/main" val="3392011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CODE OF EMPLOYEE DISCIPLINE- CONTRACT</a:t>
            </a:r>
          </a:p>
        </p:txBody>
      </p:sp>
      <p:sp>
        <p:nvSpPr>
          <p:cNvPr id="5" name="TextBox 4">
            <a:extLst>
              <a:ext uri="{FF2B5EF4-FFF2-40B4-BE49-F238E27FC236}">
                <a16:creationId xmlns:a16="http://schemas.microsoft.com/office/drawing/2014/main" id="{F8582D0B-70D4-4291-9AB1-897D09F9BF6E}"/>
              </a:ext>
            </a:extLst>
          </p:cNvPr>
          <p:cNvSpPr txBox="1"/>
          <p:nvPr/>
        </p:nvSpPr>
        <p:spPr>
          <a:xfrm>
            <a:off x="593767" y="972641"/>
            <a:ext cx="11245932" cy="5709255"/>
          </a:xfrm>
          <a:prstGeom prst="rect">
            <a:avLst/>
          </a:prstGeom>
          <a:noFill/>
        </p:spPr>
        <p:txBody>
          <a:bodyPr wrap="square" rtlCol="0">
            <a:spAutoFit/>
          </a:bodyPr>
          <a:lstStyle/>
          <a:p>
            <a:r>
              <a:rPr lang="en-US" sz="2000" b="1" dirty="0">
                <a:solidFill>
                  <a:srgbClr val="034EA2"/>
                </a:solidFill>
              </a:rPr>
              <a:t>CONFIDENTIALITY</a:t>
            </a:r>
          </a:p>
          <a:p>
            <a:pPr marL="285750" indent="-285750">
              <a:buFont typeface="Arial" panose="020B0604020202020204" pitchFamily="34" charset="0"/>
              <a:buChar char="•"/>
            </a:pPr>
            <a:r>
              <a:rPr lang="en-US" sz="1900" dirty="0"/>
              <a:t>Company records and / or personal information about customers and other employees, including proprietary information, trade secrets and intellectual property to which the Company holds rights, the employee must not discuss this information with anyone else without proper authority.</a:t>
            </a:r>
          </a:p>
          <a:p>
            <a:endParaRPr lang="en-US" dirty="0"/>
          </a:p>
          <a:p>
            <a:r>
              <a:rPr lang="en-US" sz="2000" b="1" dirty="0">
                <a:solidFill>
                  <a:srgbClr val="034EA2"/>
                </a:solidFill>
              </a:rPr>
              <a:t>OWNERSHIP OF INTELLECTUAL PROPERTY</a:t>
            </a:r>
          </a:p>
          <a:p>
            <a:pPr marL="285750" indent="-285750">
              <a:buFont typeface="Arial" panose="020B0604020202020204" pitchFamily="34" charset="0"/>
              <a:buChar char="•"/>
            </a:pPr>
            <a:r>
              <a:rPr lang="en-US" sz="1900" dirty="0"/>
              <a:t>All intellectual property, including inventions and copyrights conceived, developed and/or made by the employee, whether done singularly or with others during his/her employment with FPT, shall be the property of the Company. </a:t>
            </a:r>
          </a:p>
          <a:p>
            <a:pPr marL="285750" indent="-285750">
              <a:buFont typeface="Arial" panose="020B0604020202020204" pitchFamily="34" charset="0"/>
              <a:buChar char="•"/>
            </a:pPr>
            <a:endParaRPr lang="en-US" sz="2400" b="1" dirty="0">
              <a:solidFill>
                <a:srgbClr val="0070C0"/>
              </a:solidFill>
            </a:endParaRPr>
          </a:p>
          <a:p>
            <a:r>
              <a:rPr lang="en-US" sz="2000" b="1" dirty="0">
                <a:solidFill>
                  <a:srgbClr val="034EA2"/>
                </a:solidFill>
              </a:rPr>
              <a:t>RESTRAINT OF TRADE / NON-COMPETE CLAUSE / OTHER JOBS / BUSINESS INTERESTS</a:t>
            </a:r>
          </a:p>
          <a:p>
            <a:pPr marL="285750" indent="-285750">
              <a:buFont typeface="Arial" panose="020B0604020202020204" pitchFamily="34" charset="0"/>
              <a:buChar char="•"/>
            </a:pPr>
            <a:r>
              <a:rPr lang="en-US" sz="1900" dirty="0"/>
              <a:t>Employees are discouraged from engaging in personal businesses within the company premises or getting involved in businesses especially those that directly or indirectly conflicts with the interest of the company. </a:t>
            </a:r>
          </a:p>
          <a:p>
            <a:endParaRPr lang="en-US" dirty="0"/>
          </a:p>
          <a:p>
            <a:r>
              <a:rPr lang="en-US" sz="2000" b="1" dirty="0">
                <a:solidFill>
                  <a:srgbClr val="034EA2"/>
                </a:solidFill>
              </a:rPr>
              <a:t>PERFORMANCE REVIEWS</a:t>
            </a:r>
          </a:p>
          <a:p>
            <a:pPr marL="285750" indent="-285750">
              <a:buFont typeface="Arial" panose="020B0604020202020204" pitchFamily="34" charset="0"/>
              <a:buChar char="•"/>
            </a:pPr>
            <a:r>
              <a:rPr lang="en-US" sz="1900" dirty="0"/>
              <a:t>All employees’ performance will be reviewed against the set goals and targets based on their job role which will be used as basis for further recommendation (e.g. Dev Plans, Promotions, Merits, etc.)</a:t>
            </a:r>
          </a:p>
          <a:p>
            <a:endParaRPr lang="en-US" dirty="0"/>
          </a:p>
        </p:txBody>
      </p:sp>
    </p:spTree>
    <p:extLst>
      <p:ext uri="{BB962C8B-B14F-4D97-AF65-F5344CB8AC3E}">
        <p14:creationId xmlns:p14="http://schemas.microsoft.com/office/powerpoint/2010/main" val="392416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CODE OF EMPLOYEE DISCIPLINE</a:t>
            </a:r>
          </a:p>
        </p:txBody>
      </p:sp>
      <p:sp>
        <p:nvSpPr>
          <p:cNvPr id="4" name="TextBox 2">
            <a:extLst>
              <a:ext uri="{FF2B5EF4-FFF2-40B4-BE49-F238E27FC236}">
                <a16:creationId xmlns:a16="http://schemas.microsoft.com/office/drawing/2014/main" id="{8F4A01C0-631A-4234-BA3A-164CB9A5F727}"/>
              </a:ext>
            </a:extLst>
          </p:cNvPr>
          <p:cNvSpPr txBox="1">
            <a:spLocks noChangeArrowheads="1"/>
          </p:cNvSpPr>
          <p:nvPr/>
        </p:nvSpPr>
        <p:spPr bwMode="auto">
          <a:xfrm>
            <a:off x="888262" y="1136064"/>
            <a:ext cx="10618928" cy="5262979"/>
          </a:xfrm>
          <a:prstGeom prst="rect">
            <a:avLst/>
          </a:prstGeom>
          <a:noFill/>
        </p:spPr>
        <p:txBody>
          <a:bodyPr wrap="square" rtlCol="0">
            <a:spAutoFit/>
          </a:bodyPr>
          <a:lstStyle>
            <a:defPPr>
              <a:defRPr lang="en-US"/>
            </a:defPPr>
            <a:lvl1pPr>
              <a:defRPr sz="2400">
                <a:solidFill>
                  <a:srgbClr val="36365C"/>
                </a:solidFill>
              </a:defRPr>
            </a:lvl1pPr>
          </a:lstStyle>
          <a:p>
            <a:r>
              <a:rPr lang="en-US" altLang="en-US" b="1" dirty="0">
                <a:solidFill>
                  <a:srgbClr val="034EA2"/>
                </a:solidFill>
              </a:rPr>
              <a:t>USE OF COMPANY RESOURCES</a:t>
            </a:r>
          </a:p>
          <a:p>
            <a:pPr marL="342900" indent="-342900">
              <a:buFont typeface="Arial" panose="020B0604020202020204" pitchFamily="34" charset="0"/>
              <a:buChar char="•"/>
            </a:pPr>
            <a:r>
              <a:rPr lang="en-US" altLang="en-US" dirty="0"/>
              <a:t>All employees are expected to use any company resources (e.g. Telephones, Laptops, Business machines, Equipment/Devices, Time, </a:t>
            </a:r>
            <a:r>
              <a:rPr lang="en-US" altLang="en-US" dirty="0" err="1"/>
              <a:t>etc</a:t>
            </a:r>
            <a:r>
              <a:rPr lang="en-US" altLang="en-US" dirty="0"/>
              <a:t>) strictly for business purposes only.</a:t>
            </a:r>
          </a:p>
          <a:p>
            <a:pPr marL="342900" indent="-342900">
              <a:buFont typeface="Arial" panose="020B0604020202020204" pitchFamily="34" charset="0"/>
              <a:buChar char="•"/>
            </a:pPr>
            <a:r>
              <a:rPr lang="en-US" altLang="en-US" dirty="0"/>
              <a:t>Vending, selling during official work hours or collecting for any purpose are not allowed.</a:t>
            </a:r>
          </a:p>
          <a:p>
            <a:endParaRPr lang="en-US" altLang="en-US" b="1" dirty="0">
              <a:solidFill>
                <a:srgbClr val="0070C0"/>
              </a:solidFill>
            </a:endParaRPr>
          </a:p>
          <a:p>
            <a:r>
              <a:rPr lang="en-US" altLang="en-US" b="1" dirty="0">
                <a:solidFill>
                  <a:srgbClr val="034EA2"/>
                </a:solidFill>
              </a:rPr>
              <a:t>BUSINESS GIFTS &amp; GRATUITIES</a:t>
            </a:r>
          </a:p>
          <a:p>
            <a:pPr indent="457200">
              <a:buFont typeface="Arial" panose="020B0604020202020204" pitchFamily="34" charset="0"/>
              <a:buChar char="•"/>
              <a:defRPr/>
            </a:pPr>
            <a:r>
              <a:rPr lang="en-US" altLang="en-US" dirty="0">
                <a:solidFill>
                  <a:schemeClr val="tx1"/>
                </a:solidFill>
              </a:rPr>
              <a:t>Employees are discouraged from accepting or seeking favors or gifts from customers /suppliers whether actual or potential.</a:t>
            </a:r>
          </a:p>
          <a:p>
            <a:pPr indent="457200">
              <a:buFont typeface="Arial" panose="020B0604020202020204" pitchFamily="34" charset="0"/>
              <a:buChar char="•"/>
              <a:defRPr/>
            </a:pPr>
            <a:r>
              <a:rPr lang="en-US" altLang="en-US" dirty="0">
                <a:solidFill>
                  <a:schemeClr val="tx1"/>
                </a:solidFill>
              </a:rPr>
              <a:t>Any employee who is given a gift of any sort by a business contact should disclose the fact of the gift and its nature to immediate superior.</a:t>
            </a:r>
          </a:p>
          <a:p>
            <a:pPr indent="457200">
              <a:buFont typeface="Arial" panose="020B0604020202020204" pitchFamily="34" charset="0"/>
              <a:buChar char="•"/>
            </a:pPr>
            <a:endParaRPr lang="en-US" altLang="en-US" dirty="0"/>
          </a:p>
          <a:p>
            <a:pPr marL="342900" indent="-342900">
              <a:buFont typeface="Arial" panose="020B0604020202020204" pitchFamily="34" charset="0"/>
              <a:buChar char="•"/>
            </a:pPr>
            <a:endParaRPr lang="en-US" altLang="en-US" dirty="0"/>
          </a:p>
        </p:txBody>
      </p:sp>
    </p:spTree>
    <p:extLst>
      <p:ext uri="{BB962C8B-B14F-4D97-AF65-F5344CB8AC3E}">
        <p14:creationId xmlns:p14="http://schemas.microsoft.com/office/powerpoint/2010/main" val="1105734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CODE OF EMPLOYEE DISCIPLINE</a:t>
            </a:r>
          </a:p>
        </p:txBody>
      </p:sp>
      <p:sp>
        <p:nvSpPr>
          <p:cNvPr id="4" name="TextBox 2">
            <a:extLst>
              <a:ext uri="{FF2B5EF4-FFF2-40B4-BE49-F238E27FC236}">
                <a16:creationId xmlns:a16="http://schemas.microsoft.com/office/drawing/2014/main" id="{8F4A01C0-631A-4234-BA3A-164CB9A5F727}"/>
              </a:ext>
            </a:extLst>
          </p:cNvPr>
          <p:cNvSpPr txBox="1">
            <a:spLocks noChangeArrowheads="1"/>
          </p:cNvSpPr>
          <p:nvPr/>
        </p:nvSpPr>
        <p:spPr bwMode="auto">
          <a:xfrm>
            <a:off x="888262" y="1136064"/>
            <a:ext cx="10618928" cy="4893647"/>
          </a:xfrm>
          <a:prstGeom prst="rect">
            <a:avLst/>
          </a:prstGeom>
          <a:noFill/>
        </p:spPr>
        <p:txBody>
          <a:bodyPr wrap="square" rtlCol="0">
            <a:spAutoFit/>
          </a:bodyPr>
          <a:lstStyle>
            <a:defPPr>
              <a:defRPr lang="en-US"/>
            </a:defPPr>
            <a:lvl1pPr>
              <a:defRPr sz="2400">
                <a:solidFill>
                  <a:srgbClr val="36365C"/>
                </a:solidFill>
              </a:defRPr>
            </a:lvl1pPr>
          </a:lstStyle>
          <a:p>
            <a:r>
              <a:rPr lang="en-US" altLang="en-US" b="1" dirty="0">
                <a:solidFill>
                  <a:srgbClr val="034EA2"/>
                </a:solidFill>
              </a:rPr>
              <a:t>ANTI-SEXUAL HARASSMENT</a:t>
            </a:r>
          </a:p>
          <a:p>
            <a:pPr marL="342900" indent="-342900">
              <a:buFont typeface="Arial" panose="020B0604020202020204" pitchFamily="34" charset="0"/>
              <a:buChar char="•"/>
            </a:pPr>
            <a:r>
              <a:rPr lang="en-US" altLang="en-US" dirty="0">
                <a:solidFill>
                  <a:schemeClr val="tx1"/>
                </a:solidFill>
              </a:rPr>
              <a:t>Sexual Harassment can be in a form of the following: Physical Harassment, Hostile Environment. The CODI (Committee on Decorum Investigation) will handle cases related to violation of the Anti-Sexual Harassment Policy</a:t>
            </a:r>
          </a:p>
          <a:p>
            <a:endParaRPr lang="en-US" altLang="en-US" b="1" dirty="0">
              <a:solidFill>
                <a:srgbClr val="0070C0"/>
              </a:solidFill>
            </a:endParaRPr>
          </a:p>
          <a:p>
            <a:r>
              <a:rPr lang="en-US" altLang="en-US" b="1" dirty="0">
                <a:solidFill>
                  <a:srgbClr val="034EA2"/>
                </a:solidFill>
              </a:rPr>
              <a:t>SMOKING AT WORK</a:t>
            </a:r>
          </a:p>
          <a:p>
            <a:pPr marL="342900" indent="-342900">
              <a:buFont typeface="Arial" panose="020B0604020202020204" pitchFamily="34" charset="0"/>
              <a:buChar char="•"/>
            </a:pPr>
            <a:r>
              <a:rPr lang="en-US" altLang="en-US" dirty="0">
                <a:solidFill>
                  <a:schemeClr val="tx1"/>
                </a:solidFill>
              </a:rPr>
              <a:t>Smoking is strictly prohibited in company premises. </a:t>
            </a:r>
          </a:p>
          <a:p>
            <a:pPr indent="457200">
              <a:buFont typeface="Arial" panose="020B0604020202020204" pitchFamily="34" charset="0"/>
              <a:buChar char="•"/>
            </a:pPr>
            <a:endParaRPr lang="en-US" altLang="en-US" dirty="0"/>
          </a:p>
          <a:p>
            <a:r>
              <a:rPr lang="en-US" altLang="en-US" b="1" dirty="0">
                <a:solidFill>
                  <a:srgbClr val="034EA2"/>
                </a:solidFill>
              </a:rPr>
              <a:t>ALCOHOL &amp; DRUGS</a:t>
            </a:r>
          </a:p>
          <a:p>
            <a:pPr marL="342900" indent="-342900">
              <a:buFont typeface="Arial" panose="020B0604020202020204" pitchFamily="34" charset="0"/>
              <a:buChar char="•"/>
            </a:pPr>
            <a:r>
              <a:rPr lang="en-US" altLang="en-US" dirty="0"/>
              <a:t>FPT Software is considered as a drug-free workplace</a:t>
            </a:r>
          </a:p>
          <a:p>
            <a:pPr marL="342900" indent="-342900">
              <a:buFont typeface="Arial" panose="020B0604020202020204" pitchFamily="34" charset="0"/>
              <a:buChar char="•"/>
            </a:pPr>
            <a:r>
              <a:rPr lang="en-US" altLang="en-US" dirty="0"/>
              <a:t>Employees who report for work under the influence of drugs and alcohol will be dealt with under the Code of Conduct.</a:t>
            </a:r>
          </a:p>
          <a:p>
            <a:pPr marL="342900" indent="-342900">
              <a:buFont typeface="Arial" panose="020B0604020202020204" pitchFamily="34" charset="0"/>
              <a:buChar char="•"/>
            </a:pPr>
            <a:endParaRPr lang="en-US" altLang="en-US" dirty="0"/>
          </a:p>
        </p:txBody>
      </p:sp>
    </p:spTree>
    <p:extLst>
      <p:ext uri="{BB962C8B-B14F-4D97-AF65-F5344CB8AC3E}">
        <p14:creationId xmlns:p14="http://schemas.microsoft.com/office/powerpoint/2010/main" val="2278445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83265" y="324575"/>
            <a:ext cx="9975072" cy="535531"/>
          </a:xfrm>
        </p:spPr>
        <p:txBody>
          <a:bodyPr/>
          <a:lstStyle/>
          <a:p>
            <a:r>
              <a:rPr lang="en-US" dirty="0"/>
              <a:t>EMPLOYEE CODE OF ETHICS</a:t>
            </a:r>
          </a:p>
        </p:txBody>
      </p:sp>
      <p:sp>
        <p:nvSpPr>
          <p:cNvPr id="14" name="Text Placeholder 6">
            <a:extLst>
              <a:ext uri="{FF2B5EF4-FFF2-40B4-BE49-F238E27FC236}">
                <a16:creationId xmlns:a16="http://schemas.microsoft.com/office/drawing/2014/main" id="{C5F02466-E73B-4A49-840D-C51B105361E5}"/>
              </a:ext>
            </a:extLst>
          </p:cNvPr>
          <p:cNvSpPr txBox="1">
            <a:spLocks/>
          </p:cNvSpPr>
          <p:nvPr/>
        </p:nvSpPr>
        <p:spPr>
          <a:xfrm>
            <a:off x="382096" y="1363682"/>
            <a:ext cx="11338849" cy="5416868"/>
          </a:xfrm>
          <a:prstGeom prst="rect">
            <a:avLst/>
          </a:prstGeom>
          <a:noFill/>
        </p:spPr>
        <p:txBody>
          <a:bodyPr wrap="square" rtlCol="0">
            <a:spAutoFit/>
          </a:bodyPr>
          <a:lstStyle>
            <a:defPPr>
              <a:defRPr lang="en-US"/>
            </a:defPPr>
            <a:lvl1pPr marL="0" algn="l" defTabSz="914400" rtl="0" eaLnBrk="1" latinLnBrk="0" hangingPunct="1">
              <a:defRPr lang="en-US" sz="1200" kern="1200" smtClean="0">
                <a:solidFill>
                  <a:schemeClr val="bg1">
                    <a:lumMod val="75000"/>
                  </a:schemeClr>
                </a:solidFill>
                <a:latin typeface="Segoe UI Black" panose="020B0A02040204020203" pitchFamily="34" charset="0"/>
                <a:ea typeface="Segoe UI Black" panose="020B0A02040204020203"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034EA2"/>
                </a:solidFill>
                <a:latin typeface="+mn-lt"/>
              </a:rPr>
              <a:t>An</a:t>
            </a:r>
            <a:r>
              <a:rPr lang="en-US" sz="2400" b="1" dirty="0">
                <a:solidFill>
                  <a:srgbClr val="034EA2"/>
                </a:solidFill>
                <a:latin typeface="+mn-lt"/>
              </a:rPr>
              <a:t> FPT SOFTWARE PHILIPPINES CORP. </a:t>
            </a:r>
            <a:r>
              <a:rPr lang="en-US" sz="2400" dirty="0">
                <a:solidFill>
                  <a:srgbClr val="034EA2"/>
                </a:solidFill>
                <a:latin typeface="+mn-lt"/>
              </a:rPr>
              <a:t>employee should:</a:t>
            </a:r>
          </a:p>
          <a:p>
            <a:endParaRPr lang="en-US" sz="10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Exercise corporate citizenship and FPT’s interest by conducting business affairs in fairness, honesty and in compliance with the law.</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rgbClr val="002060"/>
                </a:solidFill>
                <a:latin typeface="+mn-lt"/>
              </a:rPr>
              <a:t>Protect with zeal and caution confidential knowledge or data on products, business strategies, processes, systems or other important information during or even after employment with FPT.</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Uphold FPT’s interest and not grant undue personal favors, especially in the matters of awarding contracts or in hiring and similar activities.</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Engage only in such private activities or businesses that are consistent with his responsibilities as an employee; and are not detrimental to the interest of FPT.</a:t>
            </a:r>
          </a:p>
          <a:p>
            <a:pPr marL="571500" indent="-571500">
              <a:buFont typeface="Arial" panose="020B0604020202020204" pitchFamily="34" charset="0"/>
              <a:buChar char="•"/>
            </a:pPr>
            <a:endParaRPr lang="en-US" sz="2400" dirty="0">
              <a:solidFill>
                <a:schemeClr val="tx1"/>
              </a:solidFill>
              <a:latin typeface="+mn-lt"/>
            </a:endParaRPr>
          </a:p>
        </p:txBody>
      </p:sp>
    </p:spTree>
    <p:extLst>
      <p:ext uri="{BB962C8B-B14F-4D97-AF65-F5344CB8AC3E}">
        <p14:creationId xmlns:p14="http://schemas.microsoft.com/office/powerpoint/2010/main" val="3329901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EMPLOYEE CODE OF ETHICS</a:t>
            </a:r>
          </a:p>
        </p:txBody>
      </p:sp>
      <p:sp>
        <p:nvSpPr>
          <p:cNvPr id="14" name="Text Placeholder 6">
            <a:extLst>
              <a:ext uri="{FF2B5EF4-FFF2-40B4-BE49-F238E27FC236}">
                <a16:creationId xmlns:a16="http://schemas.microsoft.com/office/drawing/2014/main" id="{C5F02466-E73B-4A49-840D-C51B105361E5}"/>
              </a:ext>
            </a:extLst>
          </p:cNvPr>
          <p:cNvSpPr txBox="1">
            <a:spLocks/>
          </p:cNvSpPr>
          <p:nvPr/>
        </p:nvSpPr>
        <p:spPr>
          <a:xfrm>
            <a:off x="358346" y="1197431"/>
            <a:ext cx="11577840" cy="5632311"/>
          </a:xfrm>
          <a:prstGeom prst="rect">
            <a:avLst/>
          </a:prstGeom>
          <a:noFill/>
        </p:spPr>
        <p:txBody>
          <a:bodyPr wrap="square" rtlCol="0">
            <a:spAutoFit/>
          </a:bodyPr>
          <a:lstStyle>
            <a:defPPr>
              <a:defRPr lang="en-US"/>
            </a:defPPr>
            <a:lvl1pPr marL="0" algn="l" defTabSz="914400" rtl="0" eaLnBrk="1" latinLnBrk="0" hangingPunct="1">
              <a:defRPr lang="en-US" sz="1200" kern="1200" smtClean="0">
                <a:solidFill>
                  <a:schemeClr val="bg1">
                    <a:lumMod val="75000"/>
                  </a:schemeClr>
                </a:solidFill>
                <a:latin typeface="Segoe UI Black" panose="020B0A02040204020203" pitchFamily="34" charset="0"/>
                <a:ea typeface="Segoe UI Black" panose="020B0A02040204020203"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71500" indent="-571500">
              <a:buFont typeface="Arial" panose="020B0604020202020204" pitchFamily="34" charset="0"/>
              <a:buChar char="•"/>
            </a:pPr>
            <a:r>
              <a:rPr lang="en-US" sz="2400" dirty="0">
                <a:solidFill>
                  <a:schemeClr val="tx1"/>
                </a:solidFill>
                <a:latin typeface="+mn-lt"/>
              </a:rPr>
              <a:t>Exercise utmost discretion in accepting personal favors from individual or entities seeking or doing business with FPT and refuse any gift that might be considered as bribery of any form.</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Utilize Company property, funds, equipment and time solely for the purpose required by FPT.</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Exercise utmost caution in ensuring safety of employees and Company property.</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Seek clearance from Management prior to engaging in outside work or assuming simultaneous positions in other companies.</a:t>
            </a:r>
          </a:p>
          <a:p>
            <a:pPr marL="571500" indent="-571500">
              <a:buFont typeface="Arial" panose="020B0604020202020204" pitchFamily="34" charset="0"/>
              <a:buChar char="•"/>
            </a:pPr>
            <a:endParaRPr lang="en-US" sz="2400" dirty="0">
              <a:solidFill>
                <a:schemeClr val="tx1"/>
              </a:solidFill>
              <a:latin typeface="+mn-lt"/>
            </a:endParaRPr>
          </a:p>
          <a:p>
            <a:pPr marL="571500" indent="-571500">
              <a:buFont typeface="Arial" panose="020B0604020202020204" pitchFamily="34" charset="0"/>
              <a:buChar char="•"/>
            </a:pPr>
            <a:r>
              <a:rPr lang="en-US" sz="2400" dirty="0">
                <a:solidFill>
                  <a:schemeClr val="tx1"/>
                </a:solidFill>
                <a:latin typeface="+mn-lt"/>
              </a:rPr>
              <a:t>Accept the responsibility to ensure that the Code of Employee Discipline is being enforced and complied at all times.</a:t>
            </a:r>
          </a:p>
          <a:p>
            <a:pPr marL="571500" indent="-571500">
              <a:buFont typeface="Arial" panose="020B0604020202020204" pitchFamily="34" charset="0"/>
              <a:buChar char="•"/>
            </a:pPr>
            <a:endParaRPr lang="en-US" sz="2400" dirty="0">
              <a:solidFill>
                <a:schemeClr val="tx1"/>
              </a:solidFill>
              <a:latin typeface="+mn-lt"/>
            </a:endParaRPr>
          </a:p>
        </p:txBody>
      </p:sp>
    </p:spTree>
    <p:extLst>
      <p:ext uri="{BB962C8B-B14F-4D97-AF65-F5344CB8AC3E}">
        <p14:creationId xmlns:p14="http://schemas.microsoft.com/office/powerpoint/2010/main" val="820897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DRESSCODE POLICY</a:t>
            </a:r>
          </a:p>
        </p:txBody>
      </p:sp>
      <p:sp>
        <p:nvSpPr>
          <p:cNvPr id="2" name="TextBox 1">
            <a:extLst>
              <a:ext uri="{FF2B5EF4-FFF2-40B4-BE49-F238E27FC236}">
                <a16:creationId xmlns:a16="http://schemas.microsoft.com/office/drawing/2014/main" id="{8E4900F3-A9F8-4A93-815D-96E2573FBB21}"/>
              </a:ext>
            </a:extLst>
          </p:cNvPr>
          <p:cNvSpPr txBox="1"/>
          <p:nvPr/>
        </p:nvSpPr>
        <p:spPr>
          <a:xfrm>
            <a:off x="694390" y="1401539"/>
            <a:ext cx="6481119"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To set the standards by providing employees guidance on what is appropriate, decent and yet comfortable to wear when reporting for work.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Help foster internal pride among FPT employees and at the same time, enable employees to project a professional image to our customers, potential employees and company visitors while experiencing the advantage of a more casual and relaxed clothing. </a:t>
            </a:r>
          </a:p>
        </p:txBody>
      </p:sp>
      <p:grpSp>
        <p:nvGrpSpPr>
          <p:cNvPr id="12" name="Group 11">
            <a:extLst>
              <a:ext uri="{FF2B5EF4-FFF2-40B4-BE49-F238E27FC236}">
                <a16:creationId xmlns:a16="http://schemas.microsoft.com/office/drawing/2014/main" id="{2B0E6331-DAD5-4F7D-B520-C44C14D127C4}"/>
              </a:ext>
            </a:extLst>
          </p:cNvPr>
          <p:cNvGrpSpPr/>
          <p:nvPr/>
        </p:nvGrpSpPr>
        <p:grpSpPr>
          <a:xfrm>
            <a:off x="7389340" y="0"/>
            <a:ext cx="4827194" cy="6866313"/>
            <a:chOff x="7389340" y="0"/>
            <a:chExt cx="4827194" cy="6866313"/>
          </a:xfrm>
        </p:grpSpPr>
        <p:pic>
          <p:nvPicPr>
            <p:cNvPr id="17" name="Picture 16">
              <a:extLst>
                <a:ext uri="{FF2B5EF4-FFF2-40B4-BE49-F238E27FC236}">
                  <a16:creationId xmlns:a16="http://schemas.microsoft.com/office/drawing/2014/main" id="{69430DFE-9200-415F-BA15-338A235BCAB6}"/>
                </a:ext>
              </a:extLst>
            </p:cNvPr>
            <p:cNvPicPr>
              <a:picLocks noChangeAspect="1"/>
            </p:cNvPicPr>
            <p:nvPr/>
          </p:nvPicPr>
          <p:blipFill>
            <a:blip r:embed="rId3"/>
            <a:stretch>
              <a:fillRect/>
            </a:stretch>
          </p:blipFill>
          <p:spPr>
            <a:xfrm>
              <a:off x="7389340" y="0"/>
              <a:ext cx="4827194" cy="6858000"/>
            </a:xfrm>
            <a:prstGeom prst="rect">
              <a:avLst/>
            </a:prstGeom>
          </p:spPr>
        </p:pic>
        <p:sp>
          <p:nvSpPr>
            <p:cNvPr id="18" name="Rectangle 17">
              <a:extLst>
                <a:ext uri="{FF2B5EF4-FFF2-40B4-BE49-F238E27FC236}">
                  <a16:creationId xmlns:a16="http://schemas.microsoft.com/office/drawing/2014/main" id="{61365DB5-45A9-41BD-B6D1-D7369550E87F}"/>
                </a:ext>
              </a:extLst>
            </p:cNvPr>
            <p:cNvSpPr/>
            <p:nvPr/>
          </p:nvSpPr>
          <p:spPr>
            <a:xfrm>
              <a:off x="10441459" y="6672649"/>
              <a:ext cx="1248033" cy="1853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TextBox 18">
              <a:extLst>
                <a:ext uri="{FF2B5EF4-FFF2-40B4-BE49-F238E27FC236}">
                  <a16:creationId xmlns:a16="http://schemas.microsoft.com/office/drawing/2014/main" id="{AB7453F1-1F8E-4638-B2C0-6D5094871BFF}"/>
                </a:ext>
              </a:extLst>
            </p:cNvPr>
            <p:cNvSpPr txBox="1"/>
            <p:nvPr/>
          </p:nvSpPr>
          <p:spPr>
            <a:xfrm>
              <a:off x="7748337" y="1100822"/>
              <a:ext cx="1655545" cy="2439129"/>
            </a:xfrm>
            <a:prstGeom prst="rect">
              <a:avLst/>
            </a:prstGeom>
            <a:solidFill>
              <a:schemeClr val="bg1">
                <a:lumMod val="85000"/>
              </a:schemeClr>
            </a:solidFill>
          </p:spPr>
          <p:txBody>
            <a:bodyPr wrap="square" rtlCol="0">
              <a:spAutoFit/>
            </a:bodyPr>
            <a:lstStyle/>
            <a:p>
              <a:r>
                <a:rPr lang="en-PH" sz="950" b="1" dirty="0"/>
                <a:t>TOP</a:t>
              </a:r>
            </a:p>
            <a:p>
              <a:pPr marL="171450" indent="-171450">
                <a:buFontTx/>
                <a:buChar char="-"/>
              </a:pPr>
              <a:r>
                <a:rPr lang="en-PH" sz="950" dirty="0"/>
                <a:t>Polo, T-shirts</a:t>
              </a:r>
            </a:p>
            <a:p>
              <a:pPr marL="171450" indent="-171450">
                <a:buFontTx/>
                <a:buChar char="-"/>
              </a:pPr>
              <a:r>
                <a:rPr lang="en-PH" sz="950" dirty="0"/>
                <a:t>Decent sleeveless, blouses which do not reveal too much skin</a:t>
              </a:r>
            </a:p>
            <a:p>
              <a:endParaRPr lang="en-PH" sz="500" dirty="0"/>
            </a:p>
            <a:p>
              <a:r>
                <a:rPr lang="en-PH" sz="950" b="1" dirty="0"/>
                <a:t>BOTTOM</a:t>
              </a:r>
            </a:p>
            <a:p>
              <a:pPr marL="285750" indent="-285750">
                <a:buFontTx/>
                <a:buChar char="-"/>
              </a:pPr>
              <a:r>
                <a:rPr lang="en-PH" sz="950" dirty="0"/>
                <a:t>Slacks, capri, jeans (not tattered)</a:t>
              </a:r>
            </a:p>
            <a:p>
              <a:pPr marL="285750" indent="-285750">
                <a:buFontTx/>
                <a:buChar char="-"/>
              </a:pPr>
              <a:r>
                <a:rPr lang="en-PH" sz="950" dirty="0"/>
                <a:t>Leggings but paired with long top</a:t>
              </a:r>
            </a:p>
            <a:p>
              <a:pPr marL="285750" indent="-285750">
                <a:buFontTx/>
                <a:buChar char="-"/>
              </a:pPr>
              <a:r>
                <a:rPr lang="en-PH" sz="950" dirty="0"/>
                <a:t>Skirts/Dresses at which you can sit comfortably</a:t>
              </a:r>
            </a:p>
            <a:p>
              <a:endParaRPr lang="en-PH" sz="500" dirty="0"/>
            </a:p>
            <a:p>
              <a:r>
                <a:rPr lang="en-PH" sz="950" b="1" dirty="0"/>
                <a:t>FOOTWEAR</a:t>
              </a:r>
            </a:p>
            <a:p>
              <a:pPr marL="171450" indent="-171450">
                <a:buFontTx/>
                <a:buChar char="-"/>
              </a:pPr>
              <a:r>
                <a:rPr lang="en-PH" sz="950" dirty="0"/>
                <a:t>sandals, closed shoes</a:t>
              </a:r>
            </a:p>
          </p:txBody>
        </p:sp>
        <p:sp>
          <p:nvSpPr>
            <p:cNvPr id="20" name="TextBox 19">
              <a:extLst>
                <a:ext uri="{FF2B5EF4-FFF2-40B4-BE49-F238E27FC236}">
                  <a16:creationId xmlns:a16="http://schemas.microsoft.com/office/drawing/2014/main" id="{6A514C9F-26B5-4CA9-A3E9-93367C94025F}"/>
                </a:ext>
              </a:extLst>
            </p:cNvPr>
            <p:cNvSpPr txBox="1"/>
            <p:nvPr/>
          </p:nvSpPr>
          <p:spPr>
            <a:xfrm>
              <a:off x="10247327" y="1098762"/>
              <a:ext cx="1655545" cy="2439129"/>
            </a:xfrm>
            <a:prstGeom prst="rect">
              <a:avLst/>
            </a:prstGeom>
            <a:solidFill>
              <a:schemeClr val="bg1">
                <a:lumMod val="85000"/>
              </a:schemeClr>
            </a:solidFill>
          </p:spPr>
          <p:txBody>
            <a:bodyPr wrap="square" rtlCol="0">
              <a:spAutoFit/>
            </a:bodyPr>
            <a:lstStyle/>
            <a:p>
              <a:r>
                <a:rPr lang="en-PH" sz="950" b="1" dirty="0"/>
                <a:t>TOP</a:t>
              </a:r>
            </a:p>
            <a:p>
              <a:pPr marL="171450" indent="-171450">
                <a:buFontTx/>
                <a:buChar char="-"/>
              </a:pPr>
              <a:r>
                <a:rPr lang="en-PH" sz="950" dirty="0"/>
                <a:t>Tube, spaghetti and halter tops unless paired with cardigans</a:t>
              </a:r>
            </a:p>
            <a:p>
              <a:pPr marL="171450" indent="-171450">
                <a:buFontTx/>
                <a:buChar char="-"/>
              </a:pPr>
              <a:r>
                <a:rPr lang="en-PH" sz="950" dirty="0"/>
                <a:t>Tops that reveal too much skin, see through without inner lining</a:t>
              </a:r>
            </a:p>
            <a:p>
              <a:endParaRPr lang="en-PH" sz="500" dirty="0"/>
            </a:p>
            <a:p>
              <a:r>
                <a:rPr lang="en-PH" sz="950" b="1" dirty="0"/>
                <a:t>BOTTOM</a:t>
              </a:r>
            </a:p>
            <a:p>
              <a:pPr marL="285750" indent="-285750">
                <a:buFontTx/>
                <a:buChar char="-"/>
              </a:pPr>
              <a:r>
                <a:rPr lang="en-PH" sz="950" dirty="0"/>
                <a:t>Too short and very tight skirts/dresses that ride halfway up the thigh</a:t>
              </a:r>
            </a:p>
            <a:p>
              <a:endParaRPr lang="en-PH" sz="500" dirty="0"/>
            </a:p>
            <a:p>
              <a:r>
                <a:rPr lang="en-PH" sz="950" b="1" dirty="0"/>
                <a:t>FOOTWEAR</a:t>
              </a:r>
            </a:p>
            <a:p>
              <a:pPr marL="171450" indent="-171450">
                <a:buFontTx/>
                <a:buChar char="-"/>
              </a:pPr>
              <a:r>
                <a:rPr lang="en-PH" sz="950" dirty="0"/>
                <a:t>All kinds of slippers</a:t>
              </a:r>
            </a:p>
            <a:p>
              <a:pPr marL="171450" indent="-171450">
                <a:buFontTx/>
                <a:buChar char="-"/>
              </a:pPr>
              <a:endParaRPr lang="en-PH" sz="950" dirty="0"/>
            </a:p>
          </p:txBody>
        </p:sp>
        <p:cxnSp>
          <p:nvCxnSpPr>
            <p:cNvPr id="21" name="Straight Connector 20">
              <a:extLst>
                <a:ext uri="{FF2B5EF4-FFF2-40B4-BE49-F238E27FC236}">
                  <a16:creationId xmlns:a16="http://schemas.microsoft.com/office/drawing/2014/main" id="{A075BE5C-E4BF-4E74-B19E-23A90D239F6E}"/>
                </a:ext>
              </a:extLst>
            </p:cNvPr>
            <p:cNvCxnSpPr/>
            <p:nvPr/>
          </p:nvCxnSpPr>
          <p:spPr>
            <a:xfrm>
              <a:off x="7575082" y="3530197"/>
              <a:ext cx="4427621" cy="0"/>
            </a:xfrm>
            <a:prstGeom prst="line">
              <a:avLst/>
            </a:prstGeom>
            <a:ln w="57150">
              <a:solidFill>
                <a:srgbClr val="36365C"/>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58A0A5C-137C-4D0D-ADCF-0D8A70D433CB}"/>
                </a:ext>
              </a:extLst>
            </p:cNvPr>
            <p:cNvSpPr txBox="1"/>
            <p:nvPr/>
          </p:nvSpPr>
          <p:spPr>
            <a:xfrm>
              <a:off x="7849402" y="4504100"/>
              <a:ext cx="1395663" cy="2362185"/>
            </a:xfrm>
            <a:prstGeom prst="rect">
              <a:avLst/>
            </a:prstGeom>
            <a:solidFill>
              <a:schemeClr val="bg1">
                <a:lumMod val="85000"/>
              </a:schemeClr>
            </a:solidFill>
          </p:spPr>
          <p:txBody>
            <a:bodyPr wrap="square" rtlCol="0">
              <a:spAutoFit/>
            </a:bodyPr>
            <a:lstStyle/>
            <a:p>
              <a:endParaRPr lang="en-PH" sz="500" b="1" dirty="0"/>
            </a:p>
            <a:p>
              <a:r>
                <a:rPr lang="en-PH" sz="950" b="1" dirty="0"/>
                <a:t>TOP</a:t>
              </a:r>
            </a:p>
            <a:p>
              <a:pPr marL="171450" indent="-171450">
                <a:buFontTx/>
                <a:buChar char="-"/>
              </a:pPr>
              <a:r>
                <a:rPr lang="en-PH" sz="950" dirty="0"/>
                <a:t>Polo shirts </a:t>
              </a:r>
            </a:p>
            <a:p>
              <a:pPr marL="171450" indent="-171450">
                <a:buFontTx/>
                <a:buChar char="-"/>
              </a:pPr>
              <a:r>
                <a:rPr lang="en-PH" sz="950" dirty="0"/>
                <a:t>T-shirts</a:t>
              </a:r>
            </a:p>
            <a:p>
              <a:pPr marL="171450" indent="-171450">
                <a:buFontTx/>
                <a:buChar char="-"/>
              </a:pPr>
              <a:r>
                <a:rPr lang="en-PH" sz="950" dirty="0"/>
                <a:t>Long sleeves</a:t>
              </a:r>
            </a:p>
            <a:p>
              <a:endParaRPr lang="en-PH" sz="950" dirty="0"/>
            </a:p>
            <a:p>
              <a:r>
                <a:rPr lang="en-PH" sz="950" b="1" dirty="0"/>
                <a:t>BOTTOM</a:t>
              </a:r>
            </a:p>
            <a:p>
              <a:pPr marL="285750" indent="-285750">
                <a:buFontTx/>
                <a:buChar char="-"/>
              </a:pPr>
              <a:r>
                <a:rPr lang="en-PH" sz="950" dirty="0"/>
                <a:t>Slacks/pants,</a:t>
              </a:r>
            </a:p>
            <a:p>
              <a:pPr marL="285750" indent="-285750">
                <a:buFontTx/>
                <a:buChar char="-"/>
              </a:pPr>
              <a:r>
                <a:rPr lang="en-PH" sz="950" dirty="0"/>
                <a:t>Jeans (not tattered)</a:t>
              </a:r>
            </a:p>
            <a:p>
              <a:endParaRPr lang="en-PH" sz="950" dirty="0"/>
            </a:p>
            <a:p>
              <a:r>
                <a:rPr lang="en-PH" sz="950" b="1" dirty="0"/>
                <a:t>FOOTWEAR</a:t>
              </a:r>
            </a:p>
            <a:p>
              <a:pPr marL="171450" indent="-171450">
                <a:buFontTx/>
                <a:buChar char="-"/>
              </a:pPr>
              <a:r>
                <a:rPr lang="en-PH" sz="950" dirty="0"/>
                <a:t>Closed footwear</a:t>
              </a:r>
            </a:p>
            <a:p>
              <a:pPr marL="171450" indent="-171450">
                <a:buFontTx/>
                <a:buChar char="-"/>
              </a:pPr>
              <a:r>
                <a:rPr lang="en-PH" sz="950" dirty="0"/>
                <a:t>Athletic/rubber/ leather shoes</a:t>
              </a:r>
            </a:p>
            <a:p>
              <a:endParaRPr lang="en-PH" sz="950" dirty="0"/>
            </a:p>
          </p:txBody>
        </p:sp>
        <p:sp>
          <p:nvSpPr>
            <p:cNvPr id="23" name="TextBox 22">
              <a:extLst>
                <a:ext uri="{FF2B5EF4-FFF2-40B4-BE49-F238E27FC236}">
                  <a16:creationId xmlns:a16="http://schemas.microsoft.com/office/drawing/2014/main" id="{C689D8BC-7E19-46C5-A86B-D8C6FBE98A77}"/>
                </a:ext>
              </a:extLst>
            </p:cNvPr>
            <p:cNvSpPr txBox="1"/>
            <p:nvPr/>
          </p:nvSpPr>
          <p:spPr>
            <a:xfrm>
              <a:off x="10377267" y="4504128"/>
              <a:ext cx="1395663" cy="2362185"/>
            </a:xfrm>
            <a:prstGeom prst="rect">
              <a:avLst/>
            </a:prstGeom>
            <a:solidFill>
              <a:schemeClr val="bg1">
                <a:lumMod val="85000"/>
              </a:schemeClr>
            </a:solidFill>
          </p:spPr>
          <p:txBody>
            <a:bodyPr wrap="square" rtlCol="0">
              <a:spAutoFit/>
            </a:bodyPr>
            <a:lstStyle/>
            <a:p>
              <a:endParaRPr lang="en-PH" sz="500" b="1" dirty="0"/>
            </a:p>
            <a:p>
              <a:r>
                <a:rPr lang="en-PH" sz="950" b="1" dirty="0"/>
                <a:t>TOP</a:t>
              </a:r>
            </a:p>
            <a:p>
              <a:pPr marL="171450" indent="-171450">
                <a:buFontTx/>
                <a:buChar char="-"/>
              </a:pPr>
              <a:r>
                <a:rPr lang="en-PH" sz="950" dirty="0"/>
                <a:t>Sleeveless</a:t>
              </a:r>
            </a:p>
            <a:p>
              <a:pPr marL="171450" indent="-171450">
                <a:buFontTx/>
                <a:buChar char="-"/>
              </a:pPr>
              <a:r>
                <a:rPr lang="en-PH" sz="950" dirty="0"/>
                <a:t>Muscle shirts</a:t>
              </a:r>
            </a:p>
            <a:p>
              <a:endParaRPr lang="en-PH" sz="950" dirty="0"/>
            </a:p>
            <a:p>
              <a:r>
                <a:rPr lang="en-PH" sz="950" b="1" dirty="0"/>
                <a:t>BOTTOM</a:t>
              </a:r>
            </a:p>
            <a:p>
              <a:pPr marL="285750" indent="-285750">
                <a:buFontTx/>
                <a:buChar char="-"/>
              </a:pPr>
              <a:r>
                <a:rPr lang="en-PH" sz="950" dirty="0"/>
                <a:t>Tattered jeans</a:t>
              </a:r>
            </a:p>
            <a:p>
              <a:pPr marL="285750" indent="-285750">
                <a:buFontTx/>
                <a:buChar char="-"/>
              </a:pPr>
              <a:r>
                <a:rPr lang="en-PH" sz="950" dirty="0"/>
                <a:t>Shorts</a:t>
              </a:r>
            </a:p>
            <a:p>
              <a:endParaRPr lang="en-PH" sz="950" dirty="0"/>
            </a:p>
            <a:p>
              <a:r>
                <a:rPr lang="en-PH" sz="950" b="1" dirty="0"/>
                <a:t>FOOTWEAR</a:t>
              </a:r>
            </a:p>
            <a:p>
              <a:pPr marL="171450" indent="-171450">
                <a:buFontTx/>
                <a:buChar char="-"/>
              </a:pPr>
              <a:r>
                <a:rPr lang="en-PH" sz="950" dirty="0"/>
                <a:t>All kinds of slippers includer rubber or even leather made slippers</a:t>
              </a:r>
            </a:p>
            <a:p>
              <a:pPr marL="171450" indent="-171450">
                <a:buFontTx/>
                <a:buChar char="-"/>
              </a:pPr>
              <a:endParaRPr lang="en-PH" sz="950" dirty="0"/>
            </a:p>
            <a:p>
              <a:pPr marL="171450" indent="-171450">
                <a:buFontTx/>
                <a:buChar char="-"/>
              </a:pPr>
              <a:endParaRPr lang="en-PH" sz="950" dirty="0"/>
            </a:p>
          </p:txBody>
        </p:sp>
      </p:grpSp>
    </p:spTree>
    <p:extLst>
      <p:ext uri="{BB962C8B-B14F-4D97-AF65-F5344CB8AC3E}">
        <p14:creationId xmlns:p14="http://schemas.microsoft.com/office/powerpoint/2010/main" val="1913529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DRESSCODE POLICY</a:t>
            </a:r>
          </a:p>
        </p:txBody>
      </p:sp>
      <p:sp>
        <p:nvSpPr>
          <p:cNvPr id="2" name="TextBox 1">
            <a:extLst>
              <a:ext uri="{FF2B5EF4-FFF2-40B4-BE49-F238E27FC236}">
                <a16:creationId xmlns:a16="http://schemas.microsoft.com/office/drawing/2014/main" id="{8E4900F3-A9F8-4A93-815D-96E2573FBB21}"/>
              </a:ext>
            </a:extLst>
          </p:cNvPr>
          <p:cNvSpPr txBox="1"/>
          <p:nvPr/>
        </p:nvSpPr>
        <p:spPr>
          <a:xfrm>
            <a:off x="672240" y="1133013"/>
            <a:ext cx="6481119" cy="5632311"/>
          </a:xfrm>
          <a:prstGeom prst="rect">
            <a:avLst/>
          </a:prstGeom>
          <a:noFill/>
        </p:spPr>
        <p:txBody>
          <a:bodyPr wrap="square" rtlCol="0">
            <a:spAutoFit/>
          </a:bodyPr>
          <a:lstStyle/>
          <a:p>
            <a:pPr marL="342900" indent="-342900">
              <a:buFont typeface="Arial" panose="020B0604020202020204" pitchFamily="34" charset="0"/>
              <a:buChar char="•"/>
              <a:defRPr/>
            </a:pPr>
            <a:r>
              <a:rPr lang="en-PH" sz="2400" b="1" dirty="0">
                <a:solidFill>
                  <a:srgbClr val="F27228"/>
                </a:solidFill>
                <a:ea typeface="Tahoma" panose="020B0604030504040204" pitchFamily="34" charset="0"/>
                <a:cs typeface="Tahoma" panose="020B0604030504040204" pitchFamily="34" charset="0"/>
              </a:rPr>
              <a:t>Orange Mondays </a:t>
            </a:r>
            <a:r>
              <a:rPr lang="en-PH" sz="2400" dirty="0">
                <a:solidFill>
                  <a:srgbClr val="36365C"/>
                </a:solidFill>
                <a:ea typeface="Tahoma" panose="020B0604030504040204" pitchFamily="34" charset="0"/>
                <a:cs typeface="Tahoma" panose="020B0604030504040204" pitchFamily="34" charset="0"/>
              </a:rPr>
              <a:t>– every Monday of the month (encouraged)</a:t>
            </a:r>
          </a:p>
          <a:p>
            <a:pPr marL="342900" indent="-342900">
              <a:buFont typeface="Arial" panose="020B0604020202020204" pitchFamily="34" charset="0"/>
              <a:buChar char="•"/>
              <a:defRPr/>
            </a:pPr>
            <a:endParaRPr lang="en-PH" sz="2400" dirty="0">
              <a:solidFill>
                <a:srgbClr val="36365C"/>
              </a:solidFill>
              <a:ea typeface="Tahoma" panose="020B0604030504040204" pitchFamily="34" charset="0"/>
              <a:cs typeface="Tahoma" panose="020B0604030504040204" pitchFamily="34" charset="0"/>
            </a:endParaRPr>
          </a:p>
          <a:p>
            <a:pPr marL="342900" indent="-342900">
              <a:buFont typeface="Arial" panose="020B0604020202020204" pitchFamily="34" charset="0"/>
              <a:buChar char="•"/>
              <a:defRPr/>
            </a:pPr>
            <a:r>
              <a:rPr lang="en-PH" sz="2400" b="1" dirty="0">
                <a:solidFill>
                  <a:srgbClr val="034EA2"/>
                </a:solidFill>
                <a:ea typeface="Tahoma" panose="020B0604030504040204" pitchFamily="34" charset="0"/>
                <a:cs typeface="Tahoma" panose="020B0604030504040204" pitchFamily="34" charset="0"/>
              </a:rPr>
              <a:t>Client / VIP Visits </a:t>
            </a:r>
            <a:r>
              <a:rPr lang="en-PH" sz="2400" dirty="0">
                <a:solidFill>
                  <a:srgbClr val="36365C"/>
                </a:solidFill>
                <a:ea typeface="Tahoma" panose="020B0604030504040204" pitchFamily="34" charset="0"/>
                <a:cs typeface="Tahoma" panose="020B0604030504040204" pitchFamily="34" charset="0"/>
              </a:rPr>
              <a:t>– need to wear Orange shirts</a:t>
            </a:r>
          </a:p>
          <a:p>
            <a:pPr marL="342900" indent="-342900">
              <a:buFont typeface="Arial" panose="020B0604020202020204" pitchFamily="34" charset="0"/>
              <a:buChar char="•"/>
              <a:defRPr/>
            </a:pPr>
            <a:endParaRPr lang="en-PH" sz="2400" dirty="0">
              <a:solidFill>
                <a:srgbClr val="36365C"/>
              </a:solidFill>
              <a:ea typeface="Tahoma" panose="020B0604030504040204" pitchFamily="34" charset="0"/>
              <a:cs typeface="Tahoma" panose="020B0604030504040204" pitchFamily="34" charset="0"/>
            </a:endParaRPr>
          </a:p>
          <a:p>
            <a:pPr marL="342900" indent="-342900">
              <a:buFont typeface="Arial" panose="020B0604020202020204" pitchFamily="34" charset="0"/>
              <a:buChar char="•"/>
              <a:defRPr/>
            </a:pPr>
            <a:r>
              <a:rPr lang="en-PH" sz="2400" b="1" dirty="0">
                <a:solidFill>
                  <a:srgbClr val="00B050"/>
                </a:solidFill>
                <a:ea typeface="Tahoma" panose="020B0604030504040204" pitchFamily="34" charset="0"/>
                <a:cs typeface="Tahoma" panose="020B0604030504040204" pitchFamily="34" charset="0"/>
              </a:rPr>
              <a:t>Dress down Fridays </a:t>
            </a:r>
            <a:r>
              <a:rPr lang="en-PH" sz="2400" dirty="0">
                <a:solidFill>
                  <a:srgbClr val="36365C"/>
                </a:solidFill>
                <a:ea typeface="Tahoma" panose="020B0604030504040204" pitchFamily="34" charset="0"/>
                <a:cs typeface="Tahoma" panose="020B0604030504040204" pitchFamily="34" charset="0"/>
              </a:rPr>
              <a:t>– can wear shorts but still no slippers. Wearing of FPT shirts (summer outing/Department shirt) are also encouraged to wear on this day)</a:t>
            </a:r>
          </a:p>
          <a:p>
            <a:pPr>
              <a:defRPr/>
            </a:pPr>
            <a:endParaRPr lang="en-PH" sz="2400" dirty="0">
              <a:solidFill>
                <a:srgbClr val="36365C"/>
              </a:solidFill>
              <a:ea typeface="Tahoma" panose="020B0604030504040204" pitchFamily="34" charset="0"/>
              <a:cs typeface="Tahoma" panose="020B0604030504040204" pitchFamily="34" charset="0"/>
            </a:endParaRPr>
          </a:p>
          <a:p>
            <a:pPr marL="342900" indent="-342900">
              <a:buFont typeface="Arial" panose="020B0604020202020204" pitchFamily="34" charset="0"/>
              <a:buChar char="•"/>
              <a:defRPr/>
            </a:pPr>
            <a:endParaRPr lang="en-PH" sz="2400" dirty="0">
              <a:solidFill>
                <a:srgbClr val="36365C"/>
              </a:solidFill>
              <a:ea typeface="Tahoma" panose="020B0604030504040204" pitchFamily="34" charset="0"/>
              <a:cs typeface="Tahoma" panose="020B0604030504040204" pitchFamily="34" charset="0"/>
            </a:endParaRPr>
          </a:p>
          <a:p>
            <a:pPr marL="342900" indent="-342900">
              <a:buFont typeface="Arial" panose="020B0604020202020204" pitchFamily="34" charset="0"/>
              <a:buChar char="•"/>
              <a:defRPr/>
            </a:pPr>
            <a:r>
              <a:rPr lang="en-PH" sz="2400" dirty="0">
                <a:solidFill>
                  <a:srgbClr val="36365C"/>
                </a:solidFill>
                <a:ea typeface="Tahoma" panose="020B0604030504040204" pitchFamily="34" charset="0"/>
                <a:cs typeface="Tahoma" panose="020B0604030504040204" pitchFamily="34" charset="0"/>
              </a:rPr>
              <a:t>If client visit falls on a Friday, client visit policy applies </a:t>
            </a:r>
          </a:p>
          <a:p>
            <a:pPr marL="342900" indent="-342900">
              <a:buFont typeface="Arial" panose="020B0604020202020204" pitchFamily="34" charset="0"/>
              <a:buChar char="•"/>
            </a:pPr>
            <a:endParaRPr lang="en-US" sz="2400" dirty="0">
              <a:solidFill>
                <a:srgbClr val="36365C"/>
              </a:solidFill>
            </a:endParaRPr>
          </a:p>
        </p:txBody>
      </p:sp>
      <p:grpSp>
        <p:nvGrpSpPr>
          <p:cNvPr id="16" name="Group 15">
            <a:extLst>
              <a:ext uri="{FF2B5EF4-FFF2-40B4-BE49-F238E27FC236}">
                <a16:creationId xmlns:a16="http://schemas.microsoft.com/office/drawing/2014/main" id="{D0FC2EAB-DAB6-4E68-9ECA-2EEF0CC7F6D8}"/>
              </a:ext>
            </a:extLst>
          </p:cNvPr>
          <p:cNvGrpSpPr/>
          <p:nvPr/>
        </p:nvGrpSpPr>
        <p:grpSpPr>
          <a:xfrm>
            <a:off x="7389340" y="0"/>
            <a:ext cx="4827194" cy="6866313"/>
            <a:chOff x="7389340" y="0"/>
            <a:chExt cx="4827194" cy="6866313"/>
          </a:xfrm>
        </p:grpSpPr>
        <p:pic>
          <p:nvPicPr>
            <p:cNvPr id="4" name="Picture 3">
              <a:extLst>
                <a:ext uri="{FF2B5EF4-FFF2-40B4-BE49-F238E27FC236}">
                  <a16:creationId xmlns:a16="http://schemas.microsoft.com/office/drawing/2014/main" id="{256B01CB-B6FE-4924-A2A9-D2AB7CFE3233}"/>
                </a:ext>
              </a:extLst>
            </p:cNvPr>
            <p:cNvPicPr>
              <a:picLocks noChangeAspect="1"/>
            </p:cNvPicPr>
            <p:nvPr/>
          </p:nvPicPr>
          <p:blipFill>
            <a:blip r:embed="rId3"/>
            <a:stretch>
              <a:fillRect/>
            </a:stretch>
          </p:blipFill>
          <p:spPr>
            <a:xfrm>
              <a:off x="7389340" y="0"/>
              <a:ext cx="4827194" cy="6858000"/>
            </a:xfrm>
            <a:prstGeom prst="rect">
              <a:avLst/>
            </a:prstGeom>
          </p:spPr>
        </p:pic>
        <p:sp>
          <p:nvSpPr>
            <p:cNvPr id="8" name="Rectangle 7">
              <a:extLst>
                <a:ext uri="{FF2B5EF4-FFF2-40B4-BE49-F238E27FC236}">
                  <a16:creationId xmlns:a16="http://schemas.microsoft.com/office/drawing/2014/main" id="{1F331E10-AB01-477A-973B-38046E7EAD94}"/>
                </a:ext>
              </a:extLst>
            </p:cNvPr>
            <p:cNvSpPr/>
            <p:nvPr/>
          </p:nvSpPr>
          <p:spPr>
            <a:xfrm>
              <a:off x="10441459" y="6672649"/>
              <a:ext cx="1248033" cy="1853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TextBox 9">
              <a:extLst>
                <a:ext uri="{FF2B5EF4-FFF2-40B4-BE49-F238E27FC236}">
                  <a16:creationId xmlns:a16="http://schemas.microsoft.com/office/drawing/2014/main" id="{03E22498-B664-4314-B3EC-3C0C9423592F}"/>
                </a:ext>
              </a:extLst>
            </p:cNvPr>
            <p:cNvSpPr txBox="1"/>
            <p:nvPr/>
          </p:nvSpPr>
          <p:spPr>
            <a:xfrm>
              <a:off x="7748337" y="1100822"/>
              <a:ext cx="1655545" cy="2439129"/>
            </a:xfrm>
            <a:prstGeom prst="rect">
              <a:avLst/>
            </a:prstGeom>
            <a:solidFill>
              <a:schemeClr val="bg1">
                <a:lumMod val="85000"/>
              </a:schemeClr>
            </a:solidFill>
          </p:spPr>
          <p:txBody>
            <a:bodyPr wrap="square" rtlCol="0">
              <a:spAutoFit/>
            </a:bodyPr>
            <a:lstStyle/>
            <a:p>
              <a:r>
                <a:rPr lang="en-PH" sz="950" b="1" dirty="0"/>
                <a:t>TOP</a:t>
              </a:r>
            </a:p>
            <a:p>
              <a:pPr marL="171450" indent="-171450">
                <a:buFontTx/>
                <a:buChar char="-"/>
              </a:pPr>
              <a:r>
                <a:rPr lang="en-PH" sz="950" dirty="0"/>
                <a:t>Polo, T-shirts</a:t>
              </a:r>
            </a:p>
            <a:p>
              <a:pPr marL="171450" indent="-171450">
                <a:buFontTx/>
                <a:buChar char="-"/>
              </a:pPr>
              <a:r>
                <a:rPr lang="en-PH" sz="950" dirty="0"/>
                <a:t>Decent sleeveless, blouses which do not reveal too much skin</a:t>
              </a:r>
            </a:p>
            <a:p>
              <a:endParaRPr lang="en-PH" sz="500" dirty="0"/>
            </a:p>
            <a:p>
              <a:r>
                <a:rPr lang="en-PH" sz="950" b="1" dirty="0"/>
                <a:t>BOTTOM</a:t>
              </a:r>
            </a:p>
            <a:p>
              <a:pPr marL="285750" indent="-285750">
                <a:buFontTx/>
                <a:buChar char="-"/>
              </a:pPr>
              <a:r>
                <a:rPr lang="en-PH" sz="950" dirty="0"/>
                <a:t>Slacks, capri, jeans (not tattered)</a:t>
              </a:r>
            </a:p>
            <a:p>
              <a:pPr marL="285750" indent="-285750">
                <a:buFontTx/>
                <a:buChar char="-"/>
              </a:pPr>
              <a:r>
                <a:rPr lang="en-PH" sz="950" dirty="0"/>
                <a:t>Leggings but paired with long top</a:t>
              </a:r>
            </a:p>
            <a:p>
              <a:pPr marL="285750" indent="-285750">
                <a:buFontTx/>
                <a:buChar char="-"/>
              </a:pPr>
              <a:r>
                <a:rPr lang="en-PH" sz="950" dirty="0"/>
                <a:t>Skirts/Dresses at which you can sit comfortably</a:t>
              </a:r>
            </a:p>
            <a:p>
              <a:endParaRPr lang="en-PH" sz="500" dirty="0"/>
            </a:p>
            <a:p>
              <a:r>
                <a:rPr lang="en-PH" sz="950" b="1" dirty="0"/>
                <a:t>FOOTWEAR</a:t>
              </a:r>
            </a:p>
            <a:p>
              <a:pPr marL="171450" indent="-171450">
                <a:buFontTx/>
                <a:buChar char="-"/>
              </a:pPr>
              <a:r>
                <a:rPr lang="en-PH" sz="950" dirty="0"/>
                <a:t>sandals, closed shoes</a:t>
              </a:r>
            </a:p>
          </p:txBody>
        </p:sp>
        <p:sp>
          <p:nvSpPr>
            <p:cNvPr id="11" name="TextBox 10">
              <a:extLst>
                <a:ext uri="{FF2B5EF4-FFF2-40B4-BE49-F238E27FC236}">
                  <a16:creationId xmlns:a16="http://schemas.microsoft.com/office/drawing/2014/main" id="{5BCB6277-72A8-46FC-B70B-E6D6E3C433DD}"/>
                </a:ext>
              </a:extLst>
            </p:cNvPr>
            <p:cNvSpPr txBox="1"/>
            <p:nvPr/>
          </p:nvSpPr>
          <p:spPr>
            <a:xfrm>
              <a:off x="10247327" y="1098762"/>
              <a:ext cx="1655545" cy="2439129"/>
            </a:xfrm>
            <a:prstGeom prst="rect">
              <a:avLst/>
            </a:prstGeom>
            <a:solidFill>
              <a:schemeClr val="bg1">
                <a:lumMod val="85000"/>
              </a:schemeClr>
            </a:solidFill>
          </p:spPr>
          <p:txBody>
            <a:bodyPr wrap="square" rtlCol="0">
              <a:spAutoFit/>
            </a:bodyPr>
            <a:lstStyle/>
            <a:p>
              <a:r>
                <a:rPr lang="en-PH" sz="950" b="1" dirty="0"/>
                <a:t>TOP</a:t>
              </a:r>
            </a:p>
            <a:p>
              <a:pPr marL="171450" indent="-171450">
                <a:buFontTx/>
                <a:buChar char="-"/>
              </a:pPr>
              <a:r>
                <a:rPr lang="en-PH" sz="950" dirty="0"/>
                <a:t>Tube, spaghetti and halter tops unless paired with cardigans</a:t>
              </a:r>
            </a:p>
            <a:p>
              <a:pPr marL="171450" indent="-171450">
                <a:buFontTx/>
                <a:buChar char="-"/>
              </a:pPr>
              <a:r>
                <a:rPr lang="en-PH" sz="950" dirty="0"/>
                <a:t>Tops that reveal too much skin, see through without inner lining</a:t>
              </a:r>
            </a:p>
            <a:p>
              <a:endParaRPr lang="en-PH" sz="500" dirty="0"/>
            </a:p>
            <a:p>
              <a:r>
                <a:rPr lang="en-PH" sz="950" b="1" dirty="0"/>
                <a:t>BOTTOM</a:t>
              </a:r>
            </a:p>
            <a:p>
              <a:pPr marL="285750" indent="-285750">
                <a:buFontTx/>
                <a:buChar char="-"/>
              </a:pPr>
              <a:r>
                <a:rPr lang="en-PH" sz="950" dirty="0"/>
                <a:t>Too short and very tight skirts/dresses that ride halfway up the thigh</a:t>
              </a:r>
            </a:p>
            <a:p>
              <a:endParaRPr lang="en-PH" sz="500" dirty="0"/>
            </a:p>
            <a:p>
              <a:r>
                <a:rPr lang="en-PH" sz="950" b="1" dirty="0"/>
                <a:t>FOOTWEAR</a:t>
              </a:r>
            </a:p>
            <a:p>
              <a:pPr marL="171450" indent="-171450">
                <a:buFontTx/>
                <a:buChar char="-"/>
              </a:pPr>
              <a:r>
                <a:rPr lang="en-PH" sz="950" dirty="0"/>
                <a:t>All kinds of slippers</a:t>
              </a:r>
            </a:p>
            <a:p>
              <a:pPr marL="171450" indent="-171450">
                <a:buFontTx/>
                <a:buChar char="-"/>
              </a:pPr>
              <a:endParaRPr lang="en-PH" sz="950" dirty="0"/>
            </a:p>
          </p:txBody>
        </p:sp>
        <p:cxnSp>
          <p:nvCxnSpPr>
            <p:cNvPr id="13" name="Straight Connector 12">
              <a:extLst>
                <a:ext uri="{FF2B5EF4-FFF2-40B4-BE49-F238E27FC236}">
                  <a16:creationId xmlns:a16="http://schemas.microsoft.com/office/drawing/2014/main" id="{27BC86B0-F6D4-4B9B-BE0F-A7E072E444CF}"/>
                </a:ext>
              </a:extLst>
            </p:cNvPr>
            <p:cNvCxnSpPr/>
            <p:nvPr/>
          </p:nvCxnSpPr>
          <p:spPr>
            <a:xfrm>
              <a:off x="7575082" y="3530197"/>
              <a:ext cx="4427621" cy="0"/>
            </a:xfrm>
            <a:prstGeom prst="line">
              <a:avLst/>
            </a:prstGeom>
            <a:ln w="57150">
              <a:solidFill>
                <a:srgbClr val="36365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E18A86A-EDA4-4C59-9C26-41A2839E5B32}"/>
                </a:ext>
              </a:extLst>
            </p:cNvPr>
            <p:cNvSpPr txBox="1"/>
            <p:nvPr/>
          </p:nvSpPr>
          <p:spPr>
            <a:xfrm>
              <a:off x="7849402" y="4504100"/>
              <a:ext cx="1395663" cy="2362185"/>
            </a:xfrm>
            <a:prstGeom prst="rect">
              <a:avLst/>
            </a:prstGeom>
            <a:solidFill>
              <a:schemeClr val="bg1">
                <a:lumMod val="85000"/>
              </a:schemeClr>
            </a:solidFill>
          </p:spPr>
          <p:txBody>
            <a:bodyPr wrap="square" rtlCol="0">
              <a:spAutoFit/>
            </a:bodyPr>
            <a:lstStyle/>
            <a:p>
              <a:endParaRPr lang="en-PH" sz="500" b="1" dirty="0"/>
            </a:p>
            <a:p>
              <a:r>
                <a:rPr lang="en-PH" sz="950" b="1" dirty="0"/>
                <a:t>TOP</a:t>
              </a:r>
            </a:p>
            <a:p>
              <a:pPr marL="171450" indent="-171450">
                <a:buFontTx/>
                <a:buChar char="-"/>
              </a:pPr>
              <a:r>
                <a:rPr lang="en-PH" sz="950" dirty="0"/>
                <a:t>Polo shirts </a:t>
              </a:r>
            </a:p>
            <a:p>
              <a:pPr marL="171450" indent="-171450">
                <a:buFontTx/>
                <a:buChar char="-"/>
              </a:pPr>
              <a:r>
                <a:rPr lang="en-PH" sz="950" dirty="0"/>
                <a:t>T-shirts</a:t>
              </a:r>
            </a:p>
            <a:p>
              <a:pPr marL="171450" indent="-171450">
                <a:buFontTx/>
                <a:buChar char="-"/>
              </a:pPr>
              <a:r>
                <a:rPr lang="en-PH" sz="950" dirty="0"/>
                <a:t>Long sleeves</a:t>
              </a:r>
            </a:p>
            <a:p>
              <a:endParaRPr lang="en-PH" sz="950" dirty="0"/>
            </a:p>
            <a:p>
              <a:r>
                <a:rPr lang="en-PH" sz="950" b="1" dirty="0"/>
                <a:t>BOTTOM</a:t>
              </a:r>
            </a:p>
            <a:p>
              <a:pPr marL="285750" indent="-285750">
                <a:buFontTx/>
                <a:buChar char="-"/>
              </a:pPr>
              <a:r>
                <a:rPr lang="en-PH" sz="950" dirty="0"/>
                <a:t>Slacks/pants,</a:t>
              </a:r>
            </a:p>
            <a:p>
              <a:pPr marL="285750" indent="-285750">
                <a:buFontTx/>
                <a:buChar char="-"/>
              </a:pPr>
              <a:r>
                <a:rPr lang="en-PH" sz="950" dirty="0"/>
                <a:t>Jeans (not tattered)</a:t>
              </a:r>
            </a:p>
            <a:p>
              <a:endParaRPr lang="en-PH" sz="950" dirty="0"/>
            </a:p>
            <a:p>
              <a:r>
                <a:rPr lang="en-PH" sz="950" b="1" dirty="0"/>
                <a:t>FOOTWEAR</a:t>
              </a:r>
            </a:p>
            <a:p>
              <a:pPr marL="171450" indent="-171450">
                <a:buFontTx/>
                <a:buChar char="-"/>
              </a:pPr>
              <a:r>
                <a:rPr lang="en-PH" sz="950" dirty="0"/>
                <a:t>Closed footwear</a:t>
              </a:r>
            </a:p>
            <a:p>
              <a:pPr marL="171450" indent="-171450">
                <a:buFontTx/>
                <a:buChar char="-"/>
              </a:pPr>
              <a:r>
                <a:rPr lang="en-PH" sz="950" dirty="0"/>
                <a:t>Athletic/rubber/ leather shoes</a:t>
              </a:r>
            </a:p>
            <a:p>
              <a:endParaRPr lang="en-PH" sz="950" dirty="0"/>
            </a:p>
          </p:txBody>
        </p:sp>
        <p:sp>
          <p:nvSpPr>
            <p:cNvPr id="15" name="TextBox 14">
              <a:extLst>
                <a:ext uri="{FF2B5EF4-FFF2-40B4-BE49-F238E27FC236}">
                  <a16:creationId xmlns:a16="http://schemas.microsoft.com/office/drawing/2014/main" id="{E0A2F3CE-97F3-4E42-ACB3-3FA78F13BCCE}"/>
                </a:ext>
              </a:extLst>
            </p:cNvPr>
            <p:cNvSpPr txBox="1"/>
            <p:nvPr/>
          </p:nvSpPr>
          <p:spPr>
            <a:xfrm>
              <a:off x="10377267" y="4504128"/>
              <a:ext cx="1395663" cy="2362185"/>
            </a:xfrm>
            <a:prstGeom prst="rect">
              <a:avLst/>
            </a:prstGeom>
            <a:solidFill>
              <a:schemeClr val="bg1">
                <a:lumMod val="85000"/>
              </a:schemeClr>
            </a:solidFill>
          </p:spPr>
          <p:txBody>
            <a:bodyPr wrap="square" rtlCol="0">
              <a:spAutoFit/>
            </a:bodyPr>
            <a:lstStyle/>
            <a:p>
              <a:endParaRPr lang="en-PH" sz="500" b="1" dirty="0"/>
            </a:p>
            <a:p>
              <a:r>
                <a:rPr lang="en-PH" sz="950" b="1" dirty="0"/>
                <a:t>TOP</a:t>
              </a:r>
            </a:p>
            <a:p>
              <a:pPr marL="171450" indent="-171450">
                <a:buFontTx/>
                <a:buChar char="-"/>
              </a:pPr>
              <a:r>
                <a:rPr lang="en-PH" sz="950" dirty="0"/>
                <a:t>Sleeveless</a:t>
              </a:r>
            </a:p>
            <a:p>
              <a:pPr marL="171450" indent="-171450">
                <a:buFontTx/>
                <a:buChar char="-"/>
              </a:pPr>
              <a:r>
                <a:rPr lang="en-PH" sz="950" dirty="0"/>
                <a:t>Muscle shirts</a:t>
              </a:r>
            </a:p>
            <a:p>
              <a:endParaRPr lang="en-PH" sz="950" dirty="0"/>
            </a:p>
            <a:p>
              <a:r>
                <a:rPr lang="en-PH" sz="950" b="1" dirty="0"/>
                <a:t>BOTTOM</a:t>
              </a:r>
            </a:p>
            <a:p>
              <a:pPr marL="285750" indent="-285750">
                <a:buFontTx/>
                <a:buChar char="-"/>
              </a:pPr>
              <a:r>
                <a:rPr lang="en-PH" sz="950" dirty="0"/>
                <a:t>Tattered jeans</a:t>
              </a:r>
            </a:p>
            <a:p>
              <a:pPr marL="285750" indent="-285750">
                <a:buFontTx/>
                <a:buChar char="-"/>
              </a:pPr>
              <a:r>
                <a:rPr lang="en-PH" sz="950" dirty="0"/>
                <a:t>Shorts</a:t>
              </a:r>
            </a:p>
            <a:p>
              <a:endParaRPr lang="en-PH" sz="950" dirty="0"/>
            </a:p>
            <a:p>
              <a:r>
                <a:rPr lang="en-PH" sz="950" b="1" dirty="0"/>
                <a:t>FOOTWEAR</a:t>
              </a:r>
            </a:p>
            <a:p>
              <a:pPr marL="171450" indent="-171450">
                <a:buFontTx/>
                <a:buChar char="-"/>
              </a:pPr>
              <a:r>
                <a:rPr lang="en-PH" sz="950" dirty="0"/>
                <a:t>All kinds of slippers includer rubber or even leather made slippers</a:t>
              </a:r>
            </a:p>
            <a:p>
              <a:pPr marL="171450" indent="-171450">
                <a:buFontTx/>
                <a:buChar char="-"/>
              </a:pPr>
              <a:endParaRPr lang="en-PH" sz="950" dirty="0"/>
            </a:p>
            <a:p>
              <a:pPr marL="171450" indent="-171450">
                <a:buFontTx/>
                <a:buChar char="-"/>
              </a:pPr>
              <a:endParaRPr lang="en-PH" sz="950" dirty="0"/>
            </a:p>
          </p:txBody>
        </p:sp>
      </p:grpSp>
    </p:spTree>
    <p:extLst>
      <p:ext uri="{BB962C8B-B14F-4D97-AF65-F5344CB8AC3E}">
        <p14:creationId xmlns:p14="http://schemas.microsoft.com/office/powerpoint/2010/main" val="3976144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0C2E7A2-F0A8-4C04-8492-80FECC2AA7F1}"/>
              </a:ext>
            </a:extLst>
          </p:cNvPr>
          <p:cNvSpPr>
            <a:spLocks noGrp="1"/>
          </p:cNvSpPr>
          <p:nvPr>
            <p:ph type="body" sz="quarter" idx="11"/>
          </p:nvPr>
        </p:nvSpPr>
        <p:spPr/>
        <p:txBody>
          <a:bodyPr/>
          <a:lstStyle/>
          <a:p>
            <a:endParaRPr lang="en-PH"/>
          </a:p>
        </p:txBody>
      </p:sp>
      <p:pic>
        <p:nvPicPr>
          <p:cNvPr id="6" name="Picture 5">
            <a:extLst>
              <a:ext uri="{FF2B5EF4-FFF2-40B4-BE49-F238E27FC236}">
                <a16:creationId xmlns:a16="http://schemas.microsoft.com/office/drawing/2014/main" id="{6EA548D2-A261-48CB-B6AD-E37E6F4CA21E}"/>
              </a:ext>
            </a:extLst>
          </p:cNvPr>
          <p:cNvPicPr>
            <a:picLocks noChangeAspect="1"/>
          </p:cNvPicPr>
          <p:nvPr/>
        </p:nvPicPr>
        <p:blipFill>
          <a:blip r:embed="rId3"/>
          <a:stretch>
            <a:fillRect/>
          </a:stretch>
        </p:blipFill>
        <p:spPr>
          <a:xfrm>
            <a:off x="104775" y="66675"/>
            <a:ext cx="11982450" cy="6724650"/>
          </a:xfrm>
          <a:prstGeom prst="rect">
            <a:avLst/>
          </a:prstGeom>
        </p:spPr>
      </p:pic>
    </p:spTree>
    <p:extLst>
      <p:ext uri="{BB962C8B-B14F-4D97-AF65-F5344CB8AC3E}">
        <p14:creationId xmlns:p14="http://schemas.microsoft.com/office/powerpoint/2010/main" val="830283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DISCIPLINE MANAGEMENT</a:t>
            </a:r>
          </a:p>
        </p:txBody>
      </p:sp>
      <p:sp>
        <p:nvSpPr>
          <p:cNvPr id="2" name="TextBox 1">
            <a:extLst>
              <a:ext uri="{FF2B5EF4-FFF2-40B4-BE49-F238E27FC236}">
                <a16:creationId xmlns:a16="http://schemas.microsoft.com/office/drawing/2014/main" id="{C26D6001-DBAF-446E-8A16-C20D7F6B8925}"/>
              </a:ext>
            </a:extLst>
          </p:cNvPr>
          <p:cNvSpPr txBox="1"/>
          <p:nvPr/>
        </p:nvSpPr>
        <p:spPr>
          <a:xfrm>
            <a:off x="714116" y="4752021"/>
            <a:ext cx="11049516"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It is a process for dealing with job-related behavior that does not meet expected and communicated performance standards. </a:t>
            </a:r>
          </a:p>
          <a:p>
            <a:endParaRPr lang="en-US" sz="2400" dirty="0"/>
          </a:p>
          <a:p>
            <a:pPr marL="342900" indent="-342900">
              <a:buFont typeface="Arial" panose="020B0604020202020204" pitchFamily="34" charset="0"/>
              <a:buChar char="•"/>
            </a:pPr>
            <a:r>
              <a:rPr lang="en-US" sz="2400" dirty="0"/>
              <a:t>The purpose herewith is to assist the employee to understand that a performance problem or opportunity for improvement exists.</a:t>
            </a:r>
          </a:p>
          <a:p>
            <a:pPr marL="342900" indent="-342900">
              <a:buFont typeface="Arial" panose="020B0604020202020204" pitchFamily="34" charset="0"/>
              <a:buChar char="•"/>
            </a:pPr>
            <a:endParaRPr lang="en-US" sz="2400" i="1" dirty="0"/>
          </a:p>
        </p:txBody>
      </p:sp>
      <p:pic>
        <p:nvPicPr>
          <p:cNvPr id="4" name="Picture 3">
            <a:extLst>
              <a:ext uri="{FF2B5EF4-FFF2-40B4-BE49-F238E27FC236}">
                <a16:creationId xmlns:a16="http://schemas.microsoft.com/office/drawing/2014/main" id="{23D2D2CE-52E8-4949-A199-A94DABABA9BF}"/>
              </a:ext>
            </a:extLst>
          </p:cNvPr>
          <p:cNvPicPr>
            <a:picLocks noChangeAspect="1"/>
          </p:cNvPicPr>
          <p:nvPr/>
        </p:nvPicPr>
        <p:blipFill>
          <a:blip r:embed="rId3"/>
          <a:stretch>
            <a:fillRect/>
          </a:stretch>
        </p:blipFill>
        <p:spPr>
          <a:xfrm>
            <a:off x="2479556" y="968325"/>
            <a:ext cx="7232885" cy="36255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44717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DUE PROCESS &amp; TWIN NOTICE RULE</a:t>
            </a:r>
          </a:p>
        </p:txBody>
      </p:sp>
      <p:pic>
        <p:nvPicPr>
          <p:cNvPr id="7" name="Picture 6">
            <a:extLst>
              <a:ext uri="{FF2B5EF4-FFF2-40B4-BE49-F238E27FC236}">
                <a16:creationId xmlns:a16="http://schemas.microsoft.com/office/drawing/2014/main" id="{ABCFAB44-8FA3-46AD-85AB-B4BEDB1F0478}"/>
              </a:ext>
            </a:extLst>
          </p:cNvPr>
          <p:cNvPicPr/>
          <p:nvPr/>
        </p:nvPicPr>
        <p:blipFill rotWithShape="1">
          <a:blip r:embed="rId3" cstate="print">
            <a:extLst>
              <a:ext uri="{28A0092B-C50C-407E-A947-70E740481C1C}">
                <a14:useLocalDpi xmlns:a14="http://schemas.microsoft.com/office/drawing/2010/main" val="0"/>
              </a:ext>
            </a:extLst>
          </a:blip>
          <a:srcRect l="3898" t="3038" r="672" b="4699"/>
          <a:stretch/>
        </p:blipFill>
        <p:spPr bwMode="auto">
          <a:xfrm>
            <a:off x="1571882" y="2690663"/>
            <a:ext cx="8821587" cy="3830886"/>
          </a:xfrm>
          <a:prstGeom prst="rect">
            <a:avLst/>
          </a:prstGeom>
          <a:ln>
            <a:noFill/>
          </a:ln>
          <a:effectLst>
            <a:glow>
              <a:schemeClr val="bg2">
                <a:alpha val="40000"/>
              </a:schemeClr>
            </a:glow>
            <a:outerShdw blurRad="292100" dist="139700" dir="2700000" algn="tl" rotWithShape="0">
              <a:srgbClr val="333333">
                <a:alpha val="65000"/>
              </a:srgbClr>
            </a:outerShdw>
            <a:softEdge rad="63500"/>
          </a:effectLst>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76FFFBA1-8774-4232-9585-AE34E16CC456}"/>
              </a:ext>
            </a:extLst>
          </p:cNvPr>
          <p:cNvSpPr txBox="1"/>
          <p:nvPr/>
        </p:nvSpPr>
        <p:spPr>
          <a:xfrm>
            <a:off x="797009" y="955094"/>
            <a:ext cx="10597981" cy="2339102"/>
          </a:xfrm>
          <a:prstGeom prst="rect">
            <a:avLst/>
          </a:prstGeom>
          <a:noFill/>
        </p:spPr>
        <p:txBody>
          <a:bodyPr wrap="square" rtlCol="0">
            <a:spAutoFit/>
          </a:bodyPr>
          <a:lstStyle/>
          <a:p>
            <a:r>
              <a:rPr lang="en-US" sz="2400" dirty="0"/>
              <a:t>Due process is the legal requirement that the state must respect all legal rights that are owed to a person. Due process balances the power of law of the land and protects the individual person from it. </a:t>
            </a:r>
          </a:p>
          <a:p>
            <a:endParaRPr lang="en-US" sz="1000" dirty="0"/>
          </a:p>
          <a:p>
            <a:pPr algn="ctr"/>
            <a:r>
              <a:rPr lang="en-US" sz="2400" b="1" dirty="0">
                <a:solidFill>
                  <a:srgbClr val="C00000"/>
                </a:solidFill>
              </a:rPr>
              <a:t>Need to satisfy the TWIN NOTICE RULE</a:t>
            </a:r>
          </a:p>
          <a:p>
            <a:endParaRPr lang="en-US" sz="2000" dirty="0">
              <a:solidFill>
                <a:srgbClr val="0070C0"/>
              </a:solidFill>
            </a:endParaRPr>
          </a:p>
          <a:p>
            <a:endParaRPr lang="en-US" sz="2000" dirty="0">
              <a:solidFill>
                <a:srgbClr val="0070C0"/>
              </a:solidFill>
            </a:endParaRPr>
          </a:p>
        </p:txBody>
      </p:sp>
    </p:spTree>
    <p:extLst>
      <p:ext uri="{BB962C8B-B14F-4D97-AF65-F5344CB8AC3E}">
        <p14:creationId xmlns:p14="http://schemas.microsoft.com/office/powerpoint/2010/main" val="3323215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PROGRESSIVE DISCIPLINE</a:t>
            </a:r>
          </a:p>
        </p:txBody>
      </p:sp>
      <p:sp>
        <p:nvSpPr>
          <p:cNvPr id="2" name="TextBox 1">
            <a:extLst>
              <a:ext uri="{FF2B5EF4-FFF2-40B4-BE49-F238E27FC236}">
                <a16:creationId xmlns:a16="http://schemas.microsoft.com/office/drawing/2014/main" id="{7422BF0B-26ED-48EE-AC1C-32A0293B6B76}"/>
              </a:ext>
            </a:extLst>
          </p:cNvPr>
          <p:cNvSpPr txBox="1"/>
          <p:nvPr/>
        </p:nvSpPr>
        <p:spPr>
          <a:xfrm>
            <a:off x="683685" y="1046534"/>
            <a:ext cx="10597981" cy="5509200"/>
          </a:xfrm>
          <a:prstGeom prst="rect">
            <a:avLst/>
          </a:prstGeom>
          <a:noFill/>
        </p:spPr>
        <p:txBody>
          <a:bodyPr wrap="square" rtlCol="0">
            <a:spAutoFit/>
          </a:bodyPr>
          <a:lstStyle/>
          <a:p>
            <a:r>
              <a:rPr lang="en-US" sz="2400" dirty="0"/>
              <a:t>Disciplinary action is imposed in progressively increasing weight, after the employee has been given the opportunity to be heard or after due process.</a:t>
            </a:r>
          </a:p>
          <a:p>
            <a:endParaRPr lang="en-US" sz="2400" dirty="0">
              <a:solidFill>
                <a:srgbClr val="0070C0"/>
              </a:solidFill>
            </a:endParaRPr>
          </a:p>
          <a:p>
            <a:r>
              <a:rPr lang="en-US" sz="2400" b="1" dirty="0">
                <a:solidFill>
                  <a:srgbClr val="034EA2"/>
                </a:solidFill>
              </a:rPr>
              <a:t>Types of Disciplinary Action:</a:t>
            </a:r>
          </a:p>
          <a:p>
            <a:endParaRPr lang="en-US" sz="2400" b="1" dirty="0">
              <a:solidFill>
                <a:srgbClr val="C00000"/>
              </a:solidFill>
            </a:endParaRPr>
          </a:p>
          <a:p>
            <a:pPr marL="457200" indent="-457200">
              <a:buAutoNum type="arabicPeriod"/>
            </a:pPr>
            <a:r>
              <a:rPr lang="en-US" sz="2400" b="1" dirty="0">
                <a:solidFill>
                  <a:srgbClr val="C00000"/>
                </a:solidFill>
              </a:rPr>
              <a:t>Written Warning</a:t>
            </a:r>
          </a:p>
          <a:p>
            <a:pPr marL="914400" lvl="1" indent="-457200">
              <a:buFont typeface="Arial" panose="020B0604020202020204" pitchFamily="34" charset="0"/>
              <a:buChar char="•"/>
            </a:pPr>
            <a:r>
              <a:rPr lang="en-US" sz="2200" dirty="0"/>
              <a:t>First written warning</a:t>
            </a:r>
          </a:p>
          <a:p>
            <a:pPr marL="914400" lvl="1" indent="-457200">
              <a:buFont typeface="Arial" panose="020B0604020202020204" pitchFamily="34" charset="0"/>
              <a:buChar char="•"/>
            </a:pPr>
            <a:r>
              <a:rPr lang="en-US" sz="2200" dirty="0"/>
              <a:t>Final written warning</a:t>
            </a:r>
          </a:p>
          <a:p>
            <a:pPr lvl="1"/>
            <a:endParaRPr lang="en-US" sz="2400" dirty="0"/>
          </a:p>
          <a:p>
            <a:r>
              <a:rPr lang="en-US" sz="2400" b="1" dirty="0">
                <a:solidFill>
                  <a:srgbClr val="C00000"/>
                </a:solidFill>
              </a:rPr>
              <a:t>2. Suspension</a:t>
            </a:r>
          </a:p>
          <a:p>
            <a:pPr marL="800100" lvl="1" indent="-342900">
              <a:buFont typeface="Arial" panose="020B0604020202020204" pitchFamily="34" charset="0"/>
              <a:buChar char="•"/>
            </a:pPr>
            <a:r>
              <a:rPr lang="en-US" sz="2200" dirty="0"/>
              <a:t>May vary in duration </a:t>
            </a:r>
          </a:p>
          <a:p>
            <a:pPr lvl="1"/>
            <a:r>
              <a:rPr lang="en-US" sz="2200" dirty="0"/>
              <a:t>depending on the nature of case</a:t>
            </a:r>
          </a:p>
          <a:p>
            <a:pPr lvl="1"/>
            <a:endParaRPr lang="en-US" sz="2400" dirty="0"/>
          </a:p>
          <a:p>
            <a:r>
              <a:rPr lang="en-US" sz="2400" b="1" dirty="0">
                <a:solidFill>
                  <a:srgbClr val="C00000"/>
                </a:solidFill>
              </a:rPr>
              <a:t>3. Dismissal</a:t>
            </a:r>
          </a:p>
          <a:p>
            <a:endParaRPr lang="en-US" sz="2400" dirty="0"/>
          </a:p>
        </p:txBody>
      </p:sp>
      <p:pic>
        <p:nvPicPr>
          <p:cNvPr id="6" name="Picture 5">
            <a:extLst>
              <a:ext uri="{FF2B5EF4-FFF2-40B4-BE49-F238E27FC236}">
                <a16:creationId xmlns:a16="http://schemas.microsoft.com/office/drawing/2014/main" id="{735BA789-CE26-4474-AE5C-88A298091977}"/>
              </a:ext>
            </a:extLst>
          </p:cNvPr>
          <p:cNvPicPr>
            <a:picLocks noChangeAspect="1"/>
          </p:cNvPicPr>
          <p:nvPr/>
        </p:nvPicPr>
        <p:blipFill rotWithShape="1">
          <a:blip r:embed="rId3"/>
          <a:srcRect l="3246"/>
          <a:stretch/>
        </p:blipFill>
        <p:spPr>
          <a:xfrm>
            <a:off x="6096000" y="2259523"/>
            <a:ext cx="5577072" cy="4262026"/>
          </a:xfrm>
          <a:prstGeom prst="rect">
            <a:avLst/>
          </a:prstGeom>
          <a:ln>
            <a:noFill/>
          </a:ln>
          <a:effectLst>
            <a:outerShdw blurRad="292100" dist="139700" dir="2700000" algn="tl" rotWithShape="0">
              <a:srgbClr val="333333">
                <a:alpha val="65000"/>
              </a:srgbClr>
            </a:outerShdw>
            <a:softEdge rad="63500"/>
          </a:effectLst>
        </p:spPr>
      </p:pic>
    </p:spTree>
    <p:extLst>
      <p:ext uri="{BB962C8B-B14F-4D97-AF65-F5344CB8AC3E}">
        <p14:creationId xmlns:p14="http://schemas.microsoft.com/office/powerpoint/2010/main" val="3679599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PRESCRIPTIVE PERIOD</a:t>
            </a:r>
          </a:p>
        </p:txBody>
      </p:sp>
      <p:sp>
        <p:nvSpPr>
          <p:cNvPr id="2" name="TextBox 1">
            <a:extLst>
              <a:ext uri="{FF2B5EF4-FFF2-40B4-BE49-F238E27FC236}">
                <a16:creationId xmlns:a16="http://schemas.microsoft.com/office/drawing/2014/main" id="{57CCBF84-F0A8-4C62-BA43-1C8D28806BE7}"/>
              </a:ext>
            </a:extLst>
          </p:cNvPr>
          <p:cNvSpPr txBox="1"/>
          <p:nvPr/>
        </p:nvSpPr>
        <p:spPr>
          <a:xfrm>
            <a:off x="860035" y="1075038"/>
            <a:ext cx="10471930" cy="4801314"/>
          </a:xfrm>
          <a:prstGeom prst="rect">
            <a:avLst/>
          </a:prstGeom>
          <a:noFill/>
        </p:spPr>
        <p:txBody>
          <a:bodyPr wrap="square" rtlCol="0">
            <a:spAutoFit/>
          </a:bodyPr>
          <a:lstStyle/>
          <a:p>
            <a:r>
              <a:rPr lang="en-US" sz="2400" dirty="0"/>
              <a:t>This pertains to the time where disciplinary actions shall have been written off or  lapsed and repeated violation of the same offense after this period shall be treated as first violation.</a:t>
            </a:r>
          </a:p>
          <a:p>
            <a:endParaRPr lang="en-US" sz="2400" dirty="0"/>
          </a:p>
          <a:p>
            <a:endParaRPr lang="en-US" sz="2400" dirty="0"/>
          </a:p>
          <a:p>
            <a:r>
              <a:rPr lang="en-US" sz="2400" b="1" dirty="0">
                <a:solidFill>
                  <a:srgbClr val="C00000"/>
                </a:solidFill>
              </a:rPr>
              <a:t>Six (6) months</a:t>
            </a:r>
          </a:p>
          <a:p>
            <a:pPr marL="800100" lvl="1" indent="-342900">
              <a:buFont typeface="Arial" panose="020B0604020202020204" pitchFamily="34" charset="0"/>
              <a:buChar char="•"/>
            </a:pPr>
            <a:r>
              <a:rPr lang="en-US" sz="2200" dirty="0"/>
              <a:t>first written warning</a:t>
            </a:r>
          </a:p>
          <a:p>
            <a:pPr marL="800100" lvl="1" indent="-342900">
              <a:buFont typeface="Arial" panose="020B0604020202020204" pitchFamily="34" charset="0"/>
              <a:buChar char="•"/>
            </a:pPr>
            <a:r>
              <a:rPr lang="en-US" sz="2200" dirty="0"/>
              <a:t>final written warning</a:t>
            </a:r>
          </a:p>
          <a:p>
            <a:endParaRPr lang="en-US" sz="2400" dirty="0"/>
          </a:p>
          <a:p>
            <a:r>
              <a:rPr lang="en-US" sz="2400" b="1" dirty="0">
                <a:solidFill>
                  <a:srgbClr val="C00000"/>
                </a:solidFill>
              </a:rPr>
              <a:t>One (1) year</a:t>
            </a:r>
          </a:p>
          <a:p>
            <a:pPr marL="800100" lvl="1" indent="-342900">
              <a:buFont typeface="Arial" panose="020B0604020202020204" pitchFamily="34" charset="0"/>
              <a:buChar char="•"/>
            </a:pPr>
            <a:r>
              <a:rPr lang="en-US" sz="2200" dirty="0"/>
              <a:t>for suspension cases</a:t>
            </a:r>
          </a:p>
          <a:p>
            <a:endParaRPr lang="en-US" sz="2400" dirty="0"/>
          </a:p>
          <a:p>
            <a:endParaRPr lang="en-US" sz="2400" dirty="0"/>
          </a:p>
        </p:txBody>
      </p:sp>
      <p:pic>
        <p:nvPicPr>
          <p:cNvPr id="4" name="Picture 3">
            <a:extLst>
              <a:ext uri="{FF2B5EF4-FFF2-40B4-BE49-F238E27FC236}">
                <a16:creationId xmlns:a16="http://schemas.microsoft.com/office/drawing/2014/main" id="{E2D1D8AE-D344-49BA-8FC1-8013827710C8}"/>
              </a:ext>
            </a:extLst>
          </p:cNvPr>
          <p:cNvPicPr>
            <a:picLocks noChangeAspect="1"/>
          </p:cNvPicPr>
          <p:nvPr/>
        </p:nvPicPr>
        <p:blipFill>
          <a:blip r:embed="rId3"/>
          <a:stretch>
            <a:fillRect/>
          </a:stretch>
        </p:blipFill>
        <p:spPr>
          <a:xfrm>
            <a:off x="6096000" y="2481649"/>
            <a:ext cx="4809997" cy="3449186"/>
          </a:xfrm>
          <a:prstGeom prst="rect">
            <a:avLst/>
          </a:prstGeom>
          <a:ln>
            <a:noFill/>
          </a:ln>
          <a:effectLst>
            <a:outerShdw blurRad="292100" dist="139700" dir="2700000" algn="tl" rotWithShape="0">
              <a:srgbClr val="333333">
                <a:alpha val="65000"/>
              </a:srgbClr>
            </a:outerShdw>
            <a:softEdge rad="63500"/>
          </a:effectLst>
        </p:spPr>
      </p:pic>
    </p:spTree>
    <p:extLst>
      <p:ext uri="{BB962C8B-B14F-4D97-AF65-F5344CB8AC3E}">
        <p14:creationId xmlns:p14="http://schemas.microsoft.com/office/powerpoint/2010/main" val="111235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AGGRAVATING VS MITIGATING FACTORS</a:t>
            </a:r>
          </a:p>
        </p:txBody>
      </p:sp>
      <p:graphicFrame>
        <p:nvGraphicFramePr>
          <p:cNvPr id="9" name="Diagram 8">
            <a:extLst>
              <a:ext uri="{FF2B5EF4-FFF2-40B4-BE49-F238E27FC236}">
                <a16:creationId xmlns:a16="http://schemas.microsoft.com/office/drawing/2014/main" id="{5184CD8E-B922-48CE-B3A6-0C29C419CB07}"/>
              </a:ext>
            </a:extLst>
          </p:cNvPr>
          <p:cNvGraphicFramePr/>
          <p:nvPr/>
        </p:nvGraphicFramePr>
        <p:xfrm>
          <a:off x="1685158" y="991669"/>
          <a:ext cx="8128000" cy="56439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1085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DISCIPLINARY MANAGEMENT PROCESS</a:t>
            </a:r>
          </a:p>
        </p:txBody>
      </p:sp>
      <p:pic>
        <p:nvPicPr>
          <p:cNvPr id="6" name="Picture 5">
            <a:extLst>
              <a:ext uri="{FF2B5EF4-FFF2-40B4-BE49-F238E27FC236}">
                <a16:creationId xmlns:a16="http://schemas.microsoft.com/office/drawing/2014/main" id="{32C11C2B-43FD-4020-8C41-C65B635872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3" y="1015732"/>
            <a:ext cx="10651434" cy="5172798"/>
          </a:xfrm>
          <a:prstGeom prst="rect">
            <a:avLst/>
          </a:prstGeom>
          <a:effectLst>
            <a:softEdge rad="63500"/>
          </a:effectLst>
        </p:spPr>
      </p:pic>
    </p:spTree>
    <p:extLst>
      <p:ext uri="{BB962C8B-B14F-4D97-AF65-F5344CB8AC3E}">
        <p14:creationId xmlns:p14="http://schemas.microsoft.com/office/powerpoint/2010/main" val="4084190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B3C5F28-808D-4446-8C60-EC41CD937103}"/>
              </a:ext>
            </a:extLst>
          </p:cNvPr>
          <p:cNvSpPr txBox="1"/>
          <p:nvPr/>
        </p:nvSpPr>
        <p:spPr>
          <a:xfrm>
            <a:off x="1195242" y="3069405"/>
            <a:ext cx="9970829" cy="3046988"/>
          </a:xfrm>
          <a:prstGeom prst="rect">
            <a:avLst/>
          </a:prstGeom>
          <a:noFill/>
        </p:spPr>
        <p:txBody>
          <a:bodyPr wrap="square" rtlCol="0">
            <a:spAutoFit/>
          </a:bodyPr>
          <a:lstStyle/>
          <a:p>
            <a:r>
              <a:rPr lang="en-US" sz="2400" dirty="0"/>
              <a:t>The key to </a:t>
            </a:r>
            <a:r>
              <a:rPr lang="en-US" sz="2400" b="1" dirty="0">
                <a:solidFill>
                  <a:srgbClr val="C00000"/>
                </a:solidFill>
              </a:rPr>
              <a:t>effective disciplinary management</a:t>
            </a:r>
            <a:r>
              <a:rPr lang="en-US" sz="2400" dirty="0"/>
              <a:t> is to </a:t>
            </a:r>
            <a:r>
              <a:rPr lang="en-US" sz="2400" u="sng" dirty="0"/>
              <a:t>carefully and objectively scrutinize each case/incident report as well as ensure that you have all the facts and evidence relevant to the case</a:t>
            </a:r>
            <a:r>
              <a:rPr lang="en-US" sz="2400" dirty="0"/>
              <a:t>. Should you have sufficient information, these then must be evaluated based on existing company policies and the FPT Code of Employee Discipline. Under our labor laws, due process must be observed in all disciplinary and /or termination cases. </a:t>
            </a:r>
            <a:endParaRPr lang="en-PH" sz="2400" dirty="0"/>
          </a:p>
          <a:p>
            <a:pPr algn="ctr" fontAlgn="base"/>
            <a:endParaRPr lang="en-PH" sz="2400" dirty="0"/>
          </a:p>
        </p:txBody>
      </p:sp>
      <p:sp>
        <p:nvSpPr>
          <p:cNvPr id="4" name="Text Placeholder 3">
            <a:extLst>
              <a:ext uri="{FF2B5EF4-FFF2-40B4-BE49-F238E27FC236}">
                <a16:creationId xmlns:a16="http://schemas.microsoft.com/office/drawing/2014/main" id="{6A7EC687-C94A-475E-BD0C-F2A146CF6B9E}"/>
              </a:ext>
            </a:extLst>
          </p:cNvPr>
          <p:cNvSpPr>
            <a:spLocks noGrp="1"/>
          </p:cNvSpPr>
          <p:nvPr>
            <p:ph type="body" sz="quarter" idx="11"/>
          </p:nvPr>
        </p:nvSpPr>
        <p:spPr>
          <a:xfrm>
            <a:off x="949419" y="275490"/>
            <a:ext cx="10462477" cy="1106970"/>
          </a:xfrm>
        </p:spPr>
        <p:txBody>
          <a:bodyPr/>
          <a:lstStyle/>
          <a:p>
            <a:r>
              <a:rPr lang="en-US" dirty="0"/>
              <a:t>BASIC DISCIPLINARY MANAGEMENT</a:t>
            </a:r>
            <a:endParaRPr lang="en-PH" dirty="0"/>
          </a:p>
          <a:p>
            <a:endParaRPr lang="en-PH" dirty="0"/>
          </a:p>
        </p:txBody>
      </p:sp>
      <p:pic>
        <p:nvPicPr>
          <p:cNvPr id="6" name="Picture 5" descr="A picture containing table&#10;&#10;Description automatically generated">
            <a:extLst>
              <a:ext uri="{FF2B5EF4-FFF2-40B4-BE49-F238E27FC236}">
                <a16:creationId xmlns:a16="http://schemas.microsoft.com/office/drawing/2014/main" id="{055955D9-B507-4BE4-AD40-3C0D80598D95}"/>
              </a:ext>
            </a:extLst>
          </p:cNvPr>
          <p:cNvPicPr>
            <a:picLocks noChangeAspect="1"/>
          </p:cNvPicPr>
          <p:nvPr/>
        </p:nvPicPr>
        <p:blipFill rotWithShape="1">
          <a:blip r:embed="rId3">
            <a:extLst>
              <a:ext uri="{28A0092B-C50C-407E-A947-70E740481C1C}">
                <a14:useLocalDpi xmlns:a14="http://schemas.microsoft.com/office/drawing/2010/main" val="0"/>
              </a:ext>
            </a:extLst>
          </a:blip>
          <a:srcRect b="34932"/>
          <a:stretch/>
        </p:blipFill>
        <p:spPr>
          <a:xfrm>
            <a:off x="3512740" y="1284697"/>
            <a:ext cx="5362610" cy="1602341"/>
          </a:xfrm>
          <a:prstGeom prst="rect">
            <a:avLst/>
          </a:prstGeom>
          <a:effectLst>
            <a:softEdge rad="63500"/>
          </a:effectLst>
        </p:spPr>
      </p:pic>
    </p:spTree>
    <p:extLst>
      <p:ext uri="{BB962C8B-B14F-4D97-AF65-F5344CB8AC3E}">
        <p14:creationId xmlns:p14="http://schemas.microsoft.com/office/powerpoint/2010/main" val="1007268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TIME &amp; ATTENDANCE</a:t>
            </a:r>
          </a:p>
        </p:txBody>
      </p:sp>
      <p:sp>
        <p:nvSpPr>
          <p:cNvPr id="6" name="TextBox 2">
            <a:extLst>
              <a:ext uri="{FF2B5EF4-FFF2-40B4-BE49-F238E27FC236}">
                <a16:creationId xmlns:a16="http://schemas.microsoft.com/office/drawing/2014/main" id="{B5E6254E-BB83-4BCE-BC26-5DFB9225593B}"/>
              </a:ext>
            </a:extLst>
          </p:cNvPr>
          <p:cNvSpPr txBox="1">
            <a:spLocks noChangeArrowheads="1"/>
          </p:cNvSpPr>
          <p:nvPr/>
        </p:nvSpPr>
        <p:spPr bwMode="auto">
          <a:xfrm>
            <a:off x="722008" y="981235"/>
            <a:ext cx="8255738" cy="5509200"/>
          </a:xfrm>
          <a:prstGeom prst="rect">
            <a:avLst/>
          </a:prstGeom>
          <a:noFill/>
        </p:spPr>
        <p:txBody>
          <a:bodyPr wrap="square" rtlCol="0">
            <a:spAutoFit/>
          </a:bodyPr>
          <a:lstStyle>
            <a:defPPr>
              <a:defRPr lang="en-US"/>
            </a:defPPr>
            <a:lvl1pPr>
              <a:defRPr sz="2400" b="1">
                <a:solidFill>
                  <a:srgbClr val="0070C0"/>
                </a:solidFill>
              </a:defRPr>
            </a:lvl1pPr>
          </a:lstStyle>
          <a:p>
            <a:pPr marL="342900" indent="-342900">
              <a:buFont typeface="Arial" panose="020B0604020202020204" pitchFamily="34" charset="0"/>
              <a:buChar char="•"/>
            </a:pPr>
            <a:r>
              <a:rPr lang="en-US" altLang="en-US" sz="2200" dirty="0">
                <a:solidFill>
                  <a:srgbClr val="034EA2"/>
                </a:solidFill>
              </a:rPr>
              <a:t>WORK HOURS </a:t>
            </a:r>
            <a:r>
              <a:rPr lang="en-US" altLang="en-US" sz="2200" b="0" dirty="0">
                <a:solidFill>
                  <a:schemeClr val="tx1"/>
                </a:solidFill>
              </a:rPr>
              <a:t>refers to the period when work starts and ends.</a:t>
            </a:r>
          </a:p>
          <a:p>
            <a:r>
              <a:rPr lang="en-US" altLang="en-US" sz="2200" b="0" dirty="0">
                <a:solidFill>
                  <a:schemeClr val="tx1"/>
                </a:solidFill>
              </a:rPr>
              <a:t> </a:t>
            </a:r>
          </a:p>
          <a:p>
            <a:pPr marL="342900" indent="-342900">
              <a:buFont typeface="Arial" panose="020B0604020202020204" pitchFamily="34" charset="0"/>
              <a:buChar char="•"/>
            </a:pPr>
            <a:r>
              <a:rPr lang="en-US" altLang="en-US" sz="2200" dirty="0">
                <a:solidFill>
                  <a:srgbClr val="034EA2"/>
                </a:solidFill>
              </a:rPr>
              <a:t>ON-THE-DOT</a:t>
            </a:r>
            <a:r>
              <a:rPr lang="en-US" altLang="en-US" sz="2200" b="0" dirty="0">
                <a:solidFill>
                  <a:schemeClr val="tx1"/>
                </a:solidFill>
              </a:rPr>
              <a:t> means exactly at the right time (no flex)</a:t>
            </a:r>
          </a:p>
          <a:p>
            <a:pPr marL="342900" indent="-342900">
              <a:buFont typeface="Arial" panose="020B0604020202020204" pitchFamily="34" charset="0"/>
              <a:buChar char="•"/>
            </a:pPr>
            <a:endParaRPr lang="en-US" altLang="en-US" sz="2200" b="0" dirty="0">
              <a:solidFill>
                <a:schemeClr val="tx1"/>
              </a:solidFill>
            </a:endParaRPr>
          </a:p>
          <a:p>
            <a:pPr marL="342900" indent="-342900">
              <a:buFont typeface="Arial" panose="020B0604020202020204" pitchFamily="34" charset="0"/>
              <a:buChar char="•"/>
            </a:pPr>
            <a:r>
              <a:rPr lang="en-US" altLang="en-US" sz="2200" dirty="0">
                <a:solidFill>
                  <a:srgbClr val="034EA2"/>
                </a:solidFill>
              </a:rPr>
              <a:t>SEMI-FLEXIBLE TIME </a:t>
            </a:r>
            <a:r>
              <a:rPr lang="en-US" altLang="en-US" sz="2200" b="0" dirty="0">
                <a:solidFill>
                  <a:schemeClr val="tx1"/>
                </a:solidFill>
              </a:rPr>
              <a:t>refers to the time allowance an employee may start  and end his work hours in a given day which is determined to be at most, plus two hour(s) before and after the regular shift schedule</a:t>
            </a:r>
          </a:p>
          <a:p>
            <a:pPr marL="342900" indent="-342900">
              <a:buFont typeface="Arial" panose="020B0604020202020204" pitchFamily="34" charset="0"/>
              <a:buChar char="•"/>
            </a:pPr>
            <a:endParaRPr lang="en-US" altLang="en-US" sz="2200" b="0" dirty="0">
              <a:solidFill>
                <a:schemeClr val="tx1"/>
              </a:solidFill>
            </a:endParaRPr>
          </a:p>
          <a:p>
            <a:pPr marL="342900" indent="-342900">
              <a:buFont typeface="Arial" panose="020B0604020202020204" pitchFamily="34" charset="0"/>
              <a:buChar char="•"/>
            </a:pPr>
            <a:r>
              <a:rPr lang="en-US" altLang="en-US" sz="2200" dirty="0">
                <a:solidFill>
                  <a:srgbClr val="034EA2"/>
                </a:solidFill>
              </a:rPr>
              <a:t>TARDINESS</a:t>
            </a:r>
            <a:r>
              <a:rPr lang="en-US" altLang="en-US" sz="2200" b="0" dirty="0">
                <a:solidFill>
                  <a:schemeClr val="tx1"/>
                </a:solidFill>
              </a:rPr>
              <a:t> refers to the failure to report on the correct or usual or expected start of work hours. Employees who report to work after the latest start time of their applicable work schedules / shifts are considered tardy.</a:t>
            </a:r>
          </a:p>
          <a:p>
            <a:pPr marL="342900" indent="-342900">
              <a:buFont typeface="Arial" panose="020B0604020202020204" pitchFamily="34" charset="0"/>
              <a:buChar char="•"/>
            </a:pPr>
            <a:endParaRPr lang="en-US" altLang="en-US" sz="2200" b="0" dirty="0">
              <a:solidFill>
                <a:schemeClr val="tx1"/>
              </a:solidFill>
            </a:endParaRPr>
          </a:p>
          <a:p>
            <a:pPr marL="342900" indent="-342900">
              <a:buFont typeface="Arial" panose="020B0604020202020204" pitchFamily="34" charset="0"/>
              <a:buChar char="•"/>
            </a:pPr>
            <a:r>
              <a:rPr lang="en-US" altLang="en-US" sz="2200" dirty="0">
                <a:solidFill>
                  <a:srgbClr val="034EA2"/>
                </a:solidFill>
              </a:rPr>
              <a:t>INCIDENT</a:t>
            </a:r>
            <a:r>
              <a:rPr lang="en-US" altLang="en-US" sz="2200" b="0" dirty="0">
                <a:solidFill>
                  <a:schemeClr val="tx1"/>
                </a:solidFill>
              </a:rPr>
              <a:t> refers to an occurrence, an event</a:t>
            </a:r>
          </a:p>
        </p:txBody>
      </p:sp>
      <p:pic>
        <p:nvPicPr>
          <p:cNvPr id="4" name="Picture 3">
            <a:extLst>
              <a:ext uri="{FF2B5EF4-FFF2-40B4-BE49-F238E27FC236}">
                <a16:creationId xmlns:a16="http://schemas.microsoft.com/office/drawing/2014/main" id="{D001038A-63AA-4E88-BC6D-DC9377AA2254}"/>
              </a:ext>
            </a:extLst>
          </p:cNvPr>
          <p:cNvPicPr>
            <a:picLocks noChangeAspect="1"/>
          </p:cNvPicPr>
          <p:nvPr/>
        </p:nvPicPr>
        <p:blipFill rotWithShape="1">
          <a:blip r:embed="rId3"/>
          <a:srcRect l="6202" r="39897"/>
          <a:stretch/>
        </p:blipFill>
        <p:spPr>
          <a:xfrm>
            <a:off x="8781784" y="819340"/>
            <a:ext cx="3410216" cy="5986018"/>
          </a:xfrm>
          <a:prstGeom prst="rect">
            <a:avLst/>
          </a:prstGeom>
          <a:effectLst>
            <a:softEdge rad="63500"/>
          </a:effectLst>
        </p:spPr>
      </p:pic>
    </p:spTree>
    <p:extLst>
      <p:ext uri="{BB962C8B-B14F-4D97-AF65-F5344CB8AC3E}">
        <p14:creationId xmlns:p14="http://schemas.microsoft.com/office/powerpoint/2010/main" val="3523157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TIME &amp; ATTENDANCE</a:t>
            </a:r>
          </a:p>
        </p:txBody>
      </p:sp>
      <p:sp>
        <p:nvSpPr>
          <p:cNvPr id="4" name="TextBox 2">
            <a:extLst>
              <a:ext uri="{FF2B5EF4-FFF2-40B4-BE49-F238E27FC236}">
                <a16:creationId xmlns:a16="http://schemas.microsoft.com/office/drawing/2014/main" id="{8F4A01C0-631A-4234-BA3A-164CB9A5F727}"/>
              </a:ext>
            </a:extLst>
          </p:cNvPr>
          <p:cNvSpPr txBox="1">
            <a:spLocks noChangeArrowheads="1"/>
          </p:cNvSpPr>
          <p:nvPr/>
        </p:nvSpPr>
        <p:spPr bwMode="auto">
          <a:xfrm>
            <a:off x="888262" y="1136064"/>
            <a:ext cx="10618928" cy="4401205"/>
          </a:xfrm>
          <a:prstGeom prst="rect">
            <a:avLst/>
          </a:prstGeom>
          <a:noFill/>
        </p:spPr>
        <p:txBody>
          <a:bodyPr wrap="square" rtlCol="0">
            <a:spAutoFit/>
          </a:bodyPr>
          <a:lstStyle>
            <a:defPPr>
              <a:defRPr lang="en-US"/>
            </a:defPPr>
            <a:lvl1pPr>
              <a:defRPr sz="2400">
                <a:solidFill>
                  <a:srgbClr val="36365C"/>
                </a:solidFill>
              </a:defRPr>
            </a:lvl1pPr>
          </a:lstStyle>
          <a:p>
            <a:r>
              <a:rPr lang="en-US" altLang="en-US" b="1" dirty="0">
                <a:solidFill>
                  <a:srgbClr val="034EA2"/>
                </a:solidFill>
              </a:rPr>
              <a:t>ABSENCE WITHOUT OFFICIAL LEAVE (AWOL)</a:t>
            </a:r>
          </a:p>
          <a:p>
            <a:pPr marL="342900" indent="-342900">
              <a:buFont typeface="Arial" panose="020B0604020202020204" pitchFamily="34" charset="0"/>
              <a:buChar char="•"/>
            </a:pPr>
            <a:r>
              <a:rPr lang="en-US" altLang="en-US" dirty="0">
                <a:solidFill>
                  <a:schemeClr val="tx1"/>
                </a:solidFill>
              </a:rPr>
              <a:t>Incidence is reckoned on per day basis within a calendar year</a:t>
            </a:r>
          </a:p>
          <a:p>
            <a:r>
              <a:rPr lang="en-US" altLang="en-US" dirty="0">
                <a:solidFill>
                  <a:schemeClr val="tx1"/>
                </a:solidFill>
              </a:rPr>
              <a:t>	</a:t>
            </a:r>
            <a:r>
              <a:rPr lang="en-US" altLang="en-US" sz="2200" dirty="0">
                <a:solidFill>
                  <a:schemeClr val="tx1"/>
                </a:solidFill>
              </a:rPr>
              <a:t>1st incidence – Written Warning</a:t>
            </a:r>
          </a:p>
          <a:p>
            <a:r>
              <a:rPr lang="en-US" altLang="en-US" sz="2200" dirty="0">
                <a:solidFill>
                  <a:schemeClr val="tx1"/>
                </a:solidFill>
              </a:rPr>
              <a:t>	2nd incidence – Suspension – 3 days</a:t>
            </a:r>
          </a:p>
          <a:p>
            <a:r>
              <a:rPr lang="en-US" altLang="en-US" sz="2200" dirty="0">
                <a:solidFill>
                  <a:schemeClr val="tx1"/>
                </a:solidFill>
              </a:rPr>
              <a:t>	3rd incidence – Suspension – 6 days</a:t>
            </a:r>
          </a:p>
          <a:p>
            <a:r>
              <a:rPr lang="en-US" altLang="en-US" sz="2200" dirty="0">
                <a:solidFill>
                  <a:schemeClr val="tx1"/>
                </a:solidFill>
              </a:rPr>
              <a:t>	4th incidence – Suspension – 9 days</a:t>
            </a:r>
          </a:p>
          <a:p>
            <a:r>
              <a:rPr lang="en-US" altLang="en-US" sz="2200" dirty="0">
                <a:solidFill>
                  <a:schemeClr val="tx1"/>
                </a:solidFill>
              </a:rPr>
              <a:t>	5th incidence – Dismissal </a:t>
            </a:r>
          </a:p>
          <a:p>
            <a:endParaRPr lang="en-US" altLang="en-US" dirty="0">
              <a:solidFill>
                <a:schemeClr val="tx1"/>
              </a:solidFill>
            </a:endParaRPr>
          </a:p>
          <a:p>
            <a:r>
              <a:rPr lang="en-US" altLang="en-US" b="1" dirty="0">
                <a:solidFill>
                  <a:srgbClr val="034EA2"/>
                </a:solidFill>
              </a:rPr>
              <a:t>ABANDONEMENT OF WORK</a:t>
            </a:r>
          </a:p>
          <a:p>
            <a:pPr marL="342900" indent="-342900">
              <a:buFont typeface="Arial" panose="020B0604020202020204" pitchFamily="34" charset="0"/>
              <a:buChar char="•"/>
            </a:pPr>
            <a:r>
              <a:rPr lang="en-US" altLang="en-US" dirty="0">
                <a:solidFill>
                  <a:schemeClr val="tx1"/>
                </a:solidFill>
              </a:rPr>
              <a:t>Failure to report for work for five (5) days without prior approval from the immediate superior will result to dismissal. </a:t>
            </a:r>
          </a:p>
          <a:p>
            <a:pPr marL="342900" indent="-342900">
              <a:buFont typeface="Arial" panose="020B0604020202020204" pitchFamily="34" charset="0"/>
              <a:buChar char="•"/>
            </a:pPr>
            <a:endParaRPr lang="en-US" altLang="en-US" dirty="0"/>
          </a:p>
        </p:txBody>
      </p:sp>
    </p:spTree>
    <p:extLst>
      <p:ext uri="{BB962C8B-B14F-4D97-AF65-F5344CB8AC3E}">
        <p14:creationId xmlns:p14="http://schemas.microsoft.com/office/powerpoint/2010/main" val="2547698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RESPONSIBILITIES</a:t>
            </a:r>
          </a:p>
        </p:txBody>
      </p:sp>
      <p:graphicFrame>
        <p:nvGraphicFramePr>
          <p:cNvPr id="2" name="Diagram 1">
            <a:extLst>
              <a:ext uri="{FF2B5EF4-FFF2-40B4-BE49-F238E27FC236}">
                <a16:creationId xmlns:a16="http://schemas.microsoft.com/office/drawing/2014/main" id="{6371E5FB-E870-400F-B89C-2F6772496E50}"/>
              </a:ext>
            </a:extLst>
          </p:cNvPr>
          <p:cNvGraphicFramePr/>
          <p:nvPr>
            <p:extLst>
              <p:ext uri="{D42A27DB-BD31-4B8C-83A1-F6EECF244321}">
                <p14:modId xmlns:p14="http://schemas.microsoft.com/office/powerpoint/2010/main" val="1405061330"/>
              </p:ext>
            </p:extLst>
          </p:nvPr>
        </p:nvGraphicFramePr>
        <p:xfrm>
          <a:off x="635685" y="1003871"/>
          <a:ext cx="1074488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1595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CODE OF EMPLOYEE DISCIPLINE DOCUMENTS</a:t>
            </a:r>
          </a:p>
        </p:txBody>
      </p:sp>
      <p:sp>
        <p:nvSpPr>
          <p:cNvPr id="4" name="TextBox 2">
            <a:extLst>
              <a:ext uri="{FF2B5EF4-FFF2-40B4-BE49-F238E27FC236}">
                <a16:creationId xmlns:a16="http://schemas.microsoft.com/office/drawing/2014/main" id="{8F4A01C0-631A-4234-BA3A-164CB9A5F727}"/>
              </a:ext>
            </a:extLst>
          </p:cNvPr>
          <p:cNvSpPr txBox="1">
            <a:spLocks noChangeArrowheads="1"/>
          </p:cNvSpPr>
          <p:nvPr/>
        </p:nvSpPr>
        <p:spPr bwMode="auto">
          <a:xfrm>
            <a:off x="757633" y="1122775"/>
            <a:ext cx="8839200" cy="1446550"/>
          </a:xfrm>
          <a:prstGeom prst="rect">
            <a:avLst/>
          </a:prstGeom>
          <a:noFill/>
        </p:spPr>
        <p:txBody>
          <a:bodyPr wrap="square" rtlCol="0">
            <a:spAutoFit/>
          </a:bodyPr>
          <a:lstStyle>
            <a:defPPr>
              <a:defRPr lang="en-US"/>
            </a:defPPr>
            <a:lvl1pPr>
              <a:defRPr sz="2400">
                <a:solidFill>
                  <a:srgbClr val="36365C"/>
                </a:solidFill>
              </a:defRPr>
            </a:lvl1pPr>
          </a:lstStyle>
          <a:p>
            <a:pPr marL="342900" indent="-342900">
              <a:buFont typeface="Arial" panose="020B0604020202020204" pitchFamily="34" charset="0"/>
              <a:buChar char="•"/>
            </a:pPr>
            <a:r>
              <a:rPr lang="en-US" altLang="en-US" sz="2200" dirty="0"/>
              <a:t>Code of Employee Discipline Policy</a:t>
            </a:r>
          </a:p>
          <a:p>
            <a:pPr marL="342900" indent="-342900">
              <a:buFont typeface="Arial" panose="020B0604020202020204" pitchFamily="34" charset="0"/>
              <a:buChar char="•"/>
            </a:pPr>
            <a:r>
              <a:rPr lang="en-US" altLang="en-US" sz="2200" dirty="0"/>
              <a:t>Table of Offenses</a:t>
            </a:r>
          </a:p>
          <a:p>
            <a:pPr marL="342900" indent="-342900">
              <a:buFont typeface="Arial" panose="020B0604020202020204" pitchFamily="34" charset="0"/>
              <a:buChar char="•"/>
            </a:pPr>
            <a:r>
              <a:rPr lang="en-US" altLang="en-US" sz="2200" dirty="0"/>
              <a:t>Code of Employee Discipline Acknowledgement Template</a:t>
            </a:r>
          </a:p>
          <a:p>
            <a:endParaRPr lang="en-US" altLang="en-US" sz="2200" dirty="0"/>
          </a:p>
        </p:txBody>
      </p:sp>
      <p:graphicFrame>
        <p:nvGraphicFramePr>
          <p:cNvPr id="7" name="Object 1">
            <a:extLst>
              <a:ext uri="{FF2B5EF4-FFF2-40B4-BE49-F238E27FC236}">
                <a16:creationId xmlns:a16="http://schemas.microsoft.com/office/drawing/2014/main" id="{A8409F71-7F30-43FC-A7E0-BEEA5FAB5EA0}"/>
              </a:ext>
            </a:extLst>
          </p:cNvPr>
          <p:cNvGraphicFramePr>
            <a:graphicFrameLocks noChangeAspect="1"/>
          </p:cNvGraphicFramePr>
          <p:nvPr>
            <p:extLst>
              <p:ext uri="{D42A27DB-BD31-4B8C-83A1-F6EECF244321}">
                <p14:modId xmlns:p14="http://schemas.microsoft.com/office/powerpoint/2010/main" val="2022937725"/>
              </p:ext>
            </p:extLst>
          </p:nvPr>
        </p:nvGraphicFramePr>
        <p:xfrm>
          <a:off x="9801302" y="1122775"/>
          <a:ext cx="1633065" cy="1377898"/>
        </p:xfrm>
        <a:graphic>
          <a:graphicData uri="http://schemas.openxmlformats.org/presentationml/2006/ole">
            <mc:AlternateContent xmlns:mc="http://schemas.openxmlformats.org/markup-compatibility/2006">
              <mc:Choice xmlns:v="urn:schemas-microsoft-com:vml" Requires="v">
                <p:oleObj spid="_x0000_s1026" name="Document" showAsIcon="1" r:id="rId6" imgW="914400" imgH="771525" progId="Word.Document.12">
                  <p:embed/>
                </p:oleObj>
              </mc:Choice>
              <mc:Fallback>
                <p:oleObj name="Document" showAsIcon="1" r:id="rId6" imgW="914400" imgH="771525" progId="Word.Document.12">
                  <p:embed/>
                  <p:pic>
                    <p:nvPicPr>
                      <p:cNvPr id="7" name="Object 1">
                        <a:extLst>
                          <a:ext uri="{FF2B5EF4-FFF2-40B4-BE49-F238E27FC236}">
                            <a16:creationId xmlns:a16="http://schemas.microsoft.com/office/drawing/2014/main" id="{A8409F71-7F30-43FC-A7E0-BEEA5FAB5E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01302" y="1122775"/>
                        <a:ext cx="1633065" cy="1377898"/>
                      </a:xfrm>
                      <a:prstGeom prst="rect">
                        <a:avLst/>
                      </a:prstGeom>
                      <a:noFill/>
                      <a:ln>
                        <a:noFill/>
                      </a:ln>
                    </p:spPr>
                  </p:pic>
                </p:oleObj>
              </mc:Fallback>
            </mc:AlternateContent>
          </a:graphicData>
        </a:graphic>
      </p:graphicFrame>
      <p:sp>
        <p:nvSpPr>
          <p:cNvPr id="9" name="TextBox 8">
            <a:extLst>
              <a:ext uri="{FF2B5EF4-FFF2-40B4-BE49-F238E27FC236}">
                <a16:creationId xmlns:a16="http://schemas.microsoft.com/office/drawing/2014/main" id="{9FCBC365-A437-45CA-8207-060059597B9B}"/>
              </a:ext>
            </a:extLst>
          </p:cNvPr>
          <p:cNvSpPr txBox="1"/>
          <p:nvPr/>
        </p:nvSpPr>
        <p:spPr>
          <a:xfrm>
            <a:off x="757633" y="2943228"/>
            <a:ext cx="6084230" cy="2708434"/>
          </a:xfrm>
          <a:prstGeom prst="rect">
            <a:avLst/>
          </a:prstGeom>
          <a:noFill/>
        </p:spPr>
        <p:txBody>
          <a:bodyPr wrap="none" rtlCol="0">
            <a:spAutoFit/>
          </a:bodyPr>
          <a:lstStyle/>
          <a:p>
            <a:r>
              <a:rPr lang="en-US" sz="2400" b="1" dirty="0"/>
              <a:t>OTHER POLICIES &amp; GUIDELINES</a:t>
            </a:r>
          </a:p>
          <a:p>
            <a:endParaRPr lang="en-US" sz="1000" b="1" dirty="0"/>
          </a:p>
          <a:p>
            <a:pPr marL="285750" indent="-285750">
              <a:buFont typeface="Arial" panose="020B0604020202020204" pitchFamily="34" charset="0"/>
              <a:buChar char="•"/>
            </a:pPr>
            <a:r>
              <a:rPr lang="en-US" sz="2200" dirty="0"/>
              <a:t>Information Security Policies</a:t>
            </a:r>
          </a:p>
          <a:p>
            <a:pPr marL="285750" indent="-285750">
              <a:buFont typeface="Arial" panose="020B0604020202020204" pitchFamily="34" charset="0"/>
              <a:buChar char="•"/>
            </a:pPr>
            <a:r>
              <a:rPr lang="en-US" sz="2200" dirty="0"/>
              <a:t>Training Agreements</a:t>
            </a:r>
          </a:p>
          <a:p>
            <a:pPr marL="285750" indent="-285750">
              <a:buFont typeface="Arial" panose="020B0604020202020204" pitchFamily="34" charset="0"/>
              <a:buChar char="•"/>
            </a:pPr>
            <a:r>
              <a:rPr lang="en-US" sz="2200" dirty="0"/>
              <a:t>Other Rules &amp; Regulations prescribed by FPT.</a:t>
            </a:r>
          </a:p>
          <a:p>
            <a:pPr marL="742950" lvl="1" indent="-285750">
              <a:buFont typeface="Arial" panose="020B0604020202020204" pitchFamily="34" charset="0"/>
              <a:buChar char="•"/>
            </a:pPr>
            <a:r>
              <a:rPr lang="en-US" sz="2200" dirty="0"/>
              <a:t>PEZA guidelines</a:t>
            </a:r>
          </a:p>
          <a:p>
            <a:pPr marL="742950" lvl="1" indent="-285750">
              <a:buFont typeface="Arial" panose="020B0604020202020204" pitchFamily="34" charset="0"/>
              <a:buChar char="•"/>
            </a:pPr>
            <a:r>
              <a:rPr lang="en-US" sz="2200" dirty="0"/>
              <a:t>Finance-related policies</a:t>
            </a:r>
          </a:p>
          <a:p>
            <a:pPr marL="742950" lvl="1" indent="-285750">
              <a:buFont typeface="Arial" panose="020B0604020202020204" pitchFamily="34" charset="0"/>
              <a:buChar char="•"/>
            </a:pPr>
            <a:r>
              <a:rPr lang="en-US" sz="2200" dirty="0"/>
              <a:t>established work-specific processes, etc. </a:t>
            </a:r>
            <a:endParaRPr lang="en-PH" sz="2200" dirty="0"/>
          </a:p>
        </p:txBody>
      </p:sp>
      <p:pic>
        <p:nvPicPr>
          <p:cNvPr id="2" name="CODE_OF_EMPLOYEE_DIS_407">
            <a:hlinkClick r:id="" action="ppaction://media"/>
            <a:extLst>
              <a:ext uri="{FF2B5EF4-FFF2-40B4-BE49-F238E27FC236}">
                <a16:creationId xmlns:a16="http://schemas.microsoft.com/office/drawing/2014/main" id="{67330243-20DE-08A4-833C-23F7EF026F5F}"/>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0970212" y="5836328"/>
            <a:ext cx="609600" cy="609600"/>
          </a:xfrm>
          <a:prstGeom prst="rect">
            <a:avLst/>
          </a:prstGeom>
        </p:spPr>
      </p:pic>
    </p:spTree>
    <p:extLst>
      <p:ext uri="{BB962C8B-B14F-4D97-AF65-F5344CB8AC3E}">
        <p14:creationId xmlns:p14="http://schemas.microsoft.com/office/powerpoint/2010/main" val="40243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44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TABLE OF OFFENSES</a:t>
            </a:r>
          </a:p>
        </p:txBody>
      </p:sp>
      <p:sp>
        <p:nvSpPr>
          <p:cNvPr id="14" name="Text Placeholder 6">
            <a:extLst>
              <a:ext uri="{FF2B5EF4-FFF2-40B4-BE49-F238E27FC236}">
                <a16:creationId xmlns:a16="http://schemas.microsoft.com/office/drawing/2014/main" id="{C5F02466-E73B-4A49-840D-C51B105361E5}"/>
              </a:ext>
            </a:extLst>
          </p:cNvPr>
          <p:cNvSpPr txBox="1">
            <a:spLocks/>
          </p:cNvSpPr>
          <p:nvPr/>
        </p:nvSpPr>
        <p:spPr>
          <a:xfrm>
            <a:off x="653356" y="1043982"/>
            <a:ext cx="6161207" cy="5201424"/>
          </a:xfrm>
          <a:prstGeom prst="rect">
            <a:avLst/>
          </a:prstGeom>
          <a:noFill/>
        </p:spPr>
        <p:txBody>
          <a:bodyPr wrap="square" rtlCol="0">
            <a:spAutoFit/>
          </a:bodyPr>
          <a:lstStyle>
            <a:defPPr>
              <a:defRPr lang="en-US"/>
            </a:defPPr>
            <a:lvl1pPr marL="342900" indent="-342900">
              <a:buFont typeface="Arial" panose="020B0604020202020204" pitchFamily="34" charset="0"/>
              <a:buChar char="•"/>
              <a:defRPr sz="2400">
                <a:solidFill>
                  <a:srgbClr val="36365C"/>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a:t>Attendance</a:t>
            </a:r>
          </a:p>
          <a:p>
            <a:pPr marL="342900" lvl="3"/>
            <a:r>
              <a:rPr lang="en-US" sz="2200" dirty="0"/>
              <a:t>	</a:t>
            </a:r>
            <a:r>
              <a:rPr lang="en-US" sz="2000" dirty="0"/>
              <a:t>Tardiness</a:t>
            </a:r>
          </a:p>
          <a:p>
            <a:pPr marL="342900" lvl="3"/>
            <a:r>
              <a:rPr lang="en-US" sz="2000" dirty="0"/>
              <a:t>	Abandonment of Work</a:t>
            </a:r>
          </a:p>
          <a:p>
            <a:pPr marL="342900" lvl="1" indent="-342900">
              <a:buFont typeface="Arial" panose="020B0604020202020204" pitchFamily="34" charset="0"/>
              <a:buChar char="•"/>
            </a:pPr>
            <a:r>
              <a:rPr lang="en-US" sz="2200" dirty="0">
                <a:solidFill>
                  <a:srgbClr val="36365C"/>
                </a:solidFill>
              </a:rPr>
              <a:t>Inefficiency/ Incompetence</a:t>
            </a:r>
          </a:p>
          <a:p>
            <a:pPr marL="342900" lvl="1" indent="-342900">
              <a:buFont typeface="Arial" panose="020B0604020202020204" pitchFamily="34" charset="0"/>
              <a:buChar char="•"/>
            </a:pPr>
            <a:r>
              <a:rPr lang="en-US" sz="2200" dirty="0">
                <a:solidFill>
                  <a:srgbClr val="36365C"/>
                </a:solidFill>
              </a:rPr>
              <a:t>Abuse of Company Time</a:t>
            </a:r>
          </a:p>
          <a:p>
            <a:pPr marL="342900" lvl="1" indent="-342900">
              <a:buFont typeface="Arial" panose="020B0604020202020204" pitchFamily="34" charset="0"/>
              <a:buChar char="•"/>
            </a:pPr>
            <a:r>
              <a:rPr lang="en-US" sz="2200" dirty="0">
                <a:solidFill>
                  <a:srgbClr val="36365C"/>
                </a:solidFill>
              </a:rPr>
              <a:t>Insubordination</a:t>
            </a:r>
          </a:p>
          <a:p>
            <a:pPr marL="342900" lvl="1" indent="-342900">
              <a:buFont typeface="Arial" panose="020B0604020202020204" pitchFamily="34" charset="0"/>
              <a:buChar char="•"/>
            </a:pPr>
            <a:r>
              <a:rPr lang="en-US" sz="2200" dirty="0">
                <a:solidFill>
                  <a:srgbClr val="36365C"/>
                </a:solidFill>
              </a:rPr>
              <a:t>Negligence</a:t>
            </a:r>
          </a:p>
          <a:p>
            <a:pPr marL="342900" lvl="1" indent="-342900">
              <a:buFont typeface="Arial" panose="020B0604020202020204" pitchFamily="34" charset="0"/>
              <a:buChar char="•"/>
            </a:pPr>
            <a:r>
              <a:rPr lang="en-US" sz="2200" dirty="0">
                <a:solidFill>
                  <a:srgbClr val="36365C"/>
                </a:solidFill>
              </a:rPr>
              <a:t>Violations against Co-employee &amp; Others</a:t>
            </a:r>
          </a:p>
          <a:p>
            <a:pPr marL="342900" lvl="1" indent="-342900">
              <a:buFont typeface="Arial" panose="020B0604020202020204" pitchFamily="34" charset="0"/>
              <a:buChar char="•"/>
            </a:pPr>
            <a:r>
              <a:rPr lang="en-US" sz="2200" dirty="0">
                <a:solidFill>
                  <a:srgbClr val="36365C"/>
                </a:solidFill>
              </a:rPr>
              <a:t>Disruption of work</a:t>
            </a:r>
          </a:p>
          <a:p>
            <a:pPr marL="342900" lvl="1" indent="-342900">
              <a:buFont typeface="Arial" panose="020B0604020202020204" pitchFamily="34" charset="0"/>
              <a:buChar char="•"/>
            </a:pPr>
            <a:r>
              <a:rPr lang="en-US" sz="2200" dirty="0">
                <a:solidFill>
                  <a:srgbClr val="36365C"/>
                </a:solidFill>
              </a:rPr>
              <a:t>Abuse of Authority</a:t>
            </a:r>
          </a:p>
          <a:p>
            <a:pPr marL="342900" lvl="1" indent="-342900">
              <a:buFont typeface="Arial" panose="020B0604020202020204" pitchFamily="34" charset="0"/>
              <a:buChar char="•"/>
            </a:pPr>
            <a:r>
              <a:rPr lang="en-US" sz="2200" dirty="0">
                <a:solidFill>
                  <a:srgbClr val="36365C"/>
                </a:solidFill>
              </a:rPr>
              <a:t>Morality</a:t>
            </a:r>
            <a:endParaRPr lang="en-US" sz="2200" dirty="0"/>
          </a:p>
          <a:p>
            <a:r>
              <a:rPr lang="en-US" sz="2200" dirty="0"/>
              <a:t>Disruption of work</a:t>
            </a:r>
          </a:p>
          <a:p>
            <a:r>
              <a:rPr lang="en-US" sz="2200" dirty="0"/>
              <a:t>Abuse of Authority</a:t>
            </a:r>
          </a:p>
          <a:p>
            <a:r>
              <a:rPr lang="en-US" sz="2200" dirty="0"/>
              <a:t>Morality</a:t>
            </a:r>
          </a:p>
          <a:p>
            <a:endParaRPr lang="en-US" dirty="0"/>
          </a:p>
        </p:txBody>
      </p:sp>
      <p:sp>
        <p:nvSpPr>
          <p:cNvPr id="4" name="Text Placeholder 6">
            <a:extLst>
              <a:ext uri="{FF2B5EF4-FFF2-40B4-BE49-F238E27FC236}">
                <a16:creationId xmlns:a16="http://schemas.microsoft.com/office/drawing/2014/main" id="{2CDDF506-25DD-4039-8E15-405F2EA7607D}"/>
              </a:ext>
            </a:extLst>
          </p:cNvPr>
          <p:cNvSpPr txBox="1">
            <a:spLocks/>
          </p:cNvSpPr>
          <p:nvPr/>
        </p:nvSpPr>
        <p:spPr>
          <a:xfrm>
            <a:off x="6373691" y="1043982"/>
            <a:ext cx="5529837" cy="6801862"/>
          </a:xfrm>
          <a:prstGeom prst="rect">
            <a:avLst/>
          </a:prstGeom>
          <a:noFill/>
        </p:spPr>
        <p:txBody>
          <a:bodyPr wrap="square" rtlCol="0">
            <a:spAutoFit/>
          </a:bodyPr>
          <a:lstStyle>
            <a:defPPr>
              <a:defRPr lang="en-US"/>
            </a:defPPr>
            <a:lvl1pPr marL="342900" indent="-342900">
              <a:buFont typeface="Arial" panose="020B0604020202020204" pitchFamily="34" charset="0"/>
              <a:buChar char="•"/>
              <a:defRPr sz="2400">
                <a:solidFill>
                  <a:srgbClr val="36365C"/>
                </a:solidFill>
              </a:defRPr>
            </a:lvl1pPr>
            <a:lvl2pPr marL="742950" lvl="1" indent="-285750">
              <a:buFont typeface="Arial" panose="020B0604020202020204" pitchFamily="34" charset="0"/>
              <a:buChar char="•"/>
              <a:defRPr sz="2400">
                <a:solidFill>
                  <a:srgbClr val="36365C"/>
                </a:solidFill>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1" indent="-342900"/>
            <a:r>
              <a:rPr lang="en-US" sz="2200" dirty="0"/>
              <a:t>Harassment</a:t>
            </a:r>
          </a:p>
          <a:p>
            <a:pPr marL="628650" lvl="3"/>
            <a:r>
              <a:rPr lang="en-US" sz="2200" dirty="0"/>
              <a:t>	</a:t>
            </a:r>
            <a:r>
              <a:rPr lang="en-US" sz="2000" dirty="0"/>
              <a:t>Sexual Harassment</a:t>
            </a:r>
          </a:p>
          <a:p>
            <a:pPr marL="342900" lvl="1" indent="-342900"/>
            <a:r>
              <a:rPr lang="en-US" sz="2200" dirty="0"/>
              <a:t>Involving public order, work ethics, and decorum</a:t>
            </a:r>
          </a:p>
          <a:p>
            <a:pPr marL="514350" lvl="2" indent="-342900"/>
            <a:r>
              <a:rPr lang="en-US" sz="2200" dirty="0"/>
              <a:t>		</a:t>
            </a:r>
            <a:r>
              <a:rPr lang="en-US" sz="2000" dirty="0"/>
              <a:t>Gambling and betting</a:t>
            </a:r>
          </a:p>
          <a:p>
            <a:pPr lvl="2"/>
            <a:r>
              <a:rPr lang="en-US" sz="2000" dirty="0"/>
              <a:t>Dishonesty</a:t>
            </a:r>
          </a:p>
          <a:p>
            <a:pPr lvl="2"/>
            <a:r>
              <a:rPr lang="en-US" sz="2000" dirty="0"/>
              <a:t>Sabotage</a:t>
            </a:r>
          </a:p>
          <a:p>
            <a:r>
              <a:rPr lang="en-US" sz="2200" dirty="0"/>
              <a:t>Environment, Health, Safety and Security</a:t>
            </a:r>
          </a:p>
          <a:p>
            <a:pPr lvl="2"/>
            <a:r>
              <a:rPr lang="en-US" sz="2000" dirty="0"/>
              <a:t>Health/ Medical</a:t>
            </a:r>
          </a:p>
          <a:p>
            <a:pPr lvl="2"/>
            <a:r>
              <a:rPr lang="en-US" sz="2000" dirty="0"/>
              <a:t>Liquor/ Drug/ Firearms</a:t>
            </a:r>
          </a:p>
          <a:p>
            <a:pPr lvl="2"/>
            <a:r>
              <a:rPr lang="en-US" sz="2000" dirty="0"/>
              <a:t>Unauthorized Entry</a:t>
            </a:r>
          </a:p>
          <a:p>
            <a:r>
              <a:rPr lang="en-US" sz="2200" dirty="0"/>
              <a:t>Workplace safety &amp; security</a:t>
            </a:r>
          </a:p>
          <a:p>
            <a:r>
              <a:rPr lang="en-US" sz="2200" dirty="0"/>
              <a:t>Violations Against Property &amp; Resources</a:t>
            </a:r>
          </a:p>
          <a:p>
            <a:pPr lvl="2"/>
            <a:r>
              <a:rPr lang="en-US" sz="2000" dirty="0"/>
              <a:t>Against Company Image</a:t>
            </a:r>
          </a:p>
          <a:p>
            <a:pPr lvl="2"/>
            <a:r>
              <a:rPr lang="en-US" sz="2000" dirty="0"/>
              <a:t>Against Property &amp; Information</a:t>
            </a:r>
          </a:p>
          <a:p>
            <a:pPr lvl="2"/>
            <a:r>
              <a:rPr lang="en-US" sz="2000" dirty="0"/>
              <a:t>Against IT Resources</a:t>
            </a:r>
          </a:p>
          <a:p>
            <a:endParaRPr lang="en-US" sz="2000" dirty="0"/>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3332412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8C3924-A966-499B-97DF-B99A84BDBCD5}"/>
              </a:ext>
            </a:extLst>
          </p:cNvPr>
          <p:cNvSpPr>
            <a:spLocks noGrp="1"/>
          </p:cNvSpPr>
          <p:nvPr>
            <p:ph type="body" sz="quarter" idx="11"/>
          </p:nvPr>
        </p:nvSpPr>
        <p:spPr>
          <a:xfrm>
            <a:off x="995140" y="336451"/>
            <a:ext cx="9975072" cy="535531"/>
          </a:xfrm>
        </p:spPr>
        <p:txBody>
          <a:bodyPr/>
          <a:lstStyle/>
          <a:p>
            <a:r>
              <a:rPr lang="en-US" dirty="0"/>
              <a:t>Q &amp; A</a:t>
            </a:r>
          </a:p>
        </p:txBody>
      </p:sp>
      <p:pic>
        <p:nvPicPr>
          <p:cNvPr id="4" name="Picture 3">
            <a:extLst>
              <a:ext uri="{FF2B5EF4-FFF2-40B4-BE49-F238E27FC236}">
                <a16:creationId xmlns:a16="http://schemas.microsoft.com/office/drawing/2014/main" id="{D84219E0-5450-4757-96AD-470860CAD917}"/>
              </a:ext>
            </a:extLst>
          </p:cNvPr>
          <p:cNvPicPr>
            <a:picLocks noChangeAspect="1"/>
          </p:cNvPicPr>
          <p:nvPr/>
        </p:nvPicPr>
        <p:blipFill>
          <a:blip r:embed="rId3"/>
          <a:stretch>
            <a:fillRect/>
          </a:stretch>
        </p:blipFill>
        <p:spPr>
          <a:xfrm>
            <a:off x="3710214" y="971550"/>
            <a:ext cx="4771571" cy="4914900"/>
          </a:xfrm>
          <a:prstGeom prst="rect">
            <a:avLst/>
          </a:prstGeom>
          <a:effectLst>
            <a:softEdge rad="63500"/>
          </a:effectLst>
        </p:spPr>
      </p:pic>
    </p:spTree>
    <p:extLst>
      <p:ext uri="{BB962C8B-B14F-4D97-AF65-F5344CB8AC3E}">
        <p14:creationId xmlns:p14="http://schemas.microsoft.com/office/powerpoint/2010/main" val="3835032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124B3109-6AD2-4DB3-9793-6F947209F74D}"/>
              </a:ext>
            </a:extLst>
          </p:cNvPr>
          <p:cNvSpPr>
            <a:spLocks noGrp="1"/>
          </p:cNvSpPr>
          <p:nvPr>
            <p:ph type="body" sz="quarter" idx="10"/>
          </p:nvPr>
        </p:nvSpPr>
        <p:spPr>
          <a:xfrm>
            <a:off x="1678600" y="4090182"/>
            <a:ext cx="7725022" cy="861005"/>
          </a:xfrm>
        </p:spPr>
        <p:txBody>
          <a:bodyPr/>
          <a:lstStyle/>
          <a:p>
            <a:r>
              <a:rPr lang="en-US" dirty="0">
                <a:latin typeface="Segoe Script" panose="030B0504020000000003" pitchFamily="66" charset="0"/>
              </a:rPr>
              <a:t>Thank you!</a:t>
            </a:r>
          </a:p>
        </p:txBody>
      </p:sp>
    </p:spTree>
    <p:extLst>
      <p:ext uri="{BB962C8B-B14F-4D97-AF65-F5344CB8AC3E}">
        <p14:creationId xmlns:p14="http://schemas.microsoft.com/office/powerpoint/2010/main" val="153648932"/>
      </p:ext>
    </p:extLst>
  </p:cSld>
  <p:clrMapOvr>
    <a:masterClrMapping/>
  </p:clrMapOvr>
</p:sld>
</file>

<file path=ppt/theme/theme1.xml><?xml version="1.0" encoding="utf-8"?>
<a:theme xmlns:a="http://schemas.openxmlformats.org/drawingml/2006/main" name="FPT Theme">
  <a:themeElements>
    <a:clrScheme name="FPT Theme">
      <a:dk1>
        <a:srgbClr val="36365C"/>
      </a:dk1>
      <a:lt1>
        <a:sysClr val="window" lastClr="FFFFFF"/>
      </a:lt1>
      <a:dk2>
        <a:srgbClr val="44546A"/>
      </a:dk2>
      <a:lt2>
        <a:srgbClr val="E7E6E6"/>
      </a:lt2>
      <a:accent1>
        <a:srgbClr val="4472C4"/>
      </a:accent1>
      <a:accent2>
        <a:srgbClr val="ED7D31"/>
      </a:accent2>
      <a:accent3>
        <a:srgbClr val="A5A5A5"/>
      </a:accent3>
      <a:accent4>
        <a:srgbClr val="4F127F"/>
      </a:accent4>
      <a:accent5>
        <a:srgbClr val="5B9BD5"/>
      </a:accent5>
      <a:accent6>
        <a:srgbClr val="70AD47"/>
      </a:accent6>
      <a:hlink>
        <a:srgbClr val="0563C1"/>
      </a:hlink>
      <a:folHlink>
        <a:srgbClr val="954F72"/>
      </a:folHlink>
    </a:clrScheme>
    <a:fontScheme name="Segoe">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53000">
              <a:srgbClr val="160976"/>
            </a:gs>
            <a:gs pos="84000">
              <a:srgbClr val="010673"/>
            </a:gs>
            <a:gs pos="0">
              <a:srgbClr val="4F127F">
                <a:alpha val="90000"/>
              </a:srgbClr>
            </a:gs>
          </a:gsLst>
          <a:lin ang="8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36365C"/>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emplate_FPT Software Presentation.potx" id="{886C05E2-ACAD-48C6-90E5-8A2A925A9CA1}" vid="{D635ED6E-3938-4062-8611-345EB3ED80D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3948</TotalTime>
  <Words>3274</Words>
  <Application>Microsoft Office PowerPoint</Application>
  <PresentationFormat>Widescreen</PresentationFormat>
  <Paragraphs>501</Paragraphs>
  <Slides>27</Slides>
  <Notes>26</Notes>
  <HiddenSlides>0</HiddenSlides>
  <MMClips>1</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9" baseType="lpstr">
      <vt:lpstr>Arial</vt:lpstr>
      <vt:lpstr>Calibri</vt:lpstr>
      <vt:lpstr>iCiel Gotham Black</vt:lpstr>
      <vt:lpstr>iCiel Gotham Light</vt:lpstr>
      <vt:lpstr>Segoe Script</vt:lpstr>
      <vt:lpstr>Segoe UI</vt:lpstr>
      <vt:lpstr>Segoe UI Black</vt:lpstr>
      <vt:lpstr>Segoe UI Light</vt:lpstr>
      <vt:lpstr>Tahoma</vt:lpstr>
      <vt:lpstr>Wingdings</vt:lpstr>
      <vt:lpstr>FPT Theme</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shanera.tabio</dc:creator>
  <cp:lastModifiedBy>Nguyễn Khang</cp:lastModifiedBy>
  <cp:revision>222</cp:revision>
  <dcterms:created xsi:type="dcterms:W3CDTF">2019-02-20T02:22:47Z</dcterms:created>
  <dcterms:modified xsi:type="dcterms:W3CDTF">2026-04-15T17:06:12Z</dcterms:modified>
</cp:coreProperties>
</file>