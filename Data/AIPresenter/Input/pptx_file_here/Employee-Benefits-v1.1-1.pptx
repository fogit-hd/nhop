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02" r:id="rId5"/>
    <p:sldMasterId id="2147483689" r:id="rId6"/>
  </p:sldMasterIdLst>
  <p:notesMasterIdLst>
    <p:notesMasterId r:id="rId43"/>
  </p:notesMasterIdLst>
  <p:handoutMasterIdLst>
    <p:handoutMasterId r:id="rId44"/>
  </p:handoutMasterIdLst>
  <p:sldIdLst>
    <p:sldId id="2140753911" r:id="rId7"/>
    <p:sldId id="2140753912" r:id="rId8"/>
    <p:sldId id="2140753874" r:id="rId9"/>
    <p:sldId id="2140753913" r:id="rId10"/>
    <p:sldId id="2140753914" r:id="rId11"/>
    <p:sldId id="2140753915" r:id="rId12"/>
    <p:sldId id="2140753916" r:id="rId13"/>
    <p:sldId id="2140753917" r:id="rId14"/>
    <p:sldId id="2140753880" r:id="rId15"/>
    <p:sldId id="2140753918" r:id="rId16"/>
    <p:sldId id="2140753919" r:id="rId17"/>
    <p:sldId id="2140753920" r:id="rId18"/>
    <p:sldId id="2140753921" r:id="rId19"/>
    <p:sldId id="2140753922" r:id="rId20"/>
    <p:sldId id="2140753923" r:id="rId21"/>
    <p:sldId id="2140753924" r:id="rId22"/>
    <p:sldId id="2140753925" r:id="rId23"/>
    <p:sldId id="2140753926" r:id="rId24"/>
    <p:sldId id="2140753927" r:id="rId25"/>
    <p:sldId id="2140753928" r:id="rId26"/>
    <p:sldId id="2140753929" r:id="rId27"/>
    <p:sldId id="2140753930" r:id="rId28"/>
    <p:sldId id="2140753931" r:id="rId29"/>
    <p:sldId id="2140753893" r:id="rId30"/>
    <p:sldId id="2140753894" r:id="rId31"/>
    <p:sldId id="2140753901" r:id="rId32"/>
    <p:sldId id="2140753902" r:id="rId33"/>
    <p:sldId id="2140753904" r:id="rId34"/>
    <p:sldId id="2140753903" r:id="rId35"/>
    <p:sldId id="2140753895" r:id="rId36"/>
    <p:sldId id="2140753905" r:id="rId37"/>
    <p:sldId id="2140753896" r:id="rId38"/>
    <p:sldId id="2140753897" r:id="rId39"/>
    <p:sldId id="2140753898" r:id="rId40"/>
    <p:sldId id="2140753899" r:id="rId41"/>
    <p:sldId id="214075390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C12F91-C5C4-5145-8FDB-611B9A0854BE}">
          <p14:sldIdLst>
            <p14:sldId id="2140753911"/>
            <p14:sldId id="2140753912"/>
            <p14:sldId id="2140753874"/>
            <p14:sldId id="2140753913"/>
            <p14:sldId id="2140753914"/>
            <p14:sldId id="2140753915"/>
            <p14:sldId id="2140753916"/>
            <p14:sldId id="2140753917"/>
            <p14:sldId id="2140753880"/>
            <p14:sldId id="2140753918"/>
            <p14:sldId id="2140753919"/>
            <p14:sldId id="2140753920"/>
            <p14:sldId id="2140753921"/>
            <p14:sldId id="2140753922"/>
            <p14:sldId id="2140753923"/>
            <p14:sldId id="2140753924"/>
            <p14:sldId id="2140753925"/>
            <p14:sldId id="2140753926"/>
            <p14:sldId id="2140753927"/>
            <p14:sldId id="2140753928"/>
            <p14:sldId id="2140753929"/>
            <p14:sldId id="2140753930"/>
            <p14:sldId id="2140753931"/>
            <p14:sldId id="2140753893"/>
            <p14:sldId id="2140753894"/>
            <p14:sldId id="2140753901"/>
            <p14:sldId id="2140753902"/>
            <p14:sldId id="2140753904"/>
            <p14:sldId id="2140753903"/>
            <p14:sldId id="2140753895"/>
            <p14:sldId id="2140753905"/>
            <p14:sldId id="2140753896"/>
            <p14:sldId id="2140753897"/>
            <p14:sldId id="2140753898"/>
            <p14:sldId id="2140753899"/>
            <p14:sldId id="21407539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37121"/>
    <a:srgbClr val="19226D"/>
    <a:srgbClr val="4494CC"/>
    <a:srgbClr val="2F89C9"/>
    <a:srgbClr val="33B2C1"/>
    <a:srgbClr val="034EA2"/>
    <a:srgbClr val="8F3141"/>
    <a:srgbClr val="F7E38F"/>
    <a:srgbClr val="50B8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94856"/>
  </p:normalViewPr>
  <p:slideViewPr>
    <p:cSldViewPr snapToGrid="0">
      <p:cViewPr varScale="1">
        <p:scale>
          <a:sx n="68" d="100"/>
          <a:sy n="68" d="100"/>
        </p:scale>
        <p:origin x="98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Khang" userId="468d90fe5fdfce0f" providerId="LiveId" clId="{0E84280E-040D-4236-899E-B91292F7E156}"/>
    <pc:docChg chg="undo redo custSel addSld delSld modSld modMainMaster modSection">
      <pc:chgData name="Nguyễn Khang" userId="468d90fe5fdfce0f" providerId="LiveId" clId="{0E84280E-040D-4236-899E-B91292F7E156}" dt="2026-04-16T02:39:04.892" v="1324" actId="478"/>
      <pc:docMkLst>
        <pc:docMk/>
      </pc:docMkLst>
      <pc:sldChg chg="add del">
        <pc:chgData name="Nguyễn Khang" userId="468d90fe5fdfce0f" providerId="LiveId" clId="{0E84280E-040D-4236-899E-B91292F7E156}" dt="2026-04-15T16:08:21.008" v="114"/>
        <pc:sldMkLst>
          <pc:docMk/>
          <pc:sldMk cId="1455527579" sldId="257"/>
        </pc:sldMkLst>
      </pc:sldChg>
      <pc:sldChg chg="addSp delSp modSp add del">
        <pc:chgData name="Nguyễn Khang" userId="468d90fe5fdfce0f" providerId="LiveId" clId="{0E84280E-040D-4236-899E-B91292F7E156}" dt="2026-04-15T17:15:38.038" v="371" actId="2696"/>
        <pc:sldMkLst>
          <pc:docMk/>
          <pc:sldMk cId="2397824177" sldId="258"/>
        </pc:sldMkLst>
        <pc:spChg chg="mod">
          <ac:chgData name="Nguyễn Khang" userId="468d90fe5fdfce0f" providerId="LiveId" clId="{0E84280E-040D-4236-899E-B91292F7E156}" dt="2026-04-15T16:20:22.049" v="193" actId="207"/>
          <ac:spMkLst>
            <pc:docMk/>
            <pc:sldMk cId="2397824177" sldId="258"/>
            <ac:spMk id="3" creationId="{08E3A7EB-E34C-46CB-A7BA-40A97A49F04C}"/>
          </ac:spMkLst>
        </pc:spChg>
        <pc:spChg chg="add del">
          <ac:chgData name="Nguyễn Khang" userId="468d90fe5fdfce0f" providerId="LiveId" clId="{0E84280E-040D-4236-899E-B91292F7E156}" dt="2026-04-15T16:20:56.994" v="195"/>
          <ac:spMkLst>
            <pc:docMk/>
            <pc:sldMk cId="2397824177" sldId="258"/>
            <ac:spMk id="14" creationId="{3382CF77-A7B6-4E66-88E9-9AF5402AF8BE}"/>
          </ac:spMkLst>
        </pc:spChg>
        <pc:picChg chg="add">
          <ac:chgData name="Nguyễn Khang" userId="468d90fe5fdfce0f" providerId="LiveId" clId="{0E84280E-040D-4236-899E-B91292F7E156}" dt="2026-04-15T16:13:42.441" v="128"/>
          <ac:picMkLst>
            <pc:docMk/>
            <pc:sldMk cId="2397824177" sldId="258"/>
            <ac:picMk id="13" creationId="{80A459BD-D280-412E-826A-62093EC44F47}"/>
          </ac:picMkLst>
        </pc:picChg>
        <pc:picChg chg="add">
          <ac:chgData name="Nguyễn Khang" userId="468d90fe5fdfce0f" providerId="LiveId" clId="{0E84280E-040D-4236-899E-B91292F7E156}" dt="2026-04-15T16:12:04.671" v="118"/>
          <ac:picMkLst>
            <pc:docMk/>
            <pc:sldMk cId="2397824177" sldId="258"/>
            <ac:picMk id="13" creationId="{852EA9B8-F54E-4752-84CB-852327955E59}"/>
          </ac:picMkLst>
        </pc:picChg>
        <pc:picChg chg="add">
          <ac:chgData name="Nguyễn Khang" userId="468d90fe5fdfce0f" providerId="LiveId" clId="{0E84280E-040D-4236-899E-B91292F7E156}" dt="2026-04-15T16:12:49.152" v="122"/>
          <ac:picMkLst>
            <pc:docMk/>
            <pc:sldMk cId="2397824177" sldId="258"/>
            <ac:picMk id="13" creationId="{B7ADCA66-9F25-4D25-B0F3-D539661C2B18}"/>
          </ac:picMkLst>
        </pc:picChg>
      </pc:sldChg>
      <pc:sldChg chg="addSp delSp modSp del">
        <pc:chgData name="Nguyễn Khang" userId="468d90fe5fdfce0f" providerId="LiveId" clId="{0E84280E-040D-4236-899E-B91292F7E156}" dt="2026-04-15T17:13:48.721" v="350" actId="2696"/>
        <pc:sldMkLst>
          <pc:docMk/>
          <pc:sldMk cId="3718146968" sldId="2140753872"/>
        </pc:sldMkLst>
        <pc:spChg chg="del mod">
          <ac:chgData name="Nguyễn Khang" userId="468d90fe5fdfce0f" providerId="LiveId" clId="{0E84280E-040D-4236-899E-B91292F7E156}" dt="2026-04-15T16:18:08.250" v="183" actId="478"/>
          <ac:spMkLst>
            <pc:docMk/>
            <pc:sldMk cId="3718146968" sldId="2140753872"/>
            <ac:spMk id="11" creationId="{99DB72E9-F577-4279-B632-AC9898C5607A}"/>
          </ac:spMkLst>
        </pc:spChg>
        <pc:spChg chg="add mod">
          <ac:chgData name="Nguyễn Khang" userId="468d90fe5fdfce0f" providerId="LiveId" clId="{0E84280E-040D-4236-899E-B91292F7E156}" dt="2026-04-15T16:35:36.185" v="217" actId="692"/>
          <ac:spMkLst>
            <pc:docMk/>
            <pc:sldMk cId="3718146968" sldId="2140753872"/>
            <ac:spMk id="16" creationId="{AA806287-6E62-4D82-8C22-0B15E9D8FEA0}"/>
          </ac:spMkLst>
        </pc:spChg>
        <pc:spChg chg="add mod">
          <ac:chgData name="Nguyễn Khang" userId="468d90fe5fdfce0f" providerId="LiveId" clId="{0E84280E-040D-4236-899E-B91292F7E156}" dt="2026-04-15T16:35:23.692" v="215" actId="207"/>
          <ac:spMkLst>
            <pc:docMk/>
            <pc:sldMk cId="3718146968" sldId="2140753872"/>
            <ac:spMk id="17" creationId="{30AAB8F8-9BBA-4A32-8F88-7EBAD125CF82}"/>
          </ac:spMkLst>
        </pc:spChg>
        <pc:spChg chg="del mod">
          <ac:chgData name="Nguyễn Khang" userId="468d90fe5fdfce0f" providerId="LiveId" clId="{0E84280E-040D-4236-899E-B91292F7E156}" dt="2026-04-15T16:18:49.936" v="186" actId="478"/>
          <ac:spMkLst>
            <pc:docMk/>
            <pc:sldMk cId="3718146968" sldId="2140753872"/>
            <ac:spMk id="18" creationId="{6D61A076-957D-49E7-AF7B-63C689CEDCBC}"/>
          </ac:spMkLst>
        </pc:spChg>
        <pc:spChg chg="del">
          <ac:chgData name="Nguyễn Khang" userId="468d90fe5fdfce0f" providerId="LiveId" clId="{0E84280E-040D-4236-899E-B91292F7E156}" dt="2026-04-15T16:13:01.831" v="124" actId="478"/>
          <ac:spMkLst>
            <pc:docMk/>
            <pc:sldMk cId="3718146968" sldId="2140753872"/>
            <ac:spMk id="20" creationId="{B49A3A57-4E82-4580-B9E3-916777567F7E}"/>
          </ac:spMkLst>
        </pc:spChg>
        <pc:picChg chg="add del">
          <ac:chgData name="Nguyễn Khang" userId="468d90fe5fdfce0f" providerId="LiveId" clId="{0E84280E-040D-4236-899E-B91292F7E156}" dt="2026-04-15T16:08:24.722" v="115"/>
          <ac:picMkLst>
            <pc:docMk/>
            <pc:sldMk cId="3718146968" sldId="2140753872"/>
            <ac:picMk id="14" creationId="{8C2FD411-5873-4A5D-9283-888E3A2C1A42}"/>
          </ac:picMkLst>
        </pc:picChg>
        <pc:picChg chg="add del">
          <ac:chgData name="Nguyễn Khang" userId="468d90fe5fdfce0f" providerId="LiveId" clId="{0E84280E-040D-4236-899E-B91292F7E156}" dt="2026-04-15T16:08:25.321" v="116" actId="478"/>
          <ac:picMkLst>
            <pc:docMk/>
            <pc:sldMk cId="3718146968" sldId="2140753872"/>
            <ac:picMk id="15" creationId="{7620A016-C52C-4F29-9C17-5741B80D0032}"/>
          </ac:picMkLst>
        </pc:picChg>
        <pc:picChg chg="mod">
          <ac:chgData name="Nguyễn Khang" userId="468d90fe5fdfce0f" providerId="LiveId" clId="{0E84280E-040D-4236-899E-B91292F7E156}" dt="2026-04-15T16:16:58.096" v="179"/>
          <ac:picMkLst>
            <pc:docMk/>
            <pc:sldMk cId="3718146968" sldId="2140753872"/>
            <ac:picMk id="2050" creationId="{99D17113-2086-4D24-8ECD-9DD73A13835B}"/>
          </ac:picMkLst>
        </pc:picChg>
      </pc:sldChg>
      <pc:sldChg chg="del">
        <pc:chgData name="Nguyễn Khang" userId="468d90fe5fdfce0f" providerId="LiveId" clId="{0E84280E-040D-4236-899E-B91292F7E156}" dt="2026-04-15T16:12:51.814" v="123" actId="2696"/>
        <pc:sldMkLst>
          <pc:docMk/>
          <pc:sldMk cId="738708215" sldId="2140753873"/>
        </pc:sldMkLst>
      </pc:sldChg>
      <pc:sldChg chg="delSp modSp setBg">
        <pc:chgData name="Nguyễn Khang" userId="468d90fe5fdfce0f" providerId="LiveId" clId="{0E84280E-040D-4236-899E-B91292F7E156}" dt="2026-04-15T19:13:51.375" v="1322"/>
        <pc:sldMkLst>
          <pc:docMk/>
          <pc:sldMk cId="373485582" sldId="2140753874"/>
        </pc:sldMkLst>
        <pc:spChg chg="del">
          <ac:chgData name="Nguyễn Khang" userId="468d90fe5fdfce0f" providerId="LiveId" clId="{0E84280E-040D-4236-899E-B91292F7E156}" dt="2026-04-15T17:39:14.600" v="468" actId="478"/>
          <ac:spMkLst>
            <pc:docMk/>
            <pc:sldMk cId="373485582" sldId="2140753874"/>
            <ac:spMk id="2" creationId="{FDA96F5A-7855-47CE-9493-832E4018183F}"/>
          </ac:spMkLst>
        </pc:spChg>
        <pc:spChg chg="mod">
          <ac:chgData name="Nguyễn Khang" userId="468d90fe5fdfce0f" providerId="LiveId" clId="{0E84280E-040D-4236-899E-B91292F7E156}" dt="2026-04-15T17:28:03.001" v="429" actId="207"/>
          <ac:spMkLst>
            <pc:docMk/>
            <pc:sldMk cId="373485582" sldId="2140753874"/>
            <ac:spMk id="4" creationId="{2011D8B9-A05F-4C94-A8FA-41416EA3A123}"/>
          </ac:spMkLst>
        </pc:spChg>
        <pc:picChg chg="mod">
          <ac:chgData name="Nguyễn Khang" userId="468d90fe5fdfce0f" providerId="LiveId" clId="{0E84280E-040D-4236-899E-B91292F7E156}" dt="2026-04-15T19:13:51.375" v="1322"/>
          <ac:picMkLst>
            <pc:docMk/>
            <pc:sldMk cId="373485582" sldId="2140753874"/>
            <ac:picMk id="1026" creationId="{DA5104CC-9AF5-45A4-888E-EE53744D8A6B}"/>
          </ac:picMkLst>
        </pc:picChg>
      </pc:sldChg>
      <pc:sldChg chg="addSp delSp modSp del setBg">
        <pc:chgData name="Nguyễn Khang" userId="468d90fe5fdfce0f" providerId="LiveId" clId="{0E84280E-040D-4236-899E-B91292F7E156}" dt="2026-04-15T17:43:08.452" v="484" actId="2696"/>
        <pc:sldMkLst>
          <pc:docMk/>
          <pc:sldMk cId="2025558904" sldId="2140753875"/>
        </pc:sldMkLst>
        <pc:spChg chg="del">
          <ac:chgData name="Nguyễn Khang" userId="468d90fe5fdfce0f" providerId="LiveId" clId="{0E84280E-040D-4236-899E-B91292F7E156}" dt="2026-04-15T17:38:57.680" v="467" actId="478"/>
          <ac:spMkLst>
            <pc:docMk/>
            <pc:sldMk cId="2025558904" sldId="2140753875"/>
            <ac:spMk id="2" creationId="{8B7F06B6-5B06-4663-9C0A-43AF2AA2BF6F}"/>
          </ac:spMkLst>
        </pc:spChg>
        <pc:spChg chg="add del">
          <ac:chgData name="Nguyễn Khang" userId="468d90fe5fdfce0f" providerId="LiveId" clId="{0E84280E-040D-4236-899E-B91292F7E156}" dt="2026-04-15T16:37:12.643" v="223"/>
          <ac:spMkLst>
            <pc:docMk/>
            <pc:sldMk cId="2025558904" sldId="2140753875"/>
            <ac:spMk id="3" creationId="{F50F424B-9A8A-43DA-9ACB-7A9B4D6389B0}"/>
          </ac:spMkLst>
        </pc:spChg>
        <pc:spChg chg="add del mod">
          <ac:chgData name="Nguyễn Khang" userId="468d90fe5fdfce0f" providerId="LiveId" clId="{0E84280E-040D-4236-899E-B91292F7E156}" dt="2026-04-15T16:39:32.326" v="238" actId="6549"/>
          <ac:spMkLst>
            <pc:docMk/>
            <pc:sldMk cId="2025558904" sldId="2140753875"/>
            <ac:spMk id="4" creationId="{8C105CD9-2916-46CC-B55C-8FD1A42537F9}"/>
          </ac:spMkLst>
        </pc:spChg>
        <pc:spChg chg="add del mod">
          <ac:chgData name="Nguyễn Khang" userId="468d90fe5fdfce0f" providerId="LiveId" clId="{0E84280E-040D-4236-899E-B91292F7E156}" dt="2026-04-15T16:39:34.893" v="240"/>
          <ac:spMkLst>
            <pc:docMk/>
            <pc:sldMk cId="2025558904" sldId="2140753875"/>
            <ac:spMk id="11" creationId="{EFDDCB5B-0CA2-4850-A14F-4CE92DA21E25}"/>
          </ac:spMkLst>
        </pc:spChg>
        <pc:picChg chg="mod">
          <ac:chgData name="Nguyễn Khang" userId="468d90fe5fdfce0f" providerId="LiveId" clId="{0E84280E-040D-4236-899E-B91292F7E156}" dt="2026-04-15T16:01:42.087" v="111" actId="1076"/>
          <ac:picMkLst>
            <pc:docMk/>
            <pc:sldMk cId="2025558904" sldId="2140753875"/>
            <ac:picMk id="9" creationId="{423C53B5-32F6-4724-9825-399515C58567}"/>
          </ac:picMkLst>
        </pc:picChg>
      </pc:sldChg>
      <pc:sldChg chg="modSp del">
        <pc:chgData name="Nguyễn Khang" userId="468d90fe5fdfce0f" providerId="LiveId" clId="{0E84280E-040D-4236-899E-B91292F7E156}" dt="2026-04-15T17:46:40.757" v="497" actId="2696"/>
        <pc:sldMkLst>
          <pc:docMk/>
          <pc:sldMk cId="2698106509" sldId="2140753876"/>
        </pc:sldMkLst>
        <pc:spChg chg="mod">
          <ac:chgData name="Nguyễn Khang" userId="468d90fe5fdfce0f" providerId="LiveId" clId="{0E84280E-040D-4236-899E-B91292F7E156}" dt="2026-04-15T16:35:51.950" v="218" actId="207"/>
          <ac:spMkLst>
            <pc:docMk/>
            <pc:sldMk cId="2698106509" sldId="2140753876"/>
            <ac:spMk id="4" creationId="{9EE507EA-B4B0-4374-9300-BC1A5B4DC38F}"/>
          </ac:spMkLst>
        </pc:spChg>
        <pc:spChg chg="mod">
          <ac:chgData name="Nguyễn Khang" userId="468d90fe5fdfce0f" providerId="LiveId" clId="{0E84280E-040D-4236-899E-B91292F7E156}" dt="2026-04-15T16:37:52.055" v="229" actId="6549"/>
          <ac:spMkLst>
            <pc:docMk/>
            <pc:sldMk cId="2698106509" sldId="2140753876"/>
            <ac:spMk id="8" creationId="{484D7FF0-F8C9-4640-8AAC-02D0FC1531D2}"/>
          </ac:spMkLst>
        </pc:spChg>
      </pc:sldChg>
      <pc:sldChg chg="modSp del">
        <pc:chgData name="Nguyễn Khang" userId="468d90fe5fdfce0f" providerId="LiveId" clId="{0E84280E-040D-4236-899E-B91292F7E156}" dt="2026-04-15T17:52:57.686" v="519" actId="2696"/>
        <pc:sldMkLst>
          <pc:docMk/>
          <pc:sldMk cId="3245134154" sldId="2140753877"/>
        </pc:sldMkLst>
        <pc:spChg chg="mod">
          <ac:chgData name="Nguyễn Khang" userId="468d90fe5fdfce0f" providerId="LiveId" clId="{0E84280E-040D-4236-899E-B91292F7E156}" dt="2026-04-15T16:35:59.481" v="219" actId="207"/>
          <ac:spMkLst>
            <pc:docMk/>
            <pc:sldMk cId="3245134154" sldId="2140753877"/>
            <ac:spMk id="4" creationId="{7A080100-AB9C-49C4-9D2A-D94EDC34189F}"/>
          </ac:spMkLst>
        </pc:spChg>
      </pc:sldChg>
      <pc:sldChg chg="modSp del">
        <pc:chgData name="Nguyễn Khang" userId="468d90fe5fdfce0f" providerId="LiveId" clId="{0E84280E-040D-4236-899E-B91292F7E156}" dt="2026-04-15T17:57:00.379" v="537" actId="2696"/>
        <pc:sldMkLst>
          <pc:docMk/>
          <pc:sldMk cId="3707810070" sldId="2140753878"/>
        </pc:sldMkLst>
        <pc:spChg chg="mod">
          <ac:chgData name="Nguyễn Khang" userId="468d90fe5fdfce0f" providerId="LiveId" clId="{0E84280E-040D-4236-899E-B91292F7E156}" dt="2026-04-15T17:53:14.152" v="522" actId="1076"/>
          <ac:spMkLst>
            <pc:docMk/>
            <pc:sldMk cId="3707810070" sldId="2140753878"/>
            <ac:spMk id="5" creationId="{223F9861-80D7-48AD-8755-BAA3CDE71437}"/>
          </ac:spMkLst>
        </pc:spChg>
      </pc:sldChg>
      <pc:sldChg chg="modSp del">
        <pc:chgData name="Nguyễn Khang" userId="468d90fe5fdfce0f" providerId="LiveId" clId="{0E84280E-040D-4236-899E-B91292F7E156}" dt="2026-04-15T18:09:29.231" v="820" actId="2696"/>
        <pc:sldMkLst>
          <pc:docMk/>
          <pc:sldMk cId="3233849984" sldId="2140753879"/>
        </pc:sldMkLst>
        <pc:spChg chg="mod">
          <ac:chgData name="Nguyễn Khang" userId="468d90fe5fdfce0f" providerId="LiveId" clId="{0E84280E-040D-4236-899E-B91292F7E156}" dt="2026-04-15T16:36:11.611" v="221" actId="207"/>
          <ac:spMkLst>
            <pc:docMk/>
            <pc:sldMk cId="3233849984" sldId="2140753879"/>
            <ac:spMk id="5" creationId="{0EAFA905-BCEE-42ED-83AE-2C53D36EFB06}"/>
          </ac:spMkLst>
        </pc:spChg>
      </pc:sldChg>
      <pc:sldChg chg="addSp delSp modSp delDesignElem">
        <pc:chgData name="Nguyễn Khang" userId="468d90fe5fdfce0f" providerId="LiveId" clId="{0E84280E-040D-4236-899E-B91292F7E156}" dt="2026-04-15T18:11:44.569" v="835" actId="255"/>
        <pc:sldMkLst>
          <pc:docMk/>
          <pc:sldMk cId="2395798990" sldId="2140753880"/>
        </pc:sldMkLst>
        <pc:spChg chg="add del mod">
          <ac:chgData name="Nguyễn Khang" userId="468d90fe5fdfce0f" providerId="LiveId" clId="{0E84280E-040D-4236-899E-B91292F7E156}" dt="2026-04-15T18:10:16.302" v="825"/>
          <ac:spMkLst>
            <pc:docMk/>
            <pc:sldMk cId="2395798990" sldId="2140753880"/>
            <ac:spMk id="4" creationId="{2D05742C-0976-4156-85F9-6BD96A8EC1C7}"/>
          </ac:spMkLst>
        </pc:spChg>
        <pc:spChg chg="add del mod">
          <ac:chgData name="Nguyễn Khang" userId="468d90fe5fdfce0f" providerId="LiveId" clId="{0E84280E-040D-4236-899E-B91292F7E156}" dt="2026-04-15T18:10:16.302" v="825"/>
          <ac:spMkLst>
            <pc:docMk/>
            <pc:sldMk cId="2395798990" sldId="2140753880"/>
            <ac:spMk id="5" creationId="{26130D29-3CC8-4B76-8996-020CFFF1DDEA}"/>
          </ac:spMkLst>
        </pc:spChg>
        <pc:spChg chg="add del mod">
          <ac:chgData name="Nguyễn Khang" userId="468d90fe5fdfce0f" providerId="LiveId" clId="{0E84280E-040D-4236-899E-B91292F7E156}" dt="2026-04-15T18:10:16.302" v="825"/>
          <ac:spMkLst>
            <pc:docMk/>
            <pc:sldMk cId="2395798990" sldId="2140753880"/>
            <ac:spMk id="6" creationId="{5DB0179F-0E8D-430E-A9B9-8EDB261A7876}"/>
          </ac:spMkLst>
        </pc:spChg>
        <pc:spChg chg="add del mod">
          <ac:chgData name="Nguyễn Khang" userId="468d90fe5fdfce0f" providerId="LiveId" clId="{0E84280E-040D-4236-899E-B91292F7E156}" dt="2026-04-15T18:10:16.302" v="825"/>
          <ac:spMkLst>
            <pc:docMk/>
            <pc:sldMk cId="2395798990" sldId="2140753880"/>
            <ac:spMk id="8" creationId="{339350D2-403B-4779-BF15-D042488DD4FB}"/>
          </ac:spMkLst>
        </pc:spChg>
        <pc:spChg chg="add del mod">
          <ac:chgData name="Nguyễn Khang" userId="468d90fe5fdfce0f" providerId="LiveId" clId="{0E84280E-040D-4236-899E-B91292F7E156}" dt="2026-04-15T18:10:16.302" v="825"/>
          <ac:spMkLst>
            <pc:docMk/>
            <pc:sldMk cId="2395798990" sldId="2140753880"/>
            <ac:spMk id="9" creationId="{CBACCD60-313C-4727-8C6E-B67FA21FA3C7}"/>
          </ac:spMkLst>
        </pc:spChg>
        <pc:spChg chg="add del mod">
          <ac:chgData name="Nguyễn Khang" userId="468d90fe5fdfce0f" providerId="LiveId" clId="{0E84280E-040D-4236-899E-B91292F7E156}" dt="2026-04-15T18:10:16.302" v="825"/>
          <ac:spMkLst>
            <pc:docMk/>
            <pc:sldMk cId="2395798990" sldId="2140753880"/>
            <ac:spMk id="10" creationId="{B3F9051A-32A3-404F-A520-B3DCCA6DF1AC}"/>
          </ac:spMkLst>
        </pc:spChg>
        <pc:spChg chg="add del mod">
          <ac:chgData name="Nguyễn Khang" userId="468d90fe5fdfce0f" providerId="LiveId" clId="{0E84280E-040D-4236-899E-B91292F7E156}" dt="2026-04-15T18:10:16.302" v="825"/>
          <ac:spMkLst>
            <pc:docMk/>
            <pc:sldMk cId="2395798990" sldId="2140753880"/>
            <ac:spMk id="11" creationId="{499949C1-7A16-46DD-AA4E-6DD47A714977}"/>
          </ac:spMkLst>
        </pc:spChg>
        <pc:spChg chg="add del">
          <ac:chgData name="Nguyễn Khang" userId="468d90fe5fdfce0f" providerId="LiveId" clId="{0E84280E-040D-4236-899E-B91292F7E156}" dt="2026-04-15T18:10:16.302" v="825"/>
          <ac:spMkLst>
            <pc:docMk/>
            <pc:sldMk cId="2395798990" sldId="2140753880"/>
            <ac:spMk id="71" creationId="{AAAE94E3-A7DB-4868-B1E3-E49703488BBC}"/>
          </ac:spMkLst>
        </pc:spChg>
        <pc:spChg chg="add del">
          <ac:chgData name="Nguyễn Khang" userId="468d90fe5fdfce0f" providerId="LiveId" clId="{0E84280E-040D-4236-899E-B91292F7E156}" dt="2026-04-15T18:10:16.302" v="825"/>
          <ac:spMkLst>
            <pc:docMk/>
            <pc:sldMk cId="2395798990" sldId="2140753880"/>
            <ac:spMk id="77" creationId="{3873B707-463F-40B0-8227-E8CC6C67EB25}"/>
          </ac:spMkLst>
        </pc:spChg>
        <pc:spChg chg="add del">
          <ac:chgData name="Nguyễn Khang" userId="468d90fe5fdfce0f" providerId="LiveId" clId="{0E84280E-040D-4236-899E-B91292F7E156}" dt="2026-04-15T18:10:16.302" v="825"/>
          <ac:spMkLst>
            <pc:docMk/>
            <pc:sldMk cId="2395798990" sldId="2140753880"/>
            <ac:spMk id="79" creationId="{C13237C8-E62C-4F0D-A318-BD6FB6C2D138}"/>
          </ac:spMkLst>
        </pc:spChg>
        <pc:spChg chg="add del">
          <ac:chgData name="Nguyễn Khang" userId="468d90fe5fdfce0f" providerId="LiveId" clId="{0E84280E-040D-4236-899E-B91292F7E156}" dt="2026-04-15T18:10:16.302" v="825"/>
          <ac:spMkLst>
            <pc:docMk/>
            <pc:sldMk cId="2395798990" sldId="2140753880"/>
            <ac:spMk id="81" creationId="{19C9EAEA-39D0-4B0E-A0EB-51E7B26740B1}"/>
          </ac:spMkLst>
        </pc:spChg>
        <pc:spChg chg="add del">
          <ac:chgData name="Nguyễn Khang" userId="468d90fe5fdfce0f" providerId="LiveId" clId="{0E84280E-040D-4236-899E-B91292F7E156}" dt="2026-04-15T18:10:16.302" v="825"/>
          <ac:spMkLst>
            <pc:docMk/>
            <pc:sldMk cId="2395798990" sldId="2140753880"/>
            <ac:spMk id="83" creationId="{8CB5D2D7-DF65-4E86-BFBA-FFB9B5ACEB64}"/>
          </ac:spMkLst>
        </pc:spChg>
        <pc:spChg chg="mod">
          <ac:chgData name="Nguyễn Khang" userId="468d90fe5fdfce0f" providerId="LiveId" clId="{0E84280E-040D-4236-899E-B91292F7E156}" dt="2026-04-15T18:11:44.569" v="835" actId="255"/>
          <ac:spMkLst>
            <pc:docMk/>
            <pc:sldMk cId="2395798990" sldId="2140753880"/>
            <ac:spMk id="259" creationId="{732759BC-7526-45D4-AB3A-B47BD4F0D94B}"/>
          </ac:spMkLst>
        </pc:spChg>
        <pc:spChg chg="mod">
          <ac:chgData name="Nguyễn Khang" userId="468d90fe5fdfce0f" providerId="LiveId" clId="{0E84280E-040D-4236-899E-B91292F7E156}" dt="2026-04-15T18:11:43.504" v="833" actId="1076"/>
          <ac:spMkLst>
            <pc:docMk/>
            <pc:sldMk cId="2395798990" sldId="2140753880"/>
            <ac:spMk id="260" creationId="{1FB22C3F-EE2F-487F-857A-0A6E81AFAF5E}"/>
          </ac:spMkLst>
        </pc:spChg>
        <pc:grpChg chg="add del">
          <ac:chgData name="Nguyễn Khang" userId="468d90fe5fdfce0f" providerId="LiveId" clId="{0E84280E-040D-4236-899E-B91292F7E156}" dt="2026-04-15T18:10:16.302" v="825"/>
          <ac:grpSpMkLst>
            <pc:docMk/>
            <pc:sldMk cId="2395798990" sldId="2140753880"/>
            <ac:grpSpMk id="73" creationId="{1DE889C7-FAD6-4397-98E2-05D503484459}"/>
          </ac:grpSpMkLst>
        </pc:grpChg>
        <pc:picChg chg="mod">
          <ac:chgData name="Nguyễn Khang" userId="468d90fe5fdfce0f" providerId="LiveId" clId="{0E84280E-040D-4236-899E-B91292F7E156}" dt="2026-04-15T18:09:39.065" v="822" actId="1076"/>
          <ac:picMkLst>
            <pc:docMk/>
            <pc:sldMk cId="2395798990" sldId="2140753880"/>
            <ac:picMk id="3" creationId="{BC6934EA-2309-4D4B-A31C-A9812E9DF7FF}"/>
          </ac:picMkLst>
        </pc:picChg>
      </pc:sldChg>
      <pc:sldChg chg="modSp del">
        <pc:chgData name="Nguyễn Khang" userId="468d90fe5fdfce0f" providerId="LiveId" clId="{0E84280E-040D-4236-899E-B91292F7E156}" dt="2026-04-15T18:17:06.021" v="858" actId="2696"/>
        <pc:sldMkLst>
          <pc:docMk/>
          <pc:sldMk cId="4200742296" sldId="2140753881"/>
        </pc:sldMkLst>
        <pc:spChg chg="mod">
          <ac:chgData name="Nguyễn Khang" userId="468d90fe5fdfce0f" providerId="LiveId" clId="{0E84280E-040D-4236-899E-B91292F7E156}" dt="2026-04-15T16:40:07.194" v="241" actId="207"/>
          <ac:spMkLst>
            <pc:docMk/>
            <pc:sldMk cId="4200742296" sldId="2140753881"/>
            <ac:spMk id="4" creationId="{D9A84D82-7EA4-4589-866B-3471909988EC}"/>
          </ac:spMkLst>
        </pc:spChg>
        <pc:spChg chg="mod">
          <ac:chgData name="Nguyễn Khang" userId="468d90fe5fdfce0f" providerId="LiveId" clId="{0E84280E-040D-4236-899E-B91292F7E156}" dt="2026-04-15T18:15:22.720" v="849" actId="207"/>
          <ac:spMkLst>
            <pc:docMk/>
            <pc:sldMk cId="4200742296" sldId="2140753881"/>
            <ac:spMk id="9" creationId="{1D38D28A-504F-4CC1-A900-342C44426CB8}"/>
          </ac:spMkLst>
        </pc:spChg>
        <pc:cxnChg chg="mod">
          <ac:chgData name="Nguyễn Khang" userId="468d90fe5fdfce0f" providerId="LiveId" clId="{0E84280E-040D-4236-899E-B91292F7E156}" dt="2026-04-15T16:40:14.808" v="242" actId="13822"/>
          <ac:cxnSpMkLst>
            <pc:docMk/>
            <pc:sldMk cId="4200742296" sldId="2140753881"/>
            <ac:cxnSpMk id="7" creationId="{0102CADA-AEA1-4D5D-AEC4-A90181488842}"/>
          </ac:cxnSpMkLst>
        </pc:cxnChg>
      </pc:sldChg>
      <pc:sldChg chg="modSp del">
        <pc:chgData name="Nguyễn Khang" userId="468d90fe5fdfce0f" providerId="LiveId" clId="{0E84280E-040D-4236-899E-B91292F7E156}" dt="2026-04-15T18:32:22.108" v="951" actId="2696"/>
        <pc:sldMkLst>
          <pc:docMk/>
          <pc:sldMk cId="2323904625" sldId="2140753883"/>
        </pc:sldMkLst>
        <pc:spChg chg="mod">
          <ac:chgData name="Nguyễn Khang" userId="468d90fe5fdfce0f" providerId="LiveId" clId="{0E84280E-040D-4236-899E-B91292F7E156}" dt="2026-04-15T18:27:27.782" v="908" actId="1076"/>
          <ac:spMkLst>
            <pc:docMk/>
            <pc:sldMk cId="2323904625" sldId="2140753883"/>
            <ac:spMk id="5" creationId="{A2615DFC-F6DF-4BB0-A0F0-AAAE75552B28}"/>
          </ac:spMkLst>
        </pc:spChg>
      </pc:sldChg>
      <pc:sldChg chg="addSp delSp modSp del">
        <pc:chgData name="Nguyễn Khang" userId="468d90fe5fdfce0f" providerId="LiveId" clId="{0E84280E-040D-4236-899E-B91292F7E156}" dt="2026-04-15T18:34:37.574" v="972" actId="2696"/>
        <pc:sldMkLst>
          <pc:docMk/>
          <pc:sldMk cId="3387222768" sldId="2140753884"/>
        </pc:sldMkLst>
        <pc:spChg chg="mod">
          <ac:chgData name="Nguyễn Khang" userId="468d90fe5fdfce0f" providerId="LiveId" clId="{0E84280E-040D-4236-899E-B91292F7E156}" dt="2026-04-15T16:40:55.476" v="247" actId="207"/>
          <ac:spMkLst>
            <pc:docMk/>
            <pc:sldMk cId="3387222768" sldId="2140753884"/>
            <ac:spMk id="5" creationId="{D704D423-EC44-4414-8DAF-FAB6BF1376AE}"/>
          </ac:spMkLst>
        </pc:spChg>
        <pc:cxnChg chg="del mod">
          <ac:chgData name="Nguyễn Khang" userId="468d90fe5fdfce0f" providerId="LiveId" clId="{0E84280E-040D-4236-899E-B91292F7E156}" dt="2026-04-15T16:41:37.748" v="251" actId="478"/>
          <ac:cxnSpMkLst>
            <pc:docMk/>
            <pc:sldMk cId="3387222768" sldId="2140753884"/>
            <ac:cxnSpMk id="7" creationId="{E6F523B1-2FFC-4460-A934-A88A828F2C88}"/>
          </ac:cxnSpMkLst>
        </pc:cxnChg>
        <pc:cxnChg chg="add mod">
          <ac:chgData name="Nguyễn Khang" userId="468d90fe5fdfce0f" providerId="LiveId" clId="{0E84280E-040D-4236-899E-B91292F7E156}" dt="2026-04-15T16:41:49.582" v="252" actId="14100"/>
          <ac:cxnSpMkLst>
            <pc:docMk/>
            <pc:sldMk cId="3387222768" sldId="2140753884"/>
            <ac:cxnSpMk id="8" creationId="{049F8F9B-9B45-426A-BAA4-696C73BEF524}"/>
          </ac:cxnSpMkLst>
        </pc:cxnChg>
      </pc:sldChg>
      <pc:sldChg chg="addSp delSp modSp del">
        <pc:chgData name="Nguyễn Khang" userId="468d90fe5fdfce0f" providerId="LiveId" clId="{0E84280E-040D-4236-899E-B91292F7E156}" dt="2026-04-15T18:35:52.383" v="982" actId="2696"/>
        <pc:sldMkLst>
          <pc:docMk/>
          <pc:sldMk cId="1349927664" sldId="2140753885"/>
        </pc:sldMkLst>
        <pc:spChg chg="mod">
          <ac:chgData name="Nguyễn Khang" userId="468d90fe5fdfce0f" providerId="LiveId" clId="{0E84280E-040D-4236-899E-B91292F7E156}" dt="2026-04-15T16:43:00.603" v="260" actId="1076"/>
          <ac:spMkLst>
            <pc:docMk/>
            <pc:sldMk cId="1349927664" sldId="2140753885"/>
            <ac:spMk id="5" creationId="{A62582F6-4EEC-4864-B776-C5A94600C0AA}"/>
          </ac:spMkLst>
        </pc:spChg>
        <pc:cxnChg chg="del">
          <ac:chgData name="Nguyễn Khang" userId="468d90fe5fdfce0f" providerId="LiveId" clId="{0E84280E-040D-4236-899E-B91292F7E156}" dt="2026-04-15T16:42:16.947" v="257" actId="478"/>
          <ac:cxnSpMkLst>
            <pc:docMk/>
            <pc:sldMk cId="1349927664" sldId="2140753885"/>
            <ac:cxnSpMk id="7" creationId="{0E342FFC-2977-4B8B-9092-7F17724DCBF5}"/>
          </ac:cxnSpMkLst>
        </pc:cxnChg>
        <pc:cxnChg chg="add del">
          <ac:chgData name="Nguyễn Khang" userId="468d90fe5fdfce0f" providerId="LiveId" clId="{0E84280E-040D-4236-899E-B91292F7E156}" dt="2026-04-15T16:42:10.249" v="255" actId="478"/>
          <ac:cxnSpMkLst>
            <pc:docMk/>
            <pc:sldMk cId="1349927664" sldId="2140753885"/>
            <ac:cxnSpMk id="8" creationId="{C6A5F963-24E2-4057-A921-381A4182C992}"/>
          </ac:cxnSpMkLst>
        </pc:cxnChg>
        <pc:cxnChg chg="add mod">
          <ac:chgData name="Nguyễn Khang" userId="468d90fe5fdfce0f" providerId="LiveId" clId="{0E84280E-040D-4236-899E-B91292F7E156}" dt="2026-04-15T16:42:41.041" v="259" actId="14100"/>
          <ac:cxnSpMkLst>
            <pc:docMk/>
            <pc:sldMk cId="1349927664" sldId="2140753885"/>
            <ac:cxnSpMk id="9" creationId="{3337FB1A-F8BB-445E-8252-C22CD9AB4207}"/>
          </ac:cxnSpMkLst>
        </pc:cxnChg>
      </pc:sldChg>
      <pc:sldChg chg="addSp delSp modSp del">
        <pc:chgData name="Nguyễn Khang" userId="468d90fe5fdfce0f" providerId="LiveId" clId="{0E84280E-040D-4236-899E-B91292F7E156}" dt="2026-04-15T18:40:21.631" v="1005" actId="2696"/>
        <pc:sldMkLst>
          <pc:docMk/>
          <pc:sldMk cId="3698543264" sldId="2140753886"/>
        </pc:sldMkLst>
        <pc:spChg chg="mod">
          <ac:chgData name="Nguyễn Khang" userId="468d90fe5fdfce0f" providerId="LiveId" clId="{0E84280E-040D-4236-899E-B91292F7E156}" dt="2026-04-15T16:43:58.212" v="265" actId="1076"/>
          <ac:spMkLst>
            <pc:docMk/>
            <pc:sldMk cId="3698543264" sldId="2140753886"/>
            <ac:spMk id="5" creationId="{16BF3059-DAF9-4B93-B8C0-B4770210B2D9}"/>
          </ac:spMkLst>
        </pc:spChg>
        <pc:cxnChg chg="del">
          <ac:chgData name="Nguyễn Khang" userId="468d90fe5fdfce0f" providerId="LiveId" clId="{0E84280E-040D-4236-899E-B91292F7E156}" dt="2026-04-15T16:43:41.827" v="263" actId="478"/>
          <ac:cxnSpMkLst>
            <pc:docMk/>
            <pc:sldMk cId="3698543264" sldId="2140753886"/>
            <ac:cxnSpMk id="7" creationId="{5CFD215C-4B1E-4A10-9718-C645F9058E08}"/>
          </ac:cxnSpMkLst>
        </pc:cxnChg>
        <pc:cxnChg chg="add mod">
          <ac:chgData name="Nguyễn Khang" userId="468d90fe5fdfce0f" providerId="LiveId" clId="{0E84280E-040D-4236-899E-B91292F7E156}" dt="2026-04-15T16:43:51.331" v="264" actId="14100"/>
          <ac:cxnSpMkLst>
            <pc:docMk/>
            <pc:sldMk cId="3698543264" sldId="2140753886"/>
            <ac:cxnSpMk id="8" creationId="{61B9A6C0-A2DA-413F-ADC4-FB70432A4337}"/>
          </ac:cxnSpMkLst>
        </pc:cxnChg>
      </pc:sldChg>
      <pc:sldChg chg="addSp delSp modSp del">
        <pc:chgData name="Nguyễn Khang" userId="468d90fe5fdfce0f" providerId="LiveId" clId="{0E84280E-040D-4236-899E-B91292F7E156}" dt="2026-04-15T18:42:47.651" v="1040" actId="2696"/>
        <pc:sldMkLst>
          <pc:docMk/>
          <pc:sldMk cId="454917167" sldId="2140753887"/>
        </pc:sldMkLst>
        <pc:spChg chg="del">
          <ac:chgData name="Nguyễn Khang" userId="468d90fe5fdfce0f" providerId="LiveId" clId="{0E84280E-040D-4236-899E-B91292F7E156}" dt="2026-04-15T16:45:06.008" v="271" actId="478"/>
          <ac:spMkLst>
            <pc:docMk/>
            <pc:sldMk cId="454917167" sldId="2140753887"/>
            <ac:spMk id="5" creationId="{2ED54183-7D92-4135-8315-2EC4E981C9FC}"/>
          </ac:spMkLst>
        </pc:spChg>
        <pc:spChg chg="add mod">
          <ac:chgData name="Nguyễn Khang" userId="468d90fe5fdfce0f" providerId="LiveId" clId="{0E84280E-040D-4236-899E-B91292F7E156}" dt="2026-04-15T16:45:46.408" v="277"/>
          <ac:spMkLst>
            <pc:docMk/>
            <pc:sldMk cId="454917167" sldId="2140753887"/>
            <ac:spMk id="8" creationId="{8F04DB87-54BE-4377-8580-70D7E5AA8282}"/>
          </ac:spMkLst>
        </pc:spChg>
        <pc:cxnChg chg="del">
          <ac:chgData name="Nguyễn Khang" userId="468d90fe5fdfce0f" providerId="LiveId" clId="{0E84280E-040D-4236-899E-B91292F7E156}" dt="2026-04-15T16:44:45.249" v="270" actId="478"/>
          <ac:cxnSpMkLst>
            <pc:docMk/>
            <pc:sldMk cId="454917167" sldId="2140753887"/>
            <ac:cxnSpMk id="9" creationId="{221B7193-17E0-4FD4-B846-E52AD22FC22A}"/>
          </ac:cxnSpMkLst>
        </pc:cxnChg>
        <pc:cxnChg chg="add mod">
          <ac:chgData name="Nguyễn Khang" userId="468d90fe5fdfce0f" providerId="LiveId" clId="{0E84280E-040D-4236-899E-B91292F7E156}" dt="2026-04-15T16:45:16.798" v="274" actId="14100"/>
          <ac:cxnSpMkLst>
            <pc:docMk/>
            <pc:sldMk cId="454917167" sldId="2140753887"/>
            <ac:cxnSpMk id="10" creationId="{333E2EAF-077E-46F5-A339-1D3D36AE2279}"/>
          </ac:cxnSpMkLst>
        </pc:cxnChg>
      </pc:sldChg>
      <pc:sldChg chg="addSp delSp modSp del">
        <pc:chgData name="Nguyễn Khang" userId="468d90fe5fdfce0f" providerId="LiveId" clId="{0E84280E-040D-4236-899E-B91292F7E156}" dt="2026-04-15T18:45:08.589" v="1059" actId="2696"/>
        <pc:sldMkLst>
          <pc:docMk/>
          <pc:sldMk cId="2678905527" sldId="2140753888"/>
        </pc:sldMkLst>
        <pc:spChg chg="add del">
          <ac:chgData name="Nguyễn Khang" userId="468d90fe5fdfce0f" providerId="LiveId" clId="{0E84280E-040D-4236-899E-B91292F7E156}" dt="2026-04-15T16:45:28.204" v="276"/>
          <ac:spMkLst>
            <pc:docMk/>
            <pc:sldMk cId="2678905527" sldId="2140753888"/>
            <ac:spMk id="4" creationId="{D28AB010-0FA8-44FD-AF37-8370439C7A88}"/>
          </ac:spMkLst>
        </pc:spChg>
        <pc:spChg chg="del">
          <ac:chgData name="Nguyễn Khang" userId="468d90fe5fdfce0f" providerId="LiveId" clId="{0E84280E-040D-4236-899E-B91292F7E156}" dt="2026-04-15T16:46:15.999" v="280" actId="478"/>
          <ac:spMkLst>
            <pc:docMk/>
            <pc:sldMk cId="2678905527" sldId="2140753888"/>
            <ac:spMk id="5" creationId="{9A13E9E9-357E-45C7-92F3-2D59007E0FE3}"/>
          </ac:spMkLst>
        </pc:spChg>
        <pc:spChg chg="add del">
          <ac:chgData name="Nguyễn Khang" userId="468d90fe5fdfce0f" providerId="LiveId" clId="{0E84280E-040D-4236-899E-B91292F7E156}" dt="2026-04-15T16:46:12.925" v="279"/>
          <ac:spMkLst>
            <pc:docMk/>
            <pc:sldMk cId="2678905527" sldId="2140753888"/>
            <ac:spMk id="8" creationId="{CB752B71-687B-4FE4-8B00-D2FB21B826E8}"/>
          </ac:spMkLst>
        </pc:spChg>
        <pc:spChg chg="add mod">
          <ac:chgData name="Nguyễn Khang" userId="468d90fe5fdfce0f" providerId="LiveId" clId="{0E84280E-040D-4236-899E-B91292F7E156}" dt="2026-04-15T16:46:47.317" v="285"/>
          <ac:spMkLst>
            <pc:docMk/>
            <pc:sldMk cId="2678905527" sldId="2140753888"/>
            <ac:spMk id="11" creationId="{4BC69A00-A64C-4C4F-8692-806A949BA10C}"/>
          </ac:spMkLst>
        </pc:spChg>
        <pc:cxnChg chg="del">
          <ac:chgData name="Nguyễn Khang" userId="468d90fe5fdfce0f" providerId="LiveId" clId="{0E84280E-040D-4236-899E-B91292F7E156}" dt="2026-04-15T16:46:17.711" v="281" actId="478"/>
          <ac:cxnSpMkLst>
            <pc:docMk/>
            <pc:sldMk cId="2678905527" sldId="2140753888"/>
            <ac:cxnSpMk id="7" creationId="{A3F87FD7-9629-473E-9339-49DEB4FEFF36}"/>
          </ac:cxnSpMkLst>
        </pc:cxnChg>
        <pc:cxnChg chg="add del">
          <ac:chgData name="Nguyễn Khang" userId="468d90fe5fdfce0f" providerId="LiveId" clId="{0E84280E-040D-4236-899E-B91292F7E156}" dt="2026-04-15T16:46:12.925" v="279"/>
          <ac:cxnSpMkLst>
            <pc:docMk/>
            <pc:sldMk cId="2678905527" sldId="2140753888"/>
            <ac:cxnSpMk id="9" creationId="{FE2D326E-F00A-4493-AE42-7F5174E4A41E}"/>
          </ac:cxnSpMkLst>
        </pc:cxnChg>
        <pc:cxnChg chg="add mod">
          <ac:chgData name="Nguyễn Khang" userId="468d90fe5fdfce0f" providerId="LiveId" clId="{0E84280E-040D-4236-899E-B91292F7E156}" dt="2026-04-15T16:46:26.458" v="283" actId="14100"/>
          <ac:cxnSpMkLst>
            <pc:docMk/>
            <pc:sldMk cId="2678905527" sldId="2140753888"/>
            <ac:cxnSpMk id="12" creationId="{23BF2481-2DCE-4B55-A511-BD326470F609}"/>
          </ac:cxnSpMkLst>
        </pc:cxnChg>
      </pc:sldChg>
      <pc:sldChg chg="addSp delSp modSp del">
        <pc:chgData name="Nguyễn Khang" userId="468d90fe5fdfce0f" providerId="LiveId" clId="{0E84280E-040D-4236-899E-B91292F7E156}" dt="2026-04-15T18:47:58.102" v="1086" actId="2696"/>
        <pc:sldMkLst>
          <pc:docMk/>
          <pc:sldMk cId="1406039249" sldId="2140753889"/>
        </pc:sldMkLst>
        <pc:spChg chg="del mod">
          <ac:chgData name="Nguyễn Khang" userId="468d90fe5fdfce0f" providerId="LiveId" clId="{0E84280E-040D-4236-899E-B91292F7E156}" dt="2026-04-15T16:47:02.930" v="289"/>
          <ac:spMkLst>
            <pc:docMk/>
            <pc:sldMk cId="1406039249" sldId="2140753889"/>
            <ac:spMk id="5" creationId="{BAB18A77-94CE-4DEB-94FF-0BF548C43DFE}"/>
          </ac:spMkLst>
        </pc:spChg>
        <pc:spChg chg="add">
          <ac:chgData name="Nguyễn Khang" userId="468d90fe5fdfce0f" providerId="LiveId" clId="{0E84280E-040D-4236-899E-B91292F7E156}" dt="2026-04-15T16:47:04.137" v="290"/>
          <ac:spMkLst>
            <pc:docMk/>
            <pc:sldMk cId="1406039249" sldId="2140753889"/>
            <ac:spMk id="8" creationId="{573FAB38-E8A8-47F8-9CF4-506E7A40D8D0}"/>
          </ac:spMkLst>
        </pc:spChg>
        <pc:spChg chg="mod">
          <ac:chgData name="Nguyễn Khang" userId="468d90fe5fdfce0f" providerId="LiveId" clId="{0E84280E-040D-4236-899E-B91292F7E156}" dt="2026-04-15T18:46:32.566" v="1071"/>
          <ac:spMkLst>
            <pc:docMk/>
            <pc:sldMk cId="1406039249" sldId="2140753889"/>
            <ac:spMk id="12" creationId="{2CFE91D6-0144-4A50-97BD-B8EA190368A2}"/>
          </ac:spMkLst>
        </pc:spChg>
        <pc:cxnChg chg="del">
          <ac:chgData name="Nguyễn Khang" userId="468d90fe5fdfce0f" providerId="LiveId" clId="{0E84280E-040D-4236-899E-B91292F7E156}" dt="2026-04-15T16:47:02.930" v="287" actId="478"/>
          <ac:cxnSpMkLst>
            <pc:docMk/>
            <pc:sldMk cId="1406039249" sldId="2140753889"/>
            <ac:cxnSpMk id="7" creationId="{1AF7621D-A1B6-4F7E-89FB-E7E945126A5B}"/>
          </ac:cxnSpMkLst>
        </pc:cxnChg>
        <pc:cxnChg chg="add mod">
          <ac:chgData name="Nguyễn Khang" userId="468d90fe5fdfce0f" providerId="LiveId" clId="{0E84280E-040D-4236-899E-B91292F7E156}" dt="2026-04-15T16:47:13.577" v="291" actId="14100"/>
          <ac:cxnSpMkLst>
            <pc:docMk/>
            <pc:sldMk cId="1406039249" sldId="2140753889"/>
            <ac:cxnSpMk id="9" creationId="{F35D4AC5-CA20-45BA-90C3-56F668CC63B3}"/>
          </ac:cxnSpMkLst>
        </pc:cxnChg>
      </pc:sldChg>
      <pc:sldChg chg="modSp del">
        <pc:chgData name="Nguyễn Khang" userId="468d90fe5fdfce0f" providerId="LiveId" clId="{0E84280E-040D-4236-899E-B91292F7E156}" dt="2026-04-15T18:53:08.394" v="1116" actId="2696"/>
        <pc:sldMkLst>
          <pc:docMk/>
          <pc:sldMk cId="227317261" sldId="2140753891"/>
        </pc:sldMkLst>
        <pc:spChg chg="mod">
          <ac:chgData name="Nguyễn Khang" userId="468d90fe5fdfce0f" providerId="LiveId" clId="{0E84280E-040D-4236-899E-B91292F7E156}" dt="2026-04-15T16:48:12.923" v="295" actId="207"/>
          <ac:spMkLst>
            <pc:docMk/>
            <pc:sldMk cId="227317261" sldId="2140753891"/>
            <ac:spMk id="5" creationId="{8CC501E5-C523-45C8-9158-E542AA33CB7C}"/>
          </ac:spMkLst>
        </pc:spChg>
      </pc:sldChg>
      <pc:sldChg chg="modSp del">
        <pc:chgData name="Nguyễn Khang" userId="468d90fe5fdfce0f" providerId="LiveId" clId="{0E84280E-040D-4236-899E-B91292F7E156}" dt="2026-04-15T18:55:43.355" v="1135" actId="2696"/>
        <pc:sldMkLst>
          <pc:docMk/>
          <pc:sldMk cId="516877976" sldId="2140753892"/>
        </pc:sldMkLst>
        <pc:spChg chg="mod">
          <ac:chgData name="Nguyễn Khang" userId="468d90fe5fdfce0f" providerId="LiveId" clId="{0E84280E-040D-4236-899E-B91292F7E156}" dt="2026-04-15T16:48:19.072" v="296" actId="207"/>
          <ac:spMkLst>
            <pc:docMk/>
            <pc:sldMk cId="516877976" sldId="2140753892"/>
            <ac:spMk id="5" creationId="{AC2F9FDC-7510-49AE-A7E3-94C661B0563C}"/>
          </ac:spMkLst>
        </pc:spChg>
      </pc:sldChg>
      <pc:sldChg chg="addSp delSp modSp">
        <pc:chgData name="Nguyễn Khang" userId="468d90fe5fdfce0f" providerId="LiveId" clId="{0E84280E-040D-4236-899E-B91292F7E156}" dt="2026-04-15T19:03:18.655" v="1206"/>
        <pc:sldMkLst>
          <pc:docMk/>
          <pc:sldMk cId="1946862192" sldId="2140753893"/>
        </pc:sldMkLst>
        <pc:spChg chg="mod">
          <ac:chgData name="Nguyễn Khang" userId="468d90fe5fdfce0f" providerId="LiveId" clId="{0E84280E-040D-4236-899E-B91292F7E156}" dt="2026-04-15T16:48:28.593" v="298" actId="207"/>
          <ac:spMkLst>
            <pc:docMk/>
            <pc:sldMk cId="1946862192" sldId="2140753893"/>
            <ac:spMk id="4" creationId="{92A6F5CD-849C-0744-DB9E-ED7375619322}"/>
          </ac:spMkLst>
        </pc:spChg>
        <pc:picChg chg="del">
          <ac:chgData name="Nguyễn Khang" userId="468d90fe5fdfce0f" providerId="LiveId" clId="{0E84280E-040D-4236-899E-B91292F7E156}" dt="2026-04-15T18:56:31.122" v="1136" actId="478"/>
          <ac:picMkLst>
            <pc:docMk/>
            <pc:sldMk cId="1946862192" sldId="2140753893"/>
            <ac:picMk id="9" creationId="{9B0B9607-D630-4981-B6F9-B0610D139C69}"/>
          </ac:picMkLst>
        </pc:picChg>
        <pc:picChg chg="add del">
          <ac:chgData name="Nguyễn Khang" userId="468d90fe5fdfce0f" providerId="LiveId" clId="{0E84280E-040D-4236-899E-B91292F7E156}" dt="2026-04-15T18:58:00.125" v="1143" actId="478"/>
          <ac:picMkLst>
            <pc:docMk/>
            <pc:sldMk cId="1946862192" sldId="2140753893"/>
            <ac:picMk id="10" creationId="{F48347D5-9A22-4E7E-9604-793863E04386}"/>
          </ac:picMkLst>
        </pc:picChg>
        <pc:picChg chg="add del">
          <ac:chgData name="Nguyễn Khang" userId="468d90fe5fdfce0f" providerId="LiveId" clId="{0E84280E-040D-4236-899E-B91292F7E156}" dt="2026-04-15T18:58:17.298" v="1145" actId="478"/>
          <ac:picMkLst>
            <pc:docMk/>
            <pc:sldMk cId="1946862192" sldId="2140753893"/>
            <ac:picMk id="11" creationId="{314E9862-53EE-4E96-8A9C-6ABFE237B72F}"/>
          </ac:picMkLst>
        </pc:picChg>
        <pc:picChg chg="add del mod">
          <ac:chgData name="Nguyễn Khang" userId="468d90fe5fdfce0f" providerId="LiveId" clId="{0E84280E-040D-4236-899E-B91292F7E156}" dt="2026-04-15T18:59:53.982" v="1157" actId="478"/>
          <ac:picMkLst>
            <pc:docMk/>
            <pc:sldMk cId="1946862192" sldId="2140753893"/>
            <ac:picMk id="12" creationId="{87B3A2ED-5763-4DDB-8D7D-C43EA2F42C59}"/>
          </ac:picMkLst>
        </pc:picChg>
        <pc:picChg chg="add del">
          <ac:chgData name="Nguyễn Khang" userId="468d90fe5fdfce0f" providerId="LiveId" clId="{0E84280E-040D-4236-899E-B91292F7E156}" dt="2026-04-15T19:03:17.921" v="1205" actId="478"/>
          <ac:picMkLst>
            <pc:docMk/>
            <pc:sldMk cId="1946862192" sldId="2140753893"/>
            <ac:picMk id="13" creationId="{59043A15-7BD5-41EC-BE9A-BFD4128FD1CB}"/>
          </ac:picMkLst>
        </pc:picChg>
        <pc:picChg chg="add">
          <ac:chgData name="Nguyễn Khang" userId="468d90fe5fdfce0f" providerId="LiveId" clId="{0E84280E-040D-4236-899E-B91292F7E156}" dt="2026-04-15T19:03:18.655" v="1206"/>
          <ac:picMkLst>
            <pc:docMk/>
            <pc:sldMk cId="1946862192" sldId="2140753893"/>
            <ac:picMk id="14" creationId="{5EC91C14-0B87-47F8-9713-3F7863F7D33D}"/>
          </ac:picMkLst>
        </pc:picChg>
      </pc:sldChg>
      <pc:sldChg chg="addSp delSp modSp">
        <pc:chgData name="Nguyễn Khang" userId="468d90fe5fdfce0f" providerId="LiveId" clId="{0E84280E-040D-4236-899E-B91292F7E156}" dt="2026-04-15T19:03:14.820" v="1204"/>
        <pc:sldMkLst>
          <pc:docMk/>
          <pc:sldMk cId="3885762704" sldId="2140753894"/>
        </pc:sldMkLst>
        <pc:picChg chg="del">
          <ac:chgData name="Nguyễn Khang" userId="468d90fe5fdfce0f" providerId="LiveId" clId="{0E84280E-040D-4236-899E-B91292F7E156}" dt="2026-04-15T18:56:43.971" v="1138" actId="478"/>
          <ac:picMkLst>
            <pc:docMk/>
            <pc:sldMk cId="3885762704" sldId="2140753894"/>
            <ac:picMk id="16" creationId="{AE43CEFD-1F02-4FCB-BB28-4949C41F70F7}"/>
          </ac:picMkLst>
        </pc:picChg>
        <pc:picChg chg="add del">
          <ac:chgData name="Nguyễn Khang" userId="468d90fe5fdfce0f" providerId="LiveId" clId="{0E84280E-040D-4236-899E-B91292F7E156}" dt="2026-04-15T18:56:48.586" v="1140" actId="478"/>
          <ac:picMkLst>
            <pc:docMk/>
            <pc:sldMk cId="3885762704" sldId="2140753894"/>
            <ac:picMk id="17" creationId="{EDFFA1A2-95E7-4845-B226-DCFE926A0F5E}"/>
          </ac:picMkLst>
        </pc:picChg>
        <pc:picChg chg="add del mod">
          <ac:chgData name="Nguyễn Khang" userId="468d90fe5fdfce0f" providerId="LiveId" clId="{0E84280E-040D-4236-899E-B91292F7E156}" dt="2026-04-15T18:58:22.729" v="1147" actId="478"/>
          <ac:picMkLst>
            <pc:docMk/>
            <pc:sldMk cId="3885762704" sldId="2140753894"/>
            <ac:picMk id="18" creationId="{568CE992-6CBB-46CD-A318-0F3162F7EB17}"/>
          </ac:picMkLst>
        </pc:picChg>
        <pc:picChg chg="add del">
          <ac:chgData name="Nguyễn Khang" userId="468d90fe5fdfce0f" providerId="LiveId" clId="{0E84280E-040D-4236-899E-B91292F7E156}" dt="2026-04-15T18:58:42.431" v="1150" actId="478"/>
          <ac:picMkLst>
            <pc:docMk/>
            <pc:sldMk cId="3885762704" sldId="2140753894"/>
            <ac:picMk id="19" creationId="{95659A66-0245-41F6-8DC8-14350B5078EF}"/>
          </ac:picMkLst>
        </pc:picChg>
        <pc:picChg chg="add del">
          <ac:chgData name="Nguyễn Khang" userId="468d90fe5fdfce0f" providerId="LiveId" clId="{0E84280E-040D-4236-899E-B91292F7E156}" dt="2026-04-15T18:59:38.482" v="1154" actId="478"/>
          <ac:picMkLst>
            <pc:docMk/>
            <pc:sldMk cId="3885762704" sldId="2140753894"/>
            <ac:picMk id="21" creationId="{66116400-9648-4C6A-95CF-A24A38F1E30E}"/>
          </ac:picMkLst>
        </pc:picChg>
        <pc:picChg chg="add del mod">
          <ac:chgData name="Nguyễn Khang" userId="468d90fe5fdfce0f" providerId="LiveId" clId="{0E84280E-040D-4236-899E-B91292F7E156}" dt="2026-04-15T19:03:13.997" v="1203" actId="478"/>
          <ac:picMkLst>
            <pc:docMk/>
            <pc:sldMk cId="3885762704" sldId="2140753894"/>
            <ac:picMk id="25" creationId="{F26EB3DF-9CB9-4D2E-9A80-FAE0B7102E9A}"/>
          </ac:picMkLst>
        </pc:picChg>
        <pc:picChg chg="add">
          <ac:chgData name="Nguyễn Khang" userId="468d90fe5fdfce0f" providerId="LiveId" clId="{0E84280E-040D-4236-899E-B91292F7E156}" dt="2026-04-15T19:03:14.820" v="1204"/>
          <ac:picMkLst>
            <pc:docMk/>
            <pc:sldMk cId="3885762704" sldId="2140753894"/>
            <ac:picMk id="27" creationId="{DBB42596-60D4-4D8D-A373-913980070972}"/>
          </ac:picMkLst>
        </pc:picChg>
      </pc:sldChg>
      <pc:sldChg chg="addSp delSp">
        <pc:chgData name="Nguyễn Khang" userId="468d90fe5fdfce0f" providerId="LiveId" clId="{0E84280E-040D-4236-899E-B91292F7E156}" dt="2026-04-15T19:02:47.964" v="1194" actId="478"/>
        <pc:sldMkLst>
          <pc:docMk/>
          <pc:sldMk cId="2388298006" sldId="2140753895"/>
        </pc:sldMkLst>
        <pc:picChg chg="add del">
          <ac:chgData name="Nguyễn Khang" userId="468d90fe5fdfce0f" providerId="LiveId" clId="{0E84280E-040D-4236-899E-B91292F7E156}" dt="2026-04-15T19:02:47.964" v="1194" actId="478"/>
          <ac:picMkLst>
            <pc:docMk/>
            <pc:sldMk cId="2388298006" sldId="2140753895"/>
            <ac:picMk id="5" creationId="{6F659727-6CDC-4D34-9273-0752A9EC62E7}"/>
          </ac:picMkLst>
        </pc:picChg>
        <pc:picChg chg="add del">
          <ac:chgData name="Nguyễn Khang" userId="468d90fe5fdfce0f" providerId="LiveId" clId="{0E84280E-040D-4236-899E-B91292F7E156}" dt="2026-04-15T19:02:47.576" v="1193"/>
          <ac:picMkLst>
            <pc:docMk/>
            <pc:sldMk cId="2388298006" sldId="2140753895"/>
            <ac:picMk id="6" creationId="{22EF0585-9F81-4F95-A282-14206AF46358}"/>
          </ac:picMkLst>
        </pc:picChg>
      </pc:sldChg>
      <pc:sldChg chg="modSp">
        <pc:chgData name="Nguyễn Khang" userId="468d90fe5fdfce0f" providerId="LiveId" clId="{0E84280E-040D-4236-899E-B91292F7E156}" dt="2026-04-15T16:49:03.697" v="300" actId="113"/>
        <pc:sldMkLst>
          <pc:docMk/>
          <pc:sldMk cId="1285070266" sldId="2140753896"/>
        </pc:sldMkLst>
        <pc:spChg chg="mod">
          <ac:chgData name="Nguyễn Khang" userId="468d90fe5fdfce0f" providerId="LiveId" clId="{0E84280E-040D-4236-899E-B91292F7E156}" dt="2026-04-15T16:49:03.697" v="300" actId="113"/>
          <ac:spMkLst>
            <pc:docMk/>
            <pc:sldMk cId="1285070266" sldId="2140753896"/>
            <ac:spMk id="4" creationId="{444EEA56-E13A-F65C-2AC7-BAF637148A08}"/>
          </ac:spMkLst>
        </pc:spChg>
      </pc:sldChg>
      <pc:sldChg chg="addSp delSp">
        <pc:chgData name="Nguyễn Khang" userId="468d90fe5fdfce0f" providerId="LiveId" clId="{0E84280E-040D-4236-899E-B91292F7E156}" dt="2026-04-15T19:02:44.303" v="1190" actId="478"/>
        <pc:sldMkLst>
          <pc:docMk/>
          <pc:sldMk cId="2341285683" sldId="2140753897"/>
        </pc:sldMkLst>
        <pc:picChg chg="add del">
          <ac:chgData name="Nguyễn Khang" userId="468d90fe5fdfce0f" providerId="LiveId" clId="{0E84280E-040D-4236-899E-B91292F7E156}" dt="2026-04-15T19:02:44.303" v="1190" actId="478"/>
          <ac:picMkLst>
            <pc:docMk/>
            <pc:sldMk cId="2341285683" sldId="2140753897"/>
            <ac:picMk id="11" creationId="{3D649C9C-F497-46F0-AB88-E62AFB47513B}"/>
          </ac:picMkLst>
        </pc:picChg>
        <pc:picChg chg="add del">
          <ac:chgData name="Nguyễn Khang" userId="468d90fe5fdfce0f" providerId="LiveId" clId="{0E84280E-040D-4236-899E-B91292F7E156}" dt="2026-04-15T19:02:43.599" v="1189"/>
          <ac:picMkLst>
            <pc:docMk/>
            <pc:sldMk cId="2341285683" sldId="2140753897"/>
            <ac:picMk id="13" creationId="{86C42C38-8662-49C7-BD42-9F731A1B0B4E}"/>
          </ac:picMkLst>
        </pc:picChg>
      </pc:sldChg>
      <pc:sldChg chg="addSp delSp">
        <pc:chgData name="Nguyễn Khang" userId="468d90fe5fdfce0f" providerId="LiveId" clId="{0E84280E-040D-4236-899E-B91292F7E156}" dt="2026-04-15T19:02:43.037" v="1188" actId="478"/>
        <pc:sldMkLst>
          <pc:docMk/>
          <pc:sldMk cId="2298662116" sldId="2140753899"/>
        </pc:sldMkLst>
        <pc:picChg chg="add del">
          <ac:chgData name="Nguyễn Khang" userId="468d90fe5fdfce0f" providerId="LiveId" clId="{0E84280E-040D-4236-899E-B91292F7E156}" dt="2026-04-15T19:02:42.255" v="1187"/>
          <ac:picMkLst>
            <pc:docMk/>
            <pc:sldMk cId="2298662116" sldId="2140753899"/>
            <ac:picMk id="8" creationId="{D9576C33-E982-4AE1-96B7-A1B3D743D476}"/>
          </ac:picMkLst>
        </pc:picChg>
        <pc:picChg chg="add del">
          <ac:chgData name="Nguyễn Khang" userId="468d90fe5fdfce0f" providerId="LiveId" clId="{0E84280E-040D-4236-899E-B91292F7E156}" dt="2026-04-15T19:02:43.037" v="1188" actId="478"/>
          <ac:picMkLst>
            <pc:docMk/>
            <pc:sldMk cId="2298662116" sldId="2140753899"/>
            <ac:picMk id="9" creationId="{957307DF-CF2D-4293-84B3-BC623BEFEE2F}"/>
          </ac:picMkLst>
        </pc:picChg>
      </pc:sldChg>
      <pc:sldChg chg="addSp delSp modSp">
        <pc:chgData name="Nguyễn Khang" userId="468d90fe5fdfce0f" providerId="LiveId" clId="{0E84280E-040D-4236-899E-B91292F7E156}" dt="2026-04-15T19:02:41.285" v="1186" actId="478"/>
        <pc:sldMkLst>
          <pc:docMk/>
          <pc:sldMk cId="1677773847" sldId="2140753900"/>
        </pc:sldMkLst>
        <pc:picChg chg="add del">
          <ac:chgData name="Nguyễn Khang" userId="468d90fe5fdfce0f" providerId="LiveId" clId="{0E84280E-040D-4236-899E-B91292F7E156}" dt="2026-04-15T19:02:41.285" v="1186" actId="478"/>
          <ac:picMkLst>
            <pc:docMk/>
            <pc:sldMk cId="1677773847" sldId="2140753900"/>
            <ac:picMk id="3" creationId="{7DCD130A-74EF-F5DA-A045-911038A572E6}"/>
          </ac:picMkLst>
        </pc:picChg>
        <pc:picChg chg="add del mod">
          <ac:chgData name="Nguyễn Khang" userId="468d90fe5fdfce0f" providerId="LiveId" clId="{0E84280E-040D-4236-899E-B91292F7E156}" dt="2026-04-15T19:02:40.829" v="1185"/>
          <ac:picMkLst>
            <pc:docMk/>
            <pc:sldMk cId="1677773847" sldId="2140753900"/>
            <ac:picMk id="5" creationId="{E1BE44C8-7DC6-4266-940D-952F98A067C7}"/>
          </ac:picMkLst>
        </pc:picChg>
      </pc:sldChg>
      <pc:sldChg chg="addSp delSp">
        <pc:chgData name="Nguyễn Khang" userId="468d90fe5fdfce0f" providerId="LiveId" clId="{0E84280E-040D-4236-899E-B91292F7E156}" dt="2026-04-15T19:03:10.707" v="1202"/>
        <pc:sldMkLst>
          <pc:docMk/>
          <pc:sldMk cId="2061817844" sldId="2140753901"/>
        </pc:sldMkLst>
        <pc:picChg chg="del">
          <ac:chgData name="Nguyễn Khang" userId="468d90fe5fdfce0f" providerId="LiveId" clId="{0E84280E-040D-4236-899E-B91292F7E156}" dt="2026-04-15T18:58:53.965" v="1152" actId="478"/>
          <ac:picMkLst>
            <pc:docMk/>
            <pc:sldMk cId="2061817844" sldId="2140753901"/>
            <ac:picMk id="16" creationId="{AE61B7E9-7EE9-49ED-8693-0504D4182185}"/>
          </ac:picMkLst>
        </pc:picChg>
        <pc:picChg chg="add del">
          <ac:chgData name="Nguyễn Khang" userId="468d90fe5fdfce0f" providerId="LiveId" clId="{0E84280E-040D-4236-899E-B91292F7E156}" dt="2026-04-15T19:00:02.136" v="1159" actId="478"/>
          <ac:picMkLst>
            <pc:docMk/>
            <pc:sldMk cId="2061817844" sldId="2140753901"/>
            <ac:picMk id="17" creationId="{E45F2A66-9EE0-47F0-8AED-4A914D74E005}"/>
          </ac:picMkLst>
        </pc:picChg>
        <pc:picChg chg="add del">
          <ac:chgData name="Nguyễn Khang" userId="468d90fe5fdfce0f" providerId="LiveId" clId="{0E84280E-040D-4236-899E-B91292F7E156}" dt="2026-04-15T19:03:08.889" v="1201" actId="478"/>
          <ac:picMkLst>
            <pc:docMk/>
            <pc:sldMk cId="2061817844" sldId="2140753901"/>
            <ac:picMk id="18" creationId="{56306081-5AF9-4FEA-BA12-75982CA5DF3B}"/>
          </ac:picMkLst>
        </pc:picChg>
        <pc:picChg chg="add">
          <ac:chgData name="Nguyễn Khang" userId="468d90fe5fdfce0f" providerId="LiveId" clId="{0E84280E-040D-4236-899E-B91292F7E156}" dt="2026-04-15T19:03:10.707" v="1202"/>
          <ac:picMkLst>
            <pc:docMk/>
            <pc:sldMk cId="2061817844" sldId="2140753901"/>
            <ac:picMk id="19" creationId="{080E50B4-CAF7-4B4A-BFA0-90AF27F95695}"/>
          </ac:picMkLst>
        </pc:picChg>
      </pc:sldChg>
      <pc:sldChg chg="addSp delSp">
        <pc:chgData name="Nguyễn Khang" userId="468d90fe5fdfce0f" providerId="LiveId" clId="{0E84280E-040D-4236-899E-B91292F7E156}" dt="2026-04-15T19:02:50.795" v="1200" actId="478"/>
        <pc:sldMkLst>
          <pc:docMk/>
          <pc:sldMk cId="744723638" sldId="2140753902"/>
        </pc:sldMkLst>
        <pc:picChg chg="del">
          <ac:chgData name="Nguyễn Khang" userId="468d90fe5fdfce0f" providerId="LiveId" clId="{0E84280E-040D-4236-899E-B91292F7E156}" dt="2026-04-15T16:51:13.115" v="305" actId="478"/>
          <ac:picMkLst>
            <pc:docMk/>
            <pc:sldMk cId="744723638" sldId="2140753902"/>
            <ac:picMk id="3" creationId="{12482192-DAFE-1E64-504E-C6AFA5D6E1DA}"/>
          </ac:picMkLst>
        </pc:picChg>
        <pc:picChg chg="add del">
          <ac:chgData name="Nguyễn Khang" userId="468d90fe5fdfce0f" providerId="LiveId" clId="{0E84280E-040D-4236-899E-B91292F7E156}" dt="2026-04-15T19:02:50.795" v="1200" actId="478"/>
          <ac:picMkLst>
            <pc:docMk/>
            <pc:sldMk cId="744723638" sldId="2140753902"/>
            <ac:picMk id="17" creationId="{2682F430-CDC8-46BC-8BF5-08DD7A26C9F7}"/>
          </ac:picMkLst>
        </pc:picChg>
        <pc:picChg chg="add del">
          <ac:chgData name="Nguyễn Khang" userId="468d90fe5fdfce0f" providerId="LiveId" clId="{0E84280E-040D-4236-899E-B91292F7E156}" dt="2026-04-15T19:02:50.423" v="1199"/>
          <ac:picMkLst>
            <pc:docMk/>
            <pc:sldMk cId="744723638" sldId="2140753902"/>
            <ac:picMk id="18" creationId="{278F79B1-EC64-4A26-BDB0-E583E86B5DBE}"/>
          </ac:picMkLst>
        </pc:picChg>
      </pc:sldChg>
      <pc:sldChg chg="addSp delSp">
        <pc:chgData name="Nguyễn Khang" userId="468d90fe5fdfce0f" providerId="LiveId" clId="{0E84280E-040D-4236-899E-B91292F7E156}" dt="2026-04-15T19:02:48.880" v="1196" actId="478"/>
        <pc:sldMkLst>
          <pc:docMk/>
          <pc:sldMk cId="3507838647" sldId="2140753903"/>
        </pc:sldMkLst>
        <pc:picChg chg="del">
          <ac:chgData name="Nguyễn Khang" userId="468d90fe5fdfce0f" providerId="LiveId" clId="{0E84280E-040D-4236-899E-B91292F7E156}" dt="2026-04-15T16:50:40.375" v="303" actId="478"/>
          <ac:picMkLst>
            <pc:docMk/>
            <pc:sldMk cId="3507838647" sldId="2140753903"/>
            <ac:picMk id="3" creationId="{12482192-DAFE-1E64-504E-C6AFA5D6E1DA}"/>
          </ac:picMkLst>
        </pc:picChg>
        <pc:picChg chg="add del">
          <ac:chgData name="Nguyễn Khang" userId="468d90fe5fdfce0f" providerId="LiveId" clId="{0E84280E-040D-4236-899E-B91292F7E156}" dt="2026-04-15T16:51:36.257" v="309" actId="478"/>
          <ac:picMkLst>
            <pc:docMk/>
            <pc:sldMk cId="3507838647" sldId="2140753903"/>
            <ac:picMk id="16" creationId="{88F460F4-ADF9-4956-A7F3-A1FCD406EA41}"/>
          </ac:picMkLst>
        </pc:picChg>
        <pc:picChg chg="add del">
          <ac:chgData name="Nguyễn Khang" userId="468d90fe5fdfce0f" providerId="LiveId" clId="{0E84280E-040D-4236-899E-B91292F7E156}" dt="2026-04-15T19:02:48.475" v="1195"/>
          <ac:picMkLst>
            <pc:docMk/>
            <pc:sldMk cId="3507838647" sldId="2140753903"/>
            <ac:picMk id="16" creationId="{F9EA4981-59AC-4587-B190-3DF0552A624C}"/>
          </ac:picMkLst>
        </pc:picChg>
        <pc:picChg chg="add del">
          <ac:chgData name="Nguyễn Khang" userId="468d90fe5fdfce0f" providerId="LiveId" clId="{0E84280E-040D-4236-899E-B91292F7E156}" dt="2026-04-15T19:02:48.880" v="1196" actId="478"/>
          <ac:picMkLst>
            <pc:docMk/>
            <pc:sldMk cId="3507838647" sldId="2140753903"/>
            <ac:picMk id="17" creationId="{3E9998A5-5E8E-40A3-8CA0-A0E42D555FED}"/>
          </ac:picMkLst>
        </pc:picChg>
      </pc:sldChg>
      <pc:sldChg chg="addSp delSp">
        <pc:chgData name="Nguyễn Khang" userId="468d90fe5fdfce0f" providerId="LiveId" clId="{0E84280E-040D-4236-899E-B91292F7E156}" dt="2026-04-15T19:02:49.948" v="1198" actId="478"/>
        <pc:sldMkLst>
          <pc:docMk/>
          <pc:sldMk cId="93800261" sldId="2140753904"/>
        </pc:sldMkLst>
        <pc:picChg chg="del">
          <ac:chgData name="Nguyễn Khang" userId="468d90fe5fdfce0f" providerId="LiveId" clId="{0E84280E-040D-4236-899E-B91292F7E156}" dt="2026-04-15T16:50:32.972" v="301" actId="478"/>
          <ac:picMkLst>
            <pc:docMk/>
            <pc:sldMk cId="93800261" sldId="2140753904"/>
            <ac:picMk id="3" creationId="{12482192-DAFE-1E64-504E-C6AFA5D6E1DA}"/>
          </ac:picMkLst>
        </pc:picChg>
        <pc:picChg chg="add del">
          <ac:chgData name="Nguyễn Khang" userId="468d90fe5fdfce0f" providerId="LiveId" clId="{0E84280E-040D-4236-899E-B91292F7E156}" dt="2026-04-15T19:02:49.432" v="1197"/>
          <ac:picMkLst>
            <pc:docMk/>
            <pc:sldMk cId="93800261" sldId="2140753904"/>
            <ac:picMk id="17" creationId="{71F30DA6-7223-4C37-86DB-80C061B5BE49}"/>
          </ac:picMkLst>
        </pc:picChg>
        <pc:picChg chg="add del">
          <ac:chgData name="Nguyễn Khang" userId="468d90fe5fdfce0f" providerId="LiveId" clId="{0E84280E-040D-4236-899E-B91292F7E156}" dt="2026-04-15T16:51:29.891" v="307" actId="478"/>
          <ac:picMkLst>
            <pc:docMk/>
            <pc:sldMk cId="93800261" sldId="2140753904"/>
            <ac:picMk id="17" creationId="{D1595568-FB6F-4ACA-AB27-E765FDB81EDC}"/>
          </ac:picMkLst>
        </pc:picChg>
        <pc:picChg chg="add del">
          <ac:chgData name="Nguyễn Khang" userId="468d90fe5fdfce0f" providerId="LiveId" clId="{0E84280E-040D-4236-899E-B91292F7E156}" dt="2026-04-15T19:02:49.948" v="1198" actId="478"/>
          <ac:picMkLst>
            <pc:docMk/>
            <pc:sldMk cId="93800261" sldId="2140753904"/>
            <ac:picMk id="18" creationId="{CB1ACBED-970C-43FF-A081-35B44679C84F}"/>
          </ac:picMkLst>
        </pc:picChg>
      </pc:sldChg>
      <pc:sldChg chg="addSp delSp">
        <pc:chgData name="Nguyễn Khang" userId="468d90fe5fdfce0f" providerId="LiveId" clId="{0E84280E-040D-4236-899E-B91292F7E156}" dt="2026-04-15T19:02:47.099" v="1192" actId="478"/>
        <pc:sldMkLst>
          <pc:docMk/>
          <pc:sldMk cId="4116911220" sldId="2140753905"/>
        </pc:sldMkLst>
        <pc:picChg chg="add del">
          <ac:chgData name="Nguyễn Khang" userId="468d90fe5fdfce0f" providerId="LiveId" clId="{0E84280E-040D-4236-899E-B91292F7E156}" dt="2026-04-15T19:02:46.621" v="1191"/>
          <ac:picMkLst>
            <pc:docMk/>
            <pc:sldMk cId="4116911220" sldId="2140753905"/>
            <ac:picMk id="7" creationId="{4D1F0D68-D411-4B43-AE9D-6C1E931E0AB8}"/>
          </ac:picMkLst>
        </pc:picChg>
        <pc:picChg chg="add del">
          <ac:chgData name="Nguyễn Khang" userId="468d90fe5fdfce0f" providerId="LiveId" clId="{0E84280E-040D-4236-899E-B91292F7E156}" dt="2026-04-15T19:02:47.099" v="1192" actId="478"/>
          <ac:picMkLst>
            <pc:docMk/>
            <pc:sldMk cId="4116911220" sldId="2140753905"/>
            <ac:picMk id="8" creationId="{31FC6F95-CD82-4217-BA16-50AAA1517067}"/>
          </ac:picMkLst>
        </pc:picChg>
      </pc:sldChg>
      <pc:sldChg chg="modSp del">
        <pc:chgData name="Nguyễn Khang" userId="468d90fe5fdfce0f" providerId="LiveId" clId="{0E84280E-040D-4236-899E-B91292F7E156}" dt="2026-04-15T18:27:10.480" v="905" actId="2696"/>
        <pc:sldMkLst>
          <pc:docMk/>
          <pc:sldMk cId="125649528" sldId="2140753907"/>
        </pc:sldMkLst>
        <pc:spChg chg="mod">
          <ac:chgData name="Nguyễn Khang" userId="468d90fe5fdfce0f" providerId="LiveId" clId="{0E84280E-040D-4236-899E-B91292F7E156}" dt="2026-04-15T16:40:34.389" v="245" actId="207"/>
          <ac:spMkLst>
            <pc:docMk/>
            <pc:sldMk cId="125649528" sldId="2140753907"/>
            <ac:spMk id="4" creationId="{D9A84D82-7EA4-4589-866B-3471909988EC}"/>
          </ac:spMkLst>
        </pc:spChg>
        <pc:cxnChg chg="mod">
          <ac:chgData name="Nguyễn Khang" userId="468d90fe5fdfce0f" providerId="LiveId" clId="{0E84280E-040D-4236-899E-B91292F7E156}" dt="2026-04-15T16:40:42.365" v="246" actId="13822"/>
          <ac:cxnSpMkLst>
            <pc:docMk/>
            <pc:sldMk cId="125649528" sldId="2140753907"/>
            <ac:cxnSpMk id="7" creationId="{0102CADA-AEA1-4D5D-AEC4-A90181488842}"/>
          </ac:cxnSpMkLst>
        </pc:cxnChg>
      </pc:sldChg>
      <pc:sldChg chg="addSp delSp modSp del">
        <pc:chgData name="Nguyễn Khang" userId="468d90fe5fdfce0f" providerId="LiveId" clId="{0E84280E-040D-4236-899E-B91292F7E156}" dt="2026-04-15T18:51:08.870" v="1108" actId="2696"/>
        <pc:sldMkLst>
          <pc:docMk/>
          <pc:sldMk cId="163651428" sldId="2140753908"/>
        </pc:sldMkLst>
        <pc:spChg chg="mod">
          <ac:chgData name="Nguyễn Khang" userId="468d90fe5fdfce0f" providerId="LiveId" clId="{0E84280E-040D-4236-899E-B91292F7E156}" dt="2026-04-15T18:49:45.771" v="1100"/>
          <ac:spMkLst>
            <pc:docMk/>
            <pc:sldMk cId="163651428" sldId="2140753908"/>
            <ac:spMk id="4" creationId="{4B689AB3-A13E-4D9F-B327-0C23D10695F9}"/>
          </ac:spMkLst>
        </pc:spChg>
        <pc:spChg chg="del">
          <ac:chgData name="Nguyễn Khang" userId="468d90fe5fdfce0f" providerId="LiveId" clId="{0E84280E-040D-4236-899E-B91292F7E156}" dt="2026-04-15T16:47:29.076" v="292" actId="478"/>
          <ac:spMkLst>
            <pc:docMk/>
            <pc:sldMk cId="163651428" sldId="2140753908"/>
            <ac:spMk id="5" creationId="{BAB18A77-94CE-4DEB-94FF-0BF548C43DFE}"/>
          </ac:spMkLst>
        </pc:spChg>
        <pc:spChg chg="add">
          <ac:chgData name="Nguyễn Khang" userId="468d90fe5fdfce0f" providerId="LiveId" clId="{0E84280E-040D-4236-899E-B91292F7E156}" dt="2026-04-15T16:47:31.682" v="294"/>
          <ac:spMkLst>
            <pc:docMk/>
            <pc:sldMk cId="163651428" sldId="2140753908"/>
            <ac:spMk id="8" creationId="{6B64F0AC-B7A3-4623-A767-CA6994217406}"/>
          </ac:spMkLst>
        </pc:spChg>
        <pc:cxnChg chg="del">
          <ac:chgData name="Nguyễn Khang" userId="468d90fe5fdfce0f" providerId="LiveId" clId="{0E84280E-040D-4236-899E-B91292F7E156}" dt="2026-04-15T16:47:30.699" v="293" actId="478"/>
          <ac:cxnSpMkLst>
            <pc:docMk/>
            <pc:sldMk cId="163651428" sldId="2140753908"/>
            <ac:cxnSpMk id="7" creationId="{1AF7621D-A1B6-4F7E-89FB-E7E945126A5B}"/>
          </ac:cxnSpMkLst>
        </pc:cxnChg>
        <pc:cxnChg chg="add">
          <ac:chgData name="Nguyễn Khang" userId="468d90fe5fdfce0f" providerId="LiveId" clId="{0E84280E-040D-4236-899E-B91292F7E156}" dt="2026-04-15T16:47:31.682" v="294"/>
          <ac:cxnSpMkLst>
            <pc:docMk/>
            <pc:sldMk cId="163651428" sldId="2140753908"/>
            <ac:cxnSpMk id="9" creationId="{E508039A-71FD-4E27-AA0F-E79370E39269}"/>
          </ac:cxnSpMkLst>
        </pc:cxnChg>
      </pc:sldChg>
      <pc:sldChg chg="modSp del">
        <pc:chgData name="Nguyễn Khang" userId="468d90fe5fdfce0f" providerId="LiveId" clId="{0E84280E-040D-4236-899E-B91292F7E156}" dt="2026-04-15T18:24:40.542" v="889" actId="2696"/>
        <pc:sldMkLst>
          <pc:docMk/>
          <pc:sldMk cId="3460165853" sldId="2140753909"/>
        </pc:sldMkLst>
        <pc:spChg chg="mod">
          <ac:chgData name="Nguyễn Khang" userId="468d90fe5fdfce0f" providerId="LiveId" clId="{0E84280E-040D-4236-899E-B91292F7E156}" dt="2026-04-15T16:40:21.820" v="243" actId="207"/>
          <ac:spMkLst>
            <pc:docMk/>
            <pc:sldMk cId="3460165853" sldId="2140753909"/>
            <ac:spMk id="4" creationId="{D9A84D82-7EA4-4589-866B-3471909988EC}"/>
          </ac:spMkLst>
        </pc:spChg>
        <pc:cxnChg chg="mod">
          <ac:chgData name="Nguyễn Khang" userId="468d90fe5fdfce0f" providerId="LiveId" clId="{0E84280E-040D-4236-899E-B91292F7E156}" dt="2026-04-15T16:40:26.564" v="244" actId="13822"/>
          <ac:cxnSpMkLst>
            <pc:docMk/>
            <pc:sldMk cId="3460165853" sldId="2140753909"/>
            <ac:cxnSpMk id="7" creationId="{0102CADA-AEA1-4D5D-AEC4-A90181488842}"/>
          </ac:cxnSpMkLst>
        </pc:cxnChg>
      </pc:sldChg>
      <pc:sldChg chg="addSp delSp del">
        <pc:chgData name="Nguyễn Khang" userId="468d90fe5fdfce0f" providerId="LiveId" clId="{0E84280E-040D-4236-899E-B91292F7E156}" dt="2026-04-15T18:40:27.897" v="1006" actId="2696"/>
        <pc:sldMkLst>
          <pc:docMk/>
          <pc:sldMk cId="2664973028" sldId="2140753910"/>
        </pc:sldMkLst>
        <pc:spChg chg="del">
          <ac:chgData name="Nguyễn Khang" userId="468d90fe5fdfce0f" providerId="LiveId" clId="{0E84280E-040D-4236-899E-B91292F7E156}" dt="2026-04-15T16:44:23.111" v="266" actId="478"/>
          <ac:spMkLst>
            <pc:docMk/>
            <pc:sldMk cId="2664973028" sldId="2140753910"/>
            <ac:spMk id="5" creationId="{16BF3059-DAF9-4B93-B8C0-B4770210B2D9}"/>
          </ac:spMkLst>
        </pc:spChg>
        <pc:spChg chg="add">
          <ac:chgData name="Nguyễn Khang" userId="468d90fe5fdfce0f" providerId="LiveId" clId="{0E84280E-040D-4236-899E-B91292F7E156}" dt="2026-04-15T16:44:26.176" v="268"/>
          <ac:spMkLst>
            <pc:docMk/>
            <pc:sldMk cId="2664973028" sldId="2140753910"/>
            <ac:spMk id="8" creationId="{1EF25AED-F018-4561-921B-ADE6E9E354D5}"/>
          </ac:spMkLst>
        </pc:spChg>
        <pc:cxnChg chg="del">
          <ac:chgData name="Nguyễn Khang" userId="468d90fe5fdfce0f" providerId="LiveId" clId="{0E84280E-040D-4236-899E-B91292F7E156}" dt="2026-04-15T16:44:25.032" v="267" actId="478"/>
          <ac:cxnSpMkLst>
            <pc:docMk/>
            <pc:sldMk cId="2664973028" sldId="2140753910"/>
            <ac:cxnSpMk id="7" creationId="{5CFD215C-4B1E-4A10-9718-C645F9058E08}"/>
          </ac:cxnSpMkLst>
        </pc:cxnChg>
        <pc:cxnChg chg="add">
          <ac:chgData name="Nguyễn Khang" userId="468d90fe5fdfce0f" providerId="LiveId" clId="{0E84280E-040D-4236-899E-B91292F7E156}" dt="2026-04-15T16:44:26.176" v="268"/>
          <ac:cxnSpMkLst>
            <pc:docMk/>
            <pc:sldMk cId="2664973028" sldId="2140753910"/>
            <ac:cxnSpMk id="9" creationId="{CE416868-FB91-4826-8791-B9157DD92C23}"/>
          </ac:cxnSpMkLst>
        </pc:cxnChg>
      </pc:sldChg>
      <pc:sldChg chg="modSp add del">
        <pc:chgData name="Nguyễn Khang" userId="468d90fe5fdfce0f" providerId="LiveId" clId="{0E84280E-040D-4236-899E-B91292F7E156}" dt="2026-04-15T16:39:31.076" v="236"/>
        <pc:sldMkLst>
          <pc:docMk/>
          <pc:sldMk cId="2064522493" sldId="2140753911"/>
        </pc:sldMkLst>
        <pc:spChg chg="mod">
          <ac:chgData name="Nguyễn Khang" userId="468d90fe5fdfce0f" providerId="LiveId" clId="{0E84280E-040D-4236-899E-B91292F7E156}" dt="2026-04-15T16:38:41.378" v="231"/>
          <ac:spMkLst>
            <pc:docMk/>
            <pc:sldMk cId="2064522493" sldId="2140753911"/>
            <ac:spMk id="4" creationId="{9EE507EA-B4B0-4374-9300-BC1A5B4DC38F}"/>
          </ac:spMkLst>
        </pc:spChg>
        <pc:spChg chg="mod">
          <ac:chgData name="Nguyễn Khang" userId="468d90fe5fdfce0f" providerId="LiveId" clId="{0E84280E-040D-4236-899E-B91292F7E156}" dt="2026-04-15T16:39:29.745" v="235"/>
          <ac:spMkLst>
            <pc:docMk/>
            <pc:sldMk cId="2064522493" sldId="2140753911"/>
            <ac:spMk id="8" creationId="{484D7FF0-F8C9-4640-8AAC-02D0FC1531D2}"/>
          </ac:spMkLst>
        </pc:spChg>
      </pc:sldChg>
      <pc:sldChg chg="addSp modSp add">
        <pc:chgData name="Nguyễn Khang" userId="468d90fe5fdfce0f" providerId="LiveId" clId="{0E84280E-040D-4236-899E-B91292F7E156}" dt="2026-04-15T19:14:11.584" v="1323" actId="14100"/>
        <pc:sldMkLst>
          <pc:docMk/>
          <pc:sldMk cId="3141260802" sldId="2140753911"/>
        </pc:sldMkLst>
        <pc:spChg chg="mod">
          <ac:chgData name="Nguyễn Khang" userId="468d90fe5fdfce0f" providerId="LiveId" clId="{0E84280E-040D-4236-899E-B91292F7E156}" dt="2026-04-15T17:25:33.435" v="412" actId="207"/>
          <ac:spMkLst>
            <pc:docMk/>
            <pc:sldMk cId="3141260802" sldId="2140753911"/>
            <ac:spMk id="2" creationId="{2F4105FB-CBB2-49F4-9315-3DC5D84EF701}"/>
          </ac:spMkLst>
        </pc:spChg>
        <pc:spChg chg="mod">
          <ac:chgData name="Nguyễn Khang" userId="468d90fe5fdfce0f" providerId="LiveId" clId="{0E84280E-040D-4236-899E-B91292F7E156}" dt="2026-04-15T17:25:46.157" v="415" actId="207"/>
          <ac:spMkLst>
            <pc:docMk/>
            <pc:sldMk cId="3141260802" sldId="2140753911"/>
            <ac:spMk id="3" creationId="{AB7EB72B-43C1-4D3E-AF0E-BD240BA672C0}"/>
          </ac:spMkLst>
        </pc:spChg>
        <pc:spChg chg="mod">
          <ac:chgData name="Nguyễn Khang" userId="468d90fe5fdfce0f" providerId="LiveId" clId="{0E84280E-040D-4236-899E-B91292F7E156}" dt="2026-04-15T17:26:09.334" v="418" actId="208"/>
          <ac:spMkLst>
            <pc:docMk/>
            <pc:sldMk cId="3141260802" sldId="2140753911"/>
            <ac:spMk id="4" creationId="{6E5A949D-0F1A-4F66-9A2D-01FF98E051B0}"/>
          </ac:spMkLst>
        </pc:spChg>
        <pc:picChg chg="add mod ord">
          <ac:chgData name="Nguyễn Khang" userId="468d90fe5fdfce0f" providerId="LiveId" clId="{0E84280E-040D-4236-899E-B91292F7E156}" dt="2026-04-15T19:14:11.584" v="1323" actId="14100"/>
          <ac:picMkLst>
            <pc:docMk/>
            <pc:sldMk cId="3141260802" sldId="2140753911"/>
            <ac:picMk id="5" creationId="{D638B713-0F03-441F-9855-ADF2CA4331F3}"/>
          </ac:picMkLst>
        </pc:picChg>
      </pc:sldChg>
      <pc:sldChg chg="modSp add">
        <pc:chgData name="Nguyễn Khang" userId="468d90fe5fdfce0f" providerId="LiveId" clId="{0E84280E-040D-4236-899E-B91292F7E156}" dt="2026-04-15T17:27:29.926" v="425" actId="207"/>
        <pc:sldMkLst>
          <pc:docMk/>
          <pc:sldMk cId="123805765" sldId="2140753912"/>
        </pc:sldMkLst>
        <pc:spChg chg="mod">
          <ac:chgData name="Nguyễn Khang" userId="468d90fe5fdfce0f" providerId="LiveId" clId="{0E84280E-040D-4236-899E-B91292F7E156}" dt="2026-04-15T17:27:29.926" v="425" actId="207"/>
          <ac:spMkLst>
            <pc:docMk/>
            <pc:sldMk cId="123805765" sldId="2140753912"/>
            <ac:spMk id="2" creationId="{EC829B5C-7536-4AAE-B7B9-FCC814B7804A}"/>
          </ac:spMkLst>
        </pc:spChg>
        <pc:spChg chg="mod">
          <ac:chgData name="Nguyễn Khang" userId="468d90fe5fdfce0f" providerId="LiveId" clId="{0E84280E-040D-4236-899E-B91292F7E156}" dt="2026-04-15T17:14:03.577" v="352"/>
          <ac:spMkLst>
            <pc:docMk/>
            <pc:sldMk cId="123805765" sldId="2140753912"/>
            <ac:spMk id="4" creationId="{2172CDF9-B481-453F-8EBE-249804E82B93}"/>
          </ac:spMkLst>
        </pc:spChg>
        <pc:spChg chg="mod">
          <ac:chgData name="Nguyễn Khang" userId="468d90fe5fdfce0f" providerId="LiveId" clId="{0E84280E-040D-4236-899E-B91292F7E156}" dt="2026-04-15T17:15:01.151" v="363" actId="20577"/>
          <ac:spMkLst>
            <pc:docMk/>
            <pc:sldMk cId="123805765" sldId="2140753912"/>
            <ac:spMk id="6" creationId="{6647BF34-51E7-46F7-A6B2-D18D0F2FAB17}"/>
          </ac:spMkLst>
        </pc:spChg>
        <pc:spChg chg="mod">
          <ac:chgData name="Nguyễn Khang" userId="468d90fe5fdfce0f" providerId="LiveId" clId="{0E84280E-040D-4236-899E-B91292F7E156}" dt="2026-04-15T17:15:05.365" v="365" actId="20577"/>
          <ac:spMkLst>
            <pc:docMk/>
            <pc:sldMk cId="123805765" sldId="2140753912"/>
            <ac:spMk id="8" creationId="{9F4C92A4-63F0-4550-B8E0-E194680E6471}"/>
          </ac:spMkLst>
        </pc:spChg>
        <pc:spChg chg="mod">
          <ac:chgData name="Nguyễn Khang" userId="468d90fe5fdfce0f" providerId="LiveId" clId="{0E84280E-040D-4236-899E-B91292F7E156}" dt="2026-04-15T17:15:15.847" v="367" actId="20577"/>
          <ac:spMkLst>
            <pc:docMk/>
            <pc:sldMk cId="123805765" sldId="2140753912"/>
            <ac:spMk id="10" creationId="{FBD4E946-77BC-44A9-9EB2-78E12939CF80}"/>
          </ac:spMkLst>
        </pc:spChg>
        <pc:spChg chg="mod">
          <ac:chgData name="Nguyễn Khang" userId="468d90fe5fdfce0f" providerId="LiveId" clId="{0E84280E-040D-4236-899E-B91292F7E156}" dt="2026-04-15T17:15:25.099" v="369" actId="20577"/>
          <ac:spMkLst>
            <pc:docMk/>
            <pc:sldMk cId="123805765" sldId="2140753912"/>
            <ac:spMk id="12" creationId="{4B23014B-54F3-47A4-93BB-3417855CB08E}"/>
          </ac:spMkLst>
        </pc:spChg>
      </pc:sldChg>
      <pc:sldChg chg="add del">
        <pc:chgData name="Nguyễn Khang" userId="468d90fe5fdfce0f" providerId="LiveId" clId="{0E84280E-040D-4236-899E-B91292F7E156}" dt="2026-04-15T17:23:49.330" v="404" actId="2696"/>
        <pc:sldMkLst>
          <pc:docMk/>
          <pc:sldMk cId="968264725" sldId="2140753913"/>
        </pc:sldMkLst>
      </pc:sldChg>
      <pc:sldChg chg="add del">
        <pc:chgData name="Nguyễn Khang" userId="468d90fe5fdfce0f" providerId="LiveId" clId="{0E84280E-040D-4236-899E-B91292F7E156}" dt="2026-04-15T17:17:05.215" v="377" actId="2696"/>
        <pc:sldMkLst>
          <pc:docMk/>
          <pc:sldMk cId="1028105707" sldId="2140753913"/>
        </pc:sldMkLst>
      </pc:sldChg>
      <pc:sldChg chg="addSp delSp modSp add">
        <pc:chgData name="Nguyễn Khang" userId="468d90fe5fdfce0f" providerId="LiveId" clId="{0E84280E-040D-4236-899E-B91292F7E156}" dt="2026-04-15T19:13:17.752" v="1320"/>
        <pc:sldMkLst>
          <pc:docMk/>
          <pc:sldMk cId="1047086824" sldId="2140753913"/>
        </pc:sldMkLst>
        <pc:spChg chg="mod">
          <ac:chgData name="Nguyễn Khang" userId="468d90fe5fdfce0f" providerId="LiveId" clId="{0E84280E-040D-4236-899E-B91292F7E156}" dt="2026-04-15T17:33:18.331" v="451" actId="207"/>
          <ac:spMkLst>
            <pc:docMk/>
            <pc:sldMk cId="1047086824" sldId="2140753913"/>
            <ac:spMk id="2" creationId="{909C8810-D66D-4E52-96D3-F15EA5C5E093}"/>
          </ac:spMkLst>
        </pc:spChg>
        <pc:spChg chg="mod">
          <ac:chgData name="Nguyễn Khang" userId="468d90fe5fdfce0f" providerId="LiveId" clId="{0E84280E-040D-4236-899E-B91292F7E156}" dt="2026-04-15T17:32:35.075" v="449" actId="5793"/>
          <ac:spMkLst>
            <pc:docMk/>
            <pc:sldMk cId="1047086824" sldId="2140753913"/>
            <ac:spMk id="4" creationId="{4094822B-7689-4D2D-A083-5213AC8981C2}"/>
          </ac:spMkLst>
        </pc:spChg>
        <pc:picChg chg="add del mod">
          <ac:chgData name="Nguyễn Khang" userId="468d90fe5fdfce0f" providerId="LiveId" clId="{0E84280E-040D-4236-899E-B91292F7E156}" dt="2026-04-15T17:39:25.258" v="469" actId="478"/>
          <ac:picMkLst>
            <pc:docMk/>
            <pc:sldMk cId="1047086824" sldId="2140753913"/>
            <ac:picMk id="5" creationId="{96CA9AB8-447A-40A5-A2BC-F998CADF04BF}"/>
          </ac:picMkLst>
        </pc:picChg>
        <pc:picChg chg="add mod">
          <ac:chgData name="Nguyễn Khang" userId="468d90fe5fdfce0f" providerId="LiveId" clId="{0E84280E-040D-4236-899E-B91292F7E156}" dt="2026-04-15T19:13:17.752" v="1320"/>
          <ac:picMkLst>
            <pc:docMk/>
            <pc:sldMk cId="1047086824" sldId="2140753913"/>
            <ac:picMk id="6" creationId="{6D206B9B-6D76-4440-8C73-322CCE08716F}"/>
          </ac:picMkLst>
        </pc:picChg>
        <pc:picChg chg="add del">
          <ac:chgData name="Nguyễn Khang" userId="468d90fe5fdfce0f" providerId="LiveId" clId="{0E84280E-040D-4236-899E-B91292F7E156}" dt="2026-04-15T17:41:17.709" v="478"/>
          <ac:picMkLst>
            <pc:docMk/>
            <pc:sldMk cId="1047086824" sldId="2140753913"/>
            <ac:picMk id="7" creationId="{90AB5A3A-A284-429C-A1F5-7FCEAFA6ED15}"/>
          </ac:picMkLst>
        </pc:picChg>
        <pc:picChg chg="add del">
          <ac:chgData name="Nguyễn Khang" userId="468d90fe5fdfce0f" providerId="LiveId" clId="{0E84280E-040D-4236-899E-B91292F7E156}" dt="2026-04-15T17:41:19.513" v="480"/>
          <ac:picMkLst>
            <pc:docMk/>
            <pc:sldMk cId="1047086824" sldId="2140753913"/>
            <ac:picMk id="8" creationId="{57428667-96D8-4262-A293-1F829DF06411}"/>
          </ac:picMkLst>
        </pc:picChg>
        <pc:picChg chg="add del">
          <ac:chgData name="Nguyễn Khang" userId="468d90fe5fdfce0f" providerId="LiveId" clId="{0E84280E-040D-4236-899E-B91292F7E156}" dt="2026-04-15T17:42:07.426" v="482" actId="478"/>
          <ac:picMkLst>
            <pc:docMk/>
            <pc:sldMk cId="1047086824" sldId="2140753913"/>
            <ac:picMk id="9" creationId="{12B19C42-A225-4409-A41C-C413AEA87B26}"/>
          </ac:picMkLst>
        </pc:picChg>
      </pc:sldChg>
      <pc:sldChg chg="add del">
        <pc:chgData name="Nguyễn Khang" userId="468d90fe5fdfce0f" providerId="LiveId" clId="{0E84280E-040D-4236-899E-B91292F7E156}" dt="2026-04-15T17:25:10.768" v="410"/>
        <pc:sldMkLst>
          <pc:docMk/>
          <pc:sldMk cId="2389543828" sldId="2140753913"/>
        </pc:sldMkLst>
      </pc:sldChg>
      <pc:sldChg chg="modSp add">
        <pc:chgData name="Nguyễn Khang" userId="468d90fe5fdfce0f" providerId="LiveId" clId="{0E84280E-040D-4236-899E-B91292F7E156}" dt="2026-04-15T18:20:09.131" v="871"/>
        <pc:sldMkLst>
          <pc:docMk/>
          <pc:sldMk cId="1072063909" sldId="2140753914"/>
        </pc:sldMkLst>
        <pc:spChg chg="mod">
          <ac:chgData name="Nguyễn Khang" userId="468d90fe5fdfce0f" providerId="LiveId" clId="{0E84280E-040D-4236-899E-B91292F7E156}" dt="2026-04-15T17:46:23.941" v="496" actId="114"/>
          <ac:spMkLst>
            <pc:docMk/>
            <pc:sldMk cId="1072063909" sldId="2140753914"/>
            <ac:spMk id="2" creationId="{84023329-3EBF-4E0A-810F-D36DDA147982}"/>
          </ac:spMkLst>
        </pc:spChg>
        <pc:spChg chg="mod">
          <ac:chgData name="Nguyễn Khang" userId="468d90fe5fdfce0f" providerId="LiveId" clId="{0E84280E-040D-4236-899E-B91292F7E156}" dt="2026-04-15T18:20:09.131" v="871"/>
          <ac:spMkLst>
            <pc:docMk/>
            <pc:sldMk cId="1072063909" sldId="2140753914"/>
            <ac:spMk id="4" creationId="{7F2A19B6-AE04-4F1A-9F1B-9D88D473C3A7}"/>
          </ac:spMkLst>
        </pc:spChg>
      </pc:sldChg>
      <pc:sldChg chg="modSp add">
        <pc:chgData name="Nguyễn Khang" userId="468d90fe5fdfce0f" providerId="LiveId" clId="{0E84280E-040D-4236-899E-B91292F7E156}" dt="2026-04-15T18:19:33.171" v="870"/>
        <pc:sldMkLst>
          <pc:docMk/>
          <pc:sldMk cId="2941664299" sldId="2140753915"/>
        </pc:sldMkLst>
        <pc:spChg chg="mod">
          <ac:chgData name="Nguyễn Khang" userId="468d90fe5fdfce0f" providerId="LiveId" clId="{0E84280E-040D-4236-899E-B91292F7E156}" dt="2026-04-15T17:47:06.988" v="502" actId="27636"/>
          <ac:spMkLst>
            <pc:docMk/>
            <pc:sldMk cId="2941664299" sldId="2140753915"/>
            <ac:spMk id="2" creationId="{7A33AE50-7438-4AF2-AEEE-5670403249DF}"/>
          </ac:spMkLst>
        </pc:spChg>
        <pc:spChg chg="mod">
          <ac:chgData name="Nguyễn Khang" userId="468d90fe5fdfce0f" providerId="LiveId" clId="{0E84280E-040D-4236-899E-B91292F7E156}" dt="2026-04-15T18:19:33.171" v="870"/>
          <ac:spMkLst>
            <pc:docMk/>
            <pc:sldMk cId="2941664299" sldId="2140753915"/>
            <ac:spMk id="4" creationId="{239C389C-D8DA-4A6E-8983-DD4AEA7A0DA8}"/>
          </ac:spMkLst>
        </pc:spChg>
      </pc:sldChg>
      <pc:sldChg chg="addSp delSp modSp add">
        <pc:chgData name="Nguyễn Khang" userId="468d90fe5fdfce0f" providerId="LiveId" clId="{0E84280E-040D-4236-899E-B91292F7E156}" dt="2026-04-16T02:39:04.892" v="1324" actId="478"/>
        <pc:sldMkLst>
          <pc:docMk/>
          <pc:sldMk cId="3593313561" sldId="2140753916"/>
        </pc:sldMkLst>
        <pc:spChg chg="mod">
          <ac:chgData name="Nguyễn Khang" userId="468d90fe5fdfce0f" providerId="LiveId" clId="{0E84280E-040D-4236-899E-B91292F7E156}" dt="2026-04-15T17:53:23.925" v="526" actId="27636"/>
          <ac:spMkLst>
            <pc:docMk/>
            <pc:sldMk cId="3593313561" sldId="2140753916"/>
            <ac:spMk id="2" creationId="{4C4D7162-0617-43D2-B302-F7D65A7CDC97}"/>
          </ac:spMkLst>
        </pc:spChg>
        <pc:spChg chg="mod">
          <ac:chgData name="Nguyễn Khang" userId="468d90fe5fdfce0f" providerId="LiveId" clId="{0E84280E-040D-4236-899E-B91292F7E156}" dt="2026-04-15T17:56:50.308" v="536" actId="2711"/>
          <ac:spMkLst>
            <pc:docMk/>
            <pc:sldMk cId="3593313561" sldId="2140753916"/>
            <ac:spMk id="3" creationId="{794D7409-F186-4049-BC31-637553EA5826}"/>
          </ac:spMkLst>
        </pc:spChg>
        <pc:spChg chg="del mod">
          <ac:chgData name="Nguyễn Khang" userId="468d90fe5fdfce0f" providerId="LiveId" clId="{0E84280E-040D-4236-899E-B91292F7E156}" dt="2026-04-16T02:39:04.892" v="1324" actId="478"/>
          <ac:spMkLst>
            <pc:docMk/>
            <pc:sldMk cId="3593313561" sldId="2140753916"/>
            <ac:spMk id="4" creationId="{9B54E758-540B-469D-955E-9909F347D4FE}"/>
          </ac:spMkLst>
        </pc:spChg>
        <pc:spChg chg="add mod">
          <ac:chgData name="Nguyễn Khang" userId="468d90fe5fdfce0f" providerId="LiveId" clId="{0E84280E-040D-4236-899E-B91292F7E156}" dt="2026-04-15T17:56:50.308" v="536" actId="2711"/>
          <ac:spMkLst>
            <pc:docMk/>
            <pc:sldMk cId="3593313561" sldId="2140753916"/>
            <ac:spMk id="5" creationId="{A63459CE-9FE1-45C2-BC1B-A41A51013472}"/>
          </ac:spMkLst>
        </pc:spChg>
        <pc:spChg chg="add mod">
          <ac:chgData name="Nguyễn Khang" userId="468d90fe5fdfce0f" providerId="LiveId" clId="{0E84280E-040D-4236-899E-B91292F7E156}" dt="2026-04-15T17:56:50.308" v="536" actId="2711"/>
          <ac:spMkLst>
            <pc:docMk/>
            <pc:sldMk cId="3593313561" sldId="2140753916"/>
            <ac:spMk id="6" creationId="{D4BD33EB-D0F9-4E36-979A-91C038DE22CA}"/>
          </ac:spMkLst>
        </pc:spChg>
        <pc:spChg chg="add mod">
          <ac:chgData name="Nguyễn Khang" userId="468d90fe5fdfce0f" providerId="LiveId" clId="{0E84280E-040D-4236-899E-B91292F7E156}" dt="2026-04-15T17:56:50.308" v="536" actId="2711"/>
          <ac:spMkLst>
            <pc:docMk/>
            <pc:sldMk cId="3593313561" sldId="2140753916"/>
            <ac:spMk id="8" creationId="{D7D9B216-A6E1-49E9-8B32-4D5ACCD04235}"/>
          </ac:spMkLst>
        </pc:spChg>
        <pc:spChg chg="add mod">
          <ac:chgData name="Nguyễn Khang" userId="468d90fe5fdfce0f" providerId="LiveId" clId="{0E84280E-040D-4236-899E-B91292F7E156}" dt="2026-04-15T17:56:50.308" v="536" actId="2711"/>
          <ac:spMkLst>
            <pc:docMk/>
            <pc:sldMk cId="3593313561" sldId="2140753916"/>
            <ac:spMk id="9" creationId="{0C2DADBB-AEEE-42F0-A7A6-B86C2E9591A6}"/>
          </ac:spMkLst>
        </pc:spChg>
        <pc:spChg chg="add mod">
          <ac:chgData name="Nguyễn Khang" userId="468d90fe5fdfce0f" providerId="LiveId" clId="{0E84280E-040D-4236-899E-B91292F7E156}" dt="2026-04-15T17:56:50.308" v="536" actId="2711"/>
          <ac:spMkLst>
            <pc:docMk/>
            <pc:sldMk cId="3593313561" sldId="2140753916"/>
            <ac:spMk id="10" creationId="{DAC6C1F6-6090-42E2-ABB0-DDBB9D99FF42}"/>
          </ac:spMkLst>
        </pc:spChg>
        <pc:picChg chg="add mod">
          <ac:chgData name="Nguyễn Khang" userId="468d90fe5fdfce0f" providerId="LiveId" clId="{0E84280E-040D-4236-899E-B91292F7E156}" dt="2026-04-15T17:56:13.882" v="535" actId="14100"/>
          <ac:picMkLst>
            <pc:docMk/>
            <pc:sldMk cId="3593313561" sldId="2140753916"/>
            <ac:picMk id="7" creationId="{B76E26D7-D526-49AD-9409-822245E12F1A}"/>
          </ac:picMkLst>
        </pc:picChg>
        <pc:picChg chg="add mod">
          <ac:chgData name="Nguyễn Khang" userId="468d90fe5fdfce0f" providerId="LiveId" clId="{0E84280E-040D-4236-899E-B91292F7E156}" dt="2026-04-15T17:56:13.882" v="535" actId="14100"/>
          <ac:picMkLst>
            <pc:docMk/>
            <pc:sldMk cId="3593313561" sldId="2140753916"/>
            <ac:picMk id="11" creationId="{3F47E255-C888-4731-A54F-99A3BB99B82F}"/>
          </ac:picMkLst>
        </pc:picChg>
      </pc:sldChg>
      <pc:sldChg chg="modSp add">
        <pc:chgData name="Nguyễn Khang" userId="468d90fe5fdfce0f" providerId="LiveId" clId="{0E84280E-040D-4236-899E-B91292F7E156}" dt="2026-04-15T18:24:03.015" v="888" actId="207"/>
        <pc:sldMkLst>
          <pc:docMk/>
          <pc:sldMk cId="1445943601" sldId="2140753917"/>
        </pc:sldMkLst>
        <pc:spChg chg="mod">
          <ac:chgData name="Nguyễn Khang" userId="468d90fe5fdfce0f" providerId="LiveId" clId="{0E84280E-040D-4236-899E-B91292F7E156}" dt="2026-04-15T17:57:30.853" v="542" actId="27636"/>
          <ac:spMkLst>
            <pc:docMk/>
            <pc:sldMk cId="1445943601" sldId="2140753917"/>
            <ac:spMk id="2" creationId="{CE2A6D3D-F2F6-45A7-A21A-2A17AB82CE9D}"/>
          </ac:spMkLst>
        </pc:spChg>
        <pc:spChg chg="mod">
          <ac:chgData name="Nguyễn Khang" userId="468d90fe5fdfce0f" providerId="LiveId" clId="{0E84280E-040D-4236-899E-B91292F7E156}" dt="2026-04-15T18:24:03.015" v="888" actId="207"/>
          <ac:spMkLst>
            <pc:docMk/>
            <pc:sldMk cId="1445943601" sldId="2140753917"/>
            <ac:spMk id="4" creationId="{D320B342-99F0-48A1-8C99-13D3E3CA0A45}"/>
          </ac:spMkLst>
        </pc:spChg>
      </pc:sldChg>
      <pc:sldChg chg="modSp add">
        <pc:chgData name="Nguyễn Khang" userId="468d90fe5fdfce0f" providerId="LiveId" clId="{0E84280E-040D-4236-899E-B91292F7E156}" dt="2026-04-15T18:26:54.412" v="904" actId="207"/>
        <pc:sldMkLst>
          <pc:docMk/>
          <pc:sldMk cId="2250287499" sldId="2140753918"/>
        </pc:sldMkLst>
        <pc:spChg chg="mod">
          <ac:chgData name="Nguyễn Khang" userId="468d90fe5fdfce0f" providerId="LiveId" clId="{0E84280E-040D-4236-899E-B91292F7E156}" dt="2026-04-15T18:12:31.454" v="840" actId="27636"/>
          <ac:spMkLst>
            <pc:docMk/>
            <pc:sldMk cId="2250287499" sldId="2140753918"/>
            <ac:spMk id="2" creationId="{3871AB60-A620-4D8C-8898-E7D301448E3D}"/>
          </ac:spMkLst>
        </pc:spChg>
        <pc:spChg chg="mod">
          <ac:chgData name="Nguyễn Khang" userId="468d90fe5fdfce0f" providerId="LiveId" clId="{0E84280E-040D-4236-899E-B91292F7E156}" dt="2026-04-15T18:26:54.412" v="904" actId="207"/>
          <ac:spMkLst>
            <pc:docMk/>
            <pc:sldMk cId="2250287499" sldId="2140753918"/>
            <ac:spMk id="4" creationId="{566ABA8D-CF3A-472D-AE16-526C286F2F7C}"/>
          </ac:spMkLst>
        </pc:spChg>
      </pc:sldChg>
      <pc:sldChg chg="addSp delSp modSp add del">
        <pc:chgData name="Nguyễn Khang" userId="468d90fe5fdfce0f" providerId="LiveId" clId="{0E84280E-040D-4236-899E-B91292F7E156}" dt="2026-04-15T18:11:10.213" v="829" actId="2696"/>
        <pc:sldMkLst>
          <pc:docMk/>
          <pc:sldMk cId="3373529192" sldId="2140753918"/>
        </pc:sldMkLst>
        <pc:spChg chg="del">
          <ac:chgData name="Nguyễn Khang" userId="468d90fe5fdfce0f" providerId="LiveId" clId="{0E84280E-040D-4236-899E-B91292F7E156}" dt="2026-04-15T18:10:39.488" v="827"/>
          <ac:spMkLst>
            <pc:docMk/>
            <pc:sldMk cId="3373529192" sldId="2140753918"/>
            <ac:spMk id="3" creationId="{CC150A65-0453-49E2-B9F5-0DAD45C40112}"/>
          </ac:spMkLst>
        </pc:spChg>
        <pc:spChg chg="del">
          <ac:chgData name="Nguyễn Khang" userId="468d90fe5fdfce0f" providerId="LiveId" clId="{0E84280E-040D-4236-899E-B91292F7E156}" dt="2026-04-15T18:10:50.560" v="828"/>
          <ac:spMkLst>
            <pc:docMk/>
            <pc:sldMk cId="3373529192" sldId="2140753918"/>
            <ac:spMk id="5" creationId="{76E1FD19-7369-4F01-A895-EA8BEE07EC52}"/>
          </ac:spMkLst>
        </pc:spChg>
        <pc:picChg chg="add">
          <ac:chgData name="Nguyễn Khang" userId="468d90fe5fdfce0f" providerId="LiveId" clId="{0E84280E-040D-4236-899E-B91292F7E156}" dt="2026-04-15T18:10:39.488" v="827"/>
          <ac:picMkLst>
            <pc:docMk/>
            <pc:sldMk cId="3373529192" sldId="2140753918"/>
            <ac:picMk id="10" creationId="{F456E988-212F-4838-A046-F2AA7F096853}"/>
          </ac:picMkLst>
        </pc:picChg>
        <pc:picChg chg="add mod">
          <ac:chgData name="Nguyễn Khang" userId="468d90fe5fdfce0f" providerId="LiveId" clId="{0E84280E-040D-4236-899E-B91292F7E156}" dt="2026-04-15T18:10:50.560" v="828"/>
          <ac:picMkLst>
            <pc:docMk/>
            <pc:sldMk cId="3373529192" sldId="2140753918"/>
            <ac:picMk id="11" creationId="{3F1766EA-3CDE-45C6-9F22-DBB71B51ED31}"/>
          </ac:picMkLst>
        </pc:picChg>
      </pc:sldChg>
      <pc:sldChg chg="modSp add">
        <pc:chgData name="Nguyễn Khang" userId="468d90fe5fdfce0f" providerId="LiveId" clId="{0E84280E-040D-4236-899E-B91292F7E156}" dt="2026-04-15T18:38:44.453" v="1000" actId="207"/>
        <pc:sldMkLst>
          <pc:docMk/>
          <pc:sldMk cId="2377488550" sldId="2140753919"/>
        </pc:sldMkLst>
        <pc:spChg chg="mod">
          <ac:chgData name="Nguyễn Khang" userId="468d90fe5fdfce0f" providerId="LiveId" clId="{0E84280E-040D-4236-899E-B91292F7E156}" dt="2026-04-15T18:21:43.688" v="877" actId="20577"/>
          <ac:spMkLst>
            <pc:docMk/>
            <pc:sldMk cId="2377488550" sldId="2140753919"/>
            <ac:spMk id="2" creationId="{D7A0BB44-81DB-44D1-8DD6-C1D3E0B52BAC}"/>
          </ac:spMkLst>
        </pc:spChg>
        <pc:spChg chg="mod">
          <ac:chgData name="Nguyễn Khang" userId="468d90fe5fdfce0f" providerId="LiveId" clId="{0E84280E-040D-4236-899E-B91292F7E156}" dt="2026-04-15T18:38:44.453" v="1000" actId="207"/>
          <ac:spMkLst>
            <pc:docMk/>
            <pc:sldMk cId="2377488550" sldId="2140753919"/>
            <ac:spMk id="4" creationId="{DA7E592E-5C37-4EC9-B2BE-870DF30C7095}"/>
          </ac:spMkLst>
        </pc:spChg>
      </pc:sldChg>
      <pc:sldChg chg="add del">
        <pc:chgData name="Nguyễn Khang" userId="468d90fe5fdfce0f" providerId="LiveId" clId="{0E84280E-040D-4236-899E-B91292F7E156}" dt="2026-04-15T18:18:21.918" v="863"/>
        <pc:sldMkLst>
          <pc:docMk/>
          <pc:sldMk cId="4168815896" sldId="2140753919"/>
        </pc:sldMkLst>
      </pc:sldChg>
      <pc:sldChg chg="modSp add">
        <pc:chgData name="Nguyễn Khang" userId="468d90fe5fdfce0f" providerId="LiveId" clId="{0E84280E-040D-4236-899E-B91292F7E156}" dt="2026-04-15T18:26:29.923" v="903" actId="114"/>
        <pc:sldMkLst>
          <pc:docMk/>
          <pc:sldMk cId="2746179358" sldId="2140753920"/>
        </pc:sldMkLst>
        <pc:spChg chg="mod">
          <ac:chgData name="Nguyễn Khang" userId="468d90fe5fdfce0f" providerId="LiveId" clId="{0E84280E-040D-4236-899E-B91292F7E156}" dt="2026-04-15T18:25:44.277" v="901"/>
          <ac:spMkLst>
            <pc:docMk/>
            <pc:sldMk cId="2746179358" sldId="2140753920"/>
            <ac:spMk id="2" creationId="{5A465851-9AA8-4AA0-8C80-226C97DF5D76}"/>
          </ac:spMkLst>
        </pc:spChg>
        <pc:spChg chg="mod">
          <ac:chgData name="Nguyễn Khang" userId="468d90fe5fdfce0f" providerId="LiveId" clId="{0E84280E-040D-4236-899E-B91292F7E156}" dt="2026-04-15T18:26:29.923" v="903" actId="114"/>
          <ac:spMkLst>
            <pc:docMk/>
            <pc:sldMk cId="2746179358" sldId="2140753920"/>
            <ac:spMk id="4" creationId="{EF2A90E8-9631-42DE-B16B-028E23A6D5BA}"/>
          </ac:spMkLst>
        </pc:spChg>
      </pc:sldChg>
      <pc:sldChg chg="modSp add">
        <pc:chgData name="Nguyễn Khang" userId="468d90fe5fdfce0f" providerId="LiveId" clId="{0E84280E-040D-4236-899E-B91292F7E156}" dt="2026-04-15T18:32:00.816" v="950" actId="114"/>
        <pc:sldMkLst>
          <pc:docMk/>
          <pc:sldMk cId="3396428730" sldId="2140753921"/>
        </pc:sldMkLst>
        <pc:spChg chg="mod">
          <ac:chgData name="Nguyễn Khang" userId="468d90fe5fdfce0f" providerId="LiveId" clId="{0E84280E-040D-4236-899E-B91292F7E156}" dt="2026-04-15T18:27:42.830" v="912" actId="27636"/>
          <ac:spMkLst>
            <pc:docMk/>
            <pc:sldMk cId="3396428730" sldId="2140753921"/>
            <ac:spMk id="2" creationId="{379FDDDE-2792-4354-9072-AD9C169A27EE}"/>
          </ac:spMkLst>
        </pc:spChg>
        <pc:spChg chg="mod">
          <ac:chgData name="Nguyễn Khang" userId="468d90fe5fdfce0f" providerId="LiveId" clId="{0E84280E-040D-4236-899E-B91292F7E156}" dt="2026-04-15T18:32:00.816" v="950" actId="114"/>
          <ac:spMkLst>
            <pc:docMk/>
            <pc:sldMk cId="3396428730" sldId="2140753921"/>
            <ac:spMk id="4" creationId="{013C16F2-3F45-44E8-9E17-3A6BE3AD7EC7}"/>
          </ac:spMkLst>
        </pc:spChg>
      </pc:sldChg>
      <pc:sldChg chg="modSp add">
        <pc:chgData name="Nguyễn Khang" userId="468d90fe5fdfce0f" providerId="LiveId" clId="{0E84280E-040D-4236-899E-B91292F7E156}" dt="2026-04-15T18:34:10.893" v="971" actId="115"/>
        <pc:sldMkLst>
          <pc:docMk/>
          <pc:sldMk cId="2372000953" sldId="2140753922"/>
        </pc:sldMkLst>
        <pc:spChg chg="mod">
          <ac:chgData name="Nguyễn Khang" userId="468d90fe5fdfce0f" providerId="LiveId" clId="{0E84280E-040D-4236-899E-B91292F7E156}" dt="2026-04-15T18:32:47.556" v="956" actId="27636"/>
          <ac:spMkLst>
            <pc:docMk/>
            <pc:sldMk cId="2372000953" sldId="2140753922"/>
            <ac:spMk id="2" creationId="{BCAD70F4-053C-49F6-BD38-8502B86DD91A}"/>
          </ac:spMkLst>
        </pc:spChg>
        <pc:spChg chg="mod">
          <ac:chgData name="Nguyễn Khang" userId="468d90fe5fdfce0f" providerId="LiveId" clId="{0E84280E-040D-4236-899E-B91292F7E156}" dt="2026-04-15T18:34:10.893" v="971" actId="115"/>
          <ac:spMkLst>
            <pc:docMk/>
            <pc:sldMk cId="2372000953" sldId="2140753922"/>
            <ac:spMk id="4" creationId="{8F181DD3-F48A-4142-92A0-03C97B1D7FC8}"/>
          </ac:spMkLst>
        </pc:spChg>
      </pc:sldChg>
      <pc:sldChg chg="modSp add">
        <pc:chgData name="Nguyễn Khang" userId="468d90fe5fdfce0f" providerId="LiveId" clId="{0E84280E-040D-4236-899E-B91292F7E156}" dt="2026-04-15T18:35:32.581" v="981" actId="20577"/>
        <pc:sldMkLst>
          <pc:docMk/>
          <pc:sldMk cId="176554785" sldId="2140753923"/>
        </pc:sldMkLst>
        <pc:spChg chg="mod">
          <ac:chgData name="Nguyễn Khang" userId="468d90fe5fdfce0f" providerId="LiveId" clId="{0E84280E-040D-4236-899E-B91292F7E156}" dt="2026-04-15T18:35:07.649" v="977" actId="27636"/>
          <ac:spMkLst>
            <pc:docMk/>
            <pc:sldMk cId="176554785" sldId="2140753923"/>
            <ac:spMk id="2" creationId="{C4A8898C-AC57-431E-812F-AAF45855A777}"/>
          </ac:spMkLst>
        </pc:spChg>
        <pc:spChg chg="mod">
          <ac:chgData name="Nguyễn Khang" userId="468d90fe5fdfce0f" providerId="LiveId" clId="{0E84280E-040D-4236-899E-B91292F7E156}" dt="2026-04-15T18:35:32.581" v="981" actId="20577"/>
          <ac:spMkLst>
            <pc:docMk/>
            <pc:sldMk cId="176554785" sldId="2140753923"/>
            <ac:spMk id="4" creationId="{81B07D83-3B99-408F-8B46-3EBED9743197}"/>
          </ac:spMkLst>
        </pc:spChg>
      </pc:sldChg>
      <pc:sldChg chg="modSp add">
        <pc:chgData name="Nguyễn Khang" userId="468d90fe5fdfce0f" providerId="LiveId" clId="{0E84280E-040D-4236-899E-B91292F7E156}" dt="2026-04-15T18:37:54.995" v="998" actId="114"/>
        <pc:sldMkLst>
          <pc:docMk/>
          <pc:sldMk cId="1598136183" sldId="2140753924"/>
        </pc:sldMkLst>
        <pc:spChg chg="mod">
          <ac:chgData name="Nguyễn Khang" userId="468d90fe5fdfce0f" providerId="LiveId" clId="{0E84280E-040D-4236-899E-B91292F7E156}" dt="2026-04-15T18:36:15.440" v="987" actId="27636"/>
          <ac:spMkLst>
            <pc:docMk/>
            <pc:sldMk cId="1598136183" sldId="2140753924"/>
            <ac:spMk id="2" creationId="{4E3C7D29-BB67-429A-A8EA-A0C7A3882C65}"/>
          </ac:spMkLst>
        </pc:spChg>
        <pc:spChg chg="mod">
          <ac:chgData name="Nguyễn Khang" userId="468d90fe5fdfce0f" providerId="LiveId" clId="{0E84280E-040D-4236-899E-B91292F7E156}" dt="2026-04-15T18:37:54.995" v="998" actId="114"/>
          <ac:spMkLst>
            <pc:docMk/>
            <pc:sldMk cId="1598136183" sldId="2140753924"/>
            <ac:spMk id="4" creationId="{ACE70270-AE8E-425B-97C0-2FC2DE8B0CDB}"/>
          </ac:spMkLst>
        </pc:spChg>
      </pc:sldChg>
      <pc:sldChg chg="modSp add">
        <pc:chgData name="Nguyễn Khang" userId="468d90fe5fdfce0f" providerId="LiveId" clId="{0E84280E-040D-4236-899E-B91292F7E156}" dt="2026-04-15T18:40:01.967" v="1004" actId="113"/>
        <pc:sldMkLst>
          <pc:docMk/>
          <pc:sldMk cId="1754407411" sldId="2140753925"/>
        </pc:sldMkLst>
        <pc:spChg chg="mod">
          <ac:chgData name="Nguyễn Khang" userId="468d90fe5fdfce0f" providerId="LiveId" clId="{0E84280E-040D-4236-899E-B91292F7E156}" dt="2026-04-15T18:39:32.226" v="1002"/>
          <ac:spMkLst>
            <pc:docMk/>
            <pc:sldMk cId="1754407411" sldId="2140753925"/>
            <ac:spMk id="2" creationId="{491BFF75-84BB-4CC4-B826-79F86AF89426}"/>
          </ac:spMkLst>
        </pc:spChg>
        <pc:spChg chg="mod">
          <ac:chgData name="Nguyễn Khang" userId="468d90fe5fdfce0f" providerId="LiveId" clId="{0E84280E-040D-4236-899E-B91292F7E156}" dt="2026-04-15T18:40:01.967" v="1004" actId="113"/>
          <ac:spMkLst>
            <pc:docMk/>
            <pc:sldMk cId="1754407411" sldId="2140753925"/>
            <ac:spMk id="4" creationId="{C318997A-85E8-4FE9-9813-E916848233EE}"/>
          </ac:spMkLst>
        </pc:spChg>
      </pc:sldChg>
      <pc:sldChg chg="modSp add">
        <pc:chgData name="Nguyễn Khang" userId="468d90fe5fdfce0f" providerId="LiveId" clId="{0E84280E-040D-4236-899E-B91292F7E156}" dt="2026-04-15T18:42:28.016" v="1039" actId="255"/>
        <pc:sldMkLst>
          <pc:docMk/>
          <pc:sldMk cId="187572329" sldId="2140753926"/>
        </pc:sldMkLst>
        <pc:spChg chg="mod">
          <ac:chgData name="Nguyễn Khang" userId="468d90fe5fdfce0f" providerId="LiveId" clId="{0E84280E-040D-4236-899E-B91292F7E156}" dt="2026-04-15T18:40:53.107" v="1011" actId="27636"/>
          <ac:spMkLst>
            <pc:docMk/>
            <pc:sldMk cId="187572329" sldId="2140753926"/>
            <ac:spMk id="2" creationId="{BAA9FD93-A0AE-4C4C-9224-EE76958BBD9F}"/>
          </ac:spMkLst>
        </pc:spChg>
        <pc:spChg chg="mod">
          <ac:chgData name="Nguyễn Khang" userId="468d90fe5fdfce0f" providerId="LiveId" clId="{0E84280E-040D-4236-899E-B91292F7E156}" dt="2026-04-15T18:42:28.016" v="1039" actId="255"/>
          <ac:spMkLst>
            <pc:docMk/>
            <pc:sldMk cId="187572329" sldId="2140753926"/>
            <ac:spMk id="4" creationId="{FFBE5870-F733-4FD3-8E86-1210049B492C}"/>
          </ac:spMkLst>
        </pc:spChg>
      </pc:sldChg>
      <pc:sldChg chg="modSp add">
        <pc:chgData name="Nguyễn Khang" userId="468d90fe5fdfce0f" providerId="LiveId" clId="{0E84280E-040D-4236-899E-B91292F7E156}" dt="2026-04-15T18:44:35.712" v="1058" actId="5793"/>
        <pc:sldMkLst>
          <pc:docMk/>
          <pc:sldMk cId="819140324" sldId="2140753927"/>
        </pc:sldMkLst>
        <pc:spChg chg="mod">
          <ac:chgData name="Nguyễn Khang" userId="468d90fe5fdfce0f" providerId="LiveId" clId="{0E84280E-040D-4236-899E-B91292F7E156}" dt="2026-04-15T18:43:12.069" v="1045" actId="27636"/>
          <ac:spMkLst>
            <pc:docMk/>
            <pc:sldMk cId="819140324" sldId="2140753927"/>
            <ac:spMk id="2" creationId="{98CA1E90-67F0-415F-B46A-6E81B0AB4EC7}"/>
          </ac:spMkLst>
        </pc:spChg>
        <pc:spChg chg="mod">
          <ac:chgData name="Nguyễn Khang" userId="468d90fe5fdfce0f" providerId="LiveId" clId="{0E84280E-040D-4236-899E-B91292F7E156}" dt="2026-04-15T18:44:35.712" v="1058" actId="5793"/>
          <ac:spMkLst>
            <pc:docMk/>
            <pc:sldMk cId="819140324" sldId="2140753927"/>
            <ac:spMk id="4" creationId="{3A97E89B-090A-4FC0-A6E2-6552B190F293}"/>
          </ac:spMkLst>
        </pc:spChg>
      </pc:sldChg>
      <pc:sldChg chg="modSp add">
        <pc:chgData name="Nguyễn Khang" userId="468d90fe5fdfce0f" providerId="LiveId" clId="{0E84280E-040D-4236-899E-B91292F7E156}" dt="2026-04-15T18:47:27.530" v="1085" actId="207"/>
        <pc:sldMkLst>
          <pc:docMk/>
          <pc:sldMk cId="4019228725" sldId="2140753928"/>
        </pc:sldMkLst>
        <pc:spChg chg="mod">
          <ac:chgData name="Nguyễn Khang" userId="468d90fe5fdfce0f" providerId="LiveId" clId="{0E84280E-040D-4236-899E-B91292F7E156}" dt="2026-04-15T18:45:35.218" v="1064" actId="27636"/>
          <ac:spMkLst>
            <pc:docMk/>
            <pc:sldMk cId="4019228725" sldId="2140753928"/>
            <ac:spMk id="2" creationId="{0A9A6066-EFF8-436B-870C-9675EF6364AD}"/>
          </ac:spMkLst>
        </pc:spChg>
        <pc:spChg chg="mod">
          <ac:chgData name="Nguyễn Khang" userId="468d90fe5fdfce0f" providerId="LiveId" clId="{0E84280E-040D-4236-899E-B91292F7E156}" dt="2026-04-15T18:47:27.530" v="1085" actId="207"/>
          <ac:spMkLst>
            <pc:docMk/>
            <pc:sldMk cId="4019228725" sldId="2140753928"/>
            <ac:spMk id="4" creationId="{A5B740CB-4751-490D-A72D-468D6FD22623}"/>
          </ac:spMkLst>
        </pc:spChg>
      </pc:sldChg>
      <pc:sldChg chg="modSp add">
        <pc:chgData name="Nguyễn Khang" userId="468d90fe5fdfce0f" providerId="LiveId" clId="{0E84280E-040D-4236-899E-B91292F7E156}" dt="2026-04-15T18:50:52.226" v="1107" actId="20577"/>
        <pc:sldMkLst>
          <pc:docMk/>
          <pc:sldMk cId="2850050567" sldId="2140753929"/>
        </pc:sldMkLst>
        <pc:spChg chg="mod">
          <ac:chgData name="Nguyễn Khang" userId="468d90fe5fdfce0f" providerId="LiveId" clId="{0E84280E-040D-4236-899E-B91292F7E156}" dt="2026-04-15T18:48:15.327" v="1088"/>
          <ac:spMkLst>
            <pc:docMk/>
            <pc:sldMk cId="2850050567" sldId="2140753929"/>
            <ac:spMk id="2" creationId="{32E85BCA-663F-44A4-BCAF-017DDBA39E72}"/>
          </ac:spMkLst>
        </pc:spChg>
        <pc:spChg chg="mod">
          <ac:chgData name="Nguyễn Khang" userId="468d90fe5fdfce0f" providerId="LiveId" clId="{0E84280E-040D-4236-899E-B91292F7E156}" dt="2026-04-15T18:50:52.226" v="1107" actId="20577"/>
          <ac:spMkLst>
            <pc:docMk/>
            <pc:sldMk cId="2850050567" sldId="2140753929"/>
            <ac:spMk id="4" creationId="{9ADB68E8-9A6F-4EDE-9813-D3D3EA440969}"/>
          </ac:spMkLst>
        </pc:spChg>
      </pc:sldChg>
      <pc:sldChg chg="modSp add">
        <pc:chgData name="Nguyễn Khang" userId="468d90fe5fdfce0f" providerId="LiveId" clId="{0E84280E-040D-4236-899E-B91292F7E156}" dt="2026-04-15T18:51:57.291" v="1115" actId="5793"/>
        <pc:sldMkLst>
          <pc:docMk/>
          <pc:sldMk cId="1805570015" sldId="2140753930"/>
        </pc:sldMkLst>
        <pc:spChg chg="mod">
          <ac:chgData name="Nguyễn Khang" userId="468d90fe5fdfce0f" providerId="LiveId" clId="{0E84280E-040D-4236-899E-B91292F7E156}" dt="2026-04-15T18:51:41.162" v="1113" actId="27636"/>
          <ac:spMkLst>
            <pc:docMk/>
            <pc:sldMk cId="1805570015" sldId="2140753930"/>
            <ac:spMk id="2" creationId="{48214BDE-5D9D-4E6B-BE82-EDFA8EF65AC0}"/>
          </ac:spMkLst>
        </pc:spChg>
        <pc:spChg chg="mod">
          <ac:chgData name="Nguyễn Khang" userId="468d90fe5fdfce0f" providerId="LiveId" clId="{0E84280E-040D-4236-899E-B91292F7E156}" dt="2026-04-15T18:51:57.291" v="1115" actId="5793"/>
          <ac:spMkLst>
            <pc:docMk/>
            <pc:sldMk cId="1805570015" sldId="2140753930"/>
            <ac:spMk id="4" creationId="{006A86EE-084C-4B2D-A3D2-971C850A0AB8}"/>
          </ac:spMkLst>
        </pc:spChg>
      </pc:sldChg>
      <pc:sldChg chg="modSp add">
        <pc:chgData name="Nguyễn Khang" userId="468d90fe5fdfce0f" providerId="LiveId" clId="{0E84280E-040D-4236-899E-B91292F7E156}" dt="2026-04-15T18:54:48.102" v="1134" actId="20577"/>
        <pc:sldMkLst>
          <pc:docMk/>
          <pc:sldMk cId="541934487" sldId="2140753931"/>
        </pc:sldMkLst>
        <pc:spChg chg="mod">
          <ac:chgData name="Nguyễn Khang" userId="468d90fe5fdfce0f" providerId="LiveId" clId="{0E84280E-040D-4236-899E-B91292F7E156}" dt="2026-04-15T18:53:18.152" v="1121" actId="27636"/>
          <ac:spMkLst>
            <pc:docMk/>
            <pc:sldMk cId="541934487" sldId="2140753931"/>
            <ac:spMk id="2" creationId="{5F9A4415-38FC-4169-976A-7A153B788786}"/>
          </ac:spMkLst>
        </pc:spChg>
        <pc:spChg chg="mod">
          <ac:chgData name="Nguyễn Khang" userId="468d90fe5fdfce0f" providerId="LiveId" clId="{0E84280E-040D-4236-899E-B91292F7E156}" dt="2026-04-15T18:54:48.102" v="1134" actId="20577"/>
          <ac:spMkLst>
            <pc:docMk/>
            <pc:sldMk cId="541934487" sldId="2140753931"/>
            <ac:spMk id="4" creationId="{B272D063-6561-4E35-8160-4AC2D1CE88AF}"/>
          </ac:spMkLst>
        </pc:spChg>
      </pc:sldChg>
      <pc:sldMasterChg chg="addSldLayout delSldLayout modSldLayout">
        <pc:chgData name="Nguyễn Khang" userId="468d90fe5fdfce0f" providerId="LiveId" clId="{0E84280E-040D-4236-899E-B91292F7E156}" dt="2026-04-15T17:15:38.052" v="372" actId="2696"/>
        <pc:sldMasterMkLst>
          <pc:docMk/>
          <pc:sldMasterMk cId="2455494593" sldId="2147483648"/>
        </pc:sldMasterMkLst>
        <pc:sldLayoutChg chg="del">
          <pc:chgData name="Nguyễn Khang" userId="468d90fe5fdfce0f" providerId="LiveId" clId="{0E84280E-040D-4236-899E-B91292F7E156}" dt="2026-04-15T16:13:32.767" v="126" actId="2696"/>
          <pc:sldLayoutMkLst>
            <pc:docMk/>
            <pc:sldMasterMk cId="2455494593" sldId="2147483648"/>
            <pc:sldLayoutMk cId="2405619511" sldId="2147483701"/>
          </pc:sldLayoutMkLst>
        </pc:sldLayoutChg>
        <pc:sldLayoutChg chg="modSp del">
          <pc:chgData name="Nguyễn Khang" userId="468d90fe5fdfce0f" providerId="LiveId" clId="{0E84280E-040D-4236-899E-B91292F7E156}" dt="2026-04-15T17:15:38.052" v="372" actId="2696"/>
          <pc:sldLayoutMkLst>
            <pc:docMk/>
            <pc:sldMasterMk cId="2455494593" sldId="2147483648"/>
            <pc:sldLayoutMk cId="2870915282" sldId="2147483701"/>
          </pc:sldLayoutMkLst>
          <pc:spChg chg="mod">
            <ac:chgData name="Nguyễn Khang" userId="468d90fe5fdfce0f" providerId="LiveId" clId="{0E84280E-040D-4236-899E-B91292F7E156}" dt="2026-04-15T16:35:09.702" v="214" actId="207"/>
            <ac:spMkLst>
              <pc:docMk/>
              <pc:sldMasterMk cId="2455494593" sldId="2147483648"/>
              <pc:sldLayoutMk cId="2870915282" sldId="2147483701"/>
              <ac:spMk id="19" creationId="{802FCB82-E964-4EF4-8BE9-FED651CE69A8}"/>
            </ac:spMkLst>
          </pc:spChg>
          <pc:spChg chg="mod">
            <ac:chgData name="Nguyễn Khang" userId="468d90fe5fdfce0f" providerId="LiveId" clId="{0E84280E-040D-4236-899E-B91292F7E156}" dt="2026-04-15T16:34:49.709" v="210" actId="207"/>
            <ac:spMkLst>
              <pc:docMk/>
              <pc:sldMasterMk cId="2455494593" sldId="2147483648"/>
              <pc:sldLayoutMk cId="2870915282" sldId="2147483701"/>
              <ac:spMk id="27" creationId="{B198EE9B-CC71-4291-AC99-CF51EE8F1772}"/>
            </ac:spMkLst>
          </pc:spChg>
          <pc:spChg chg="mod">
            <ac:chgData name="Nguyễn Khang" userId="468d90fe5fdfce0f" providerId="LiveId" clId="{0E84280E-040D-4236-899E-B91292F7E156}" dt="2026-04-15T16:34:54.133" v="211" actId="207"/>
            <ac:spMkLst>
              <pc:docMk/>
              <pc:sldMasterMk cId="2455494593" sldId="2147483648"/>
              <pc:sldLayoutMk cId="2870915282" sldId="2147483701"/>
              <ac:spMk id="39" creationId="{A8FF950F-79F6-4CDD-9330-D3BA307DC11D}"/>
            </ac:spMkLst>
          </pc:spChg>
          <pc:spChg chg="mod">
            <ac:chgData name="Nguyễn Khang" userId="468d90fe5fdfce0f" providerId="LiveId" clId="{0E84280E-040D-4236-899E-B91292F7E156}" dt="2026-04-15T16:34:58.630" v="212" actId="207"/>
            <ac:spMkLst>
              <pc:docMk/>
              <pc:sldMasterMk cId="2455494593" sldId="2147483648"/>
              <pc:sldLayoutMk cId="2870915282" sldId="2147483701"/>
              <ac:spMk id="42" creationId="{4508D390-34BE-4FEB-ACDA-798F3A53814C}"/>
            </ac:spMkLst>
          </pc:spChg>
          <pc:spChg chg="mod">
            <ac:chgData name="Nguyễn Khang" userId="468d90fe5fdfce0f" providerId="LiveId" clId="{0E84280E-040D-4236-899E-B91292F7E156}" dt="2026-04-15T16:35:04.149" v="213" actId="207"/>
            <ac:spMkLst>
              <pc:docMk/>
              <pc:sldMasterMk cId="2455494593" sldId="2147483648"/>
              <pc:sldLayoutMk cId="2870915282" sldId="2147483701"/>
              <ac:spMk id="47" creationId="{A4846BF9-1332-4D3B-8E34-F34516204BBB}"/>
            </ac:spMkLst>
          </pc:spChg>
        </pc:sldLayoutChg>
        <pc:sldLayoutChg chg="del">
          <pc:chgData name="Nguyễn Khang" userId="468d90fe5fdfce0f" providerId="LiveId" clId="{0E84280E-040D-4236-899E-B91292F7E156}" dt="2026-04-15T16:12:39.386" v="120" actId="2696"/>
          <pc:sldLayoutMkLst>
            <pc:docMk/>
            <pc:sldMasterMk cId="2455494593" sldId="2147483648"/>
            <pc:sldLayoutMk cId="3102840124" sldId="2147483701"/>
          </pc:sldLayoutMkLst>
        </pc:sldLayoutChg>
        <pc:sldLayoutChg chg="add del">
          <pc:chgData name="Nguyễn Khang" userId="468d90fe5fdfce0f" providerId="LiveId" clId="{0E84280E-040D-4236-899E-B91292F7E156}" dt="2026-04-15T16:08:19.693" v="112" actId="2696"/>
          <pc:sldLayoutMkLst>
            <pc:docMk/>
            <pc:sldMasterMk cId="2455494593" sldId="2147483648"/>
            <pc:sldLayoutMk cId="3348855310" sldId="2147483701"/>
          </pc:sldLayoutMkLst>
        </pc:sldLayoutChg>
      </pc:sldMasterChg>
      <pc:sldMasterChg chg="delSldLayout modSldLayout">
        <pc:chgData name="Nguyễn Khang" userId="468d90fe5fdfce0f" providerId="LiveId" clId="{0E84280E-040D-4236-899E-B91292F7E156}" dt="2026-04-15T19:06:18.594" v="1224"/>
        <pc:sldMasterMkLst>
          <pc:docMk/>
          <pc:sldMasterMk cId="3830360730" sldId="2147483702"/>
        </pc:sldMasterMkLst>
        <pc:sldLayoutChg chg="addSp delSp modSp">
          <pc:chgData name="Nguyễn Khang" userId="468d90fe5fdfce0f" providerId="LiveId" clId="{0E84280E-040D-4236-899E-B91292F7E156}" dt="2026-04-15T19:04:36.518" v="1211"/>
          <pc:sldLayoutMkLst>
            <pc:docMk/>
            <pc:sldMasterMk cId="3830360730" sldId="2147483702"/>
            <pc:sldLayoutMk cId="3774260325" sldId="2147483703"/>
          </pc:sldLayoutMkLst>
          <pc:picChg chg="add del mod">
            <ac:chgData name="Nguyễn Khang" userId="468d90fe5fdfce0f" providerId="LiveId" clId="{0E84280E-040D-4236-899E-B91292F7E156}" dt="2026-04-15T19:04:35.200" v="1210" actId="478"/>
            <ac:picMkLst>
              <pc:docMk/>
              <pc:sldMasterMk cId="3830360730" sldId="2147483702"/>
              <pc:sldLayoutMk cId="3774260325" sldId="2147483703"/>
              <ac:picMk id="15" creationId="{F4B624F8-9D4B-4F8D-80CF-3EA824E975C4}"/>
            </ac:picMkLst>
          </pc:picChg>
          <pc:picChg chg="add">
            <ac:chgData name="Nguyễn Khang" userId="468d90fe5fdfce0f" providerId="LiveId" clId="{0E84280E-040D-4236-899E-B91292F7E156}" dt="2026-04-15T19:04:36.518" v="1211"/>
            <ac:picMkLst>
              <pc:docMk/>
              <pc:sldMasterMk cId="3830360730" sldId="2147483702"/>
              <pc:sldLayoutMk cId="3774260325" sldId="2147483703"/>
              <ac:picMk id="16" creationId="{D499EB34-9BDD-414C-A808-779019C84DC3}"/>
            </ac:picMkLst>
          </pc:picChg>
          <pc:picChg chg="del">
            <ac:chgData name="Nguyễn Khang" userId="468d90fe5fdfce0f" providerId="LiveId" clId="{0E84280E-040D-4236-899E-B91292F7E156}" dt="2026-04-15T19:03:46.009" v="1207" actId="478"/>
            <ac:picMkLst>
              <pc:docMk/>
              <pc:sldMasterMk cId="3830360730" sldId="2147483702"/>
              <pc:sldLayoutMk cId="3774260325" sldId="2147483703"/>
              <ac:picMk id="17" creationId="{15956F82-DEB6-9D97-A524-02F3AF1D3CD2}"/>
            </ac:picMkLst>
          </pc:picChg>
        </pc:sldLayoutChg>
        <pc:sldLayoutChg chg="addSp delSp modSp">
          <pc:chgData name="Nguyễn Khang" userId="468d90fe5fdfce0f" providerId="LiveId" clId="{0E84280E-040D-4236-899E-B91292F7E156}" dt="2026-04-15T19:05:57.785" v="1220" actId="1076"/>
          <pc:sldLayoutMkLst>
            <pc:docMk/>
            <pc:sldMasterMk cId="3830360730" sldId="2147483702"/>
            <pc:sldLayoutMk cId="1034394229" sldId="2147483704"/>
          </pc:sldLayoutMkLst>
          <pc:spChg chg="mod">
            <ac:chgData name="Nguyễn Khang" userId="468d90fe5fdfce0f" providerId="LiveId" clId="{0E84280E-040D-4236-899E-B91292F7E156}" dt="2026-04-15T17:27:22.045" v="424" actId="207"/>
            <ac:spMkLst>
              <pc:docMk/>
              <pc:sldMasterMk cId="3830360730" sldId="2147483702"/>
              <pc:sldLayoutMk cId="1034394229" sldId="2147483704"/>
              <ac:spMk id="19" creationId="{802FCB82-E964-4EF4-8BE9-FED651CE69A8}"/>
            </ac:spMkLst>
          </pc:spChg>
          <pc:spChg chg="mod">
            <ac:chgData name="Nguyễn Khang" userId="468d90fe5fdfce0f" providerId="LiveId" clId="{0E84280E-040D-4236-899E-B91292F7E156}" dt="2026-04-15T17:27:12.601" v="423" actId="207"/>
            <ac:spMkLst>
              <pc:docMk/>
              <pc:sldMasterMk cId="3830360730" sldId="2147483702"/>
              <pc:sldLayoutMk cId="1034394229" sldId="2147483704"/>
              <ac:spMk id="20" creationId="{80C08836-4852-4CE6-8F35-E31A4F72787D}"/>
            </ac:spMkLst>
          </pc:spChg>
          <pc:spChg chg="mod">
            <ac:chgData name="Nguyễn Khang" userId="468d90fe5fdfce0f" providerId="LiveId" clId="{0E84280E-040D-4236-899E-B91292F7E156}" dt="2026-04-15T17:26:32.743" v="419" actId="207"/>
            <ac:spMkLst>
              <pc:docMk/>
              <pc:sldMasterMk cId="3830360730" sldId="2147483702"/>
              <pc:sldLayoutMk cId="1034394229" sldId="2147483704"/>
              <ac:spMk id="27" creationId="{B198EE9B-CC71-4291-AC99-CF51EE8F1772}"/>
            </ac:spMkLst>
          </pc:spChg>
          <pc:spChg chg="mod">
            <ac:chgData name="Nguyễn Khang" userId="468d90fe5fdfce0f" providerId="LiveId" clId="{0E84280E-040D-4236-899E-B91292F7E156}" dt="2026-04-15T17:26:41.657" v="420" actId="207"/>
            <ac:spMkLst>
              <pc:docMk/>
              <pc:sldMasterMk cId="3830360730" sldId="2147483702"/>
              <pc:sldLayoutMk cId="1034394229" sldId="2147483704"/>
              <ac:spMk id="39" creationId="{A8FF950F-79F6-4CDD-9330-D3BA307DC11D}"/>
            </ac:spMkLst>
          </pc:spChg>
          <pc:spChg chg="mod">
            <ac:chgData name="Nguyễn Khang" userId="468d90fe5fdfce0f" providerId="LiveId" clId="{0E84280E-040D-4236-899E-B91292F7E156}" dt="2026-04-15T17:26:46.132" v="421" actId="207"/>
            <ac:spMkLst>
              <pc:docMk/>
              <pc:sldMasterMk cId="3830360730" sldId="2147483702"/>
              <pc:sldLayoutMk cId="1034394229" sldId="2147483704"/>
              <ac:spMk id="42" creationId="{4508D390-34BE-4FEB-ACDA-798F3A53814C}"/>
            </ac:spMkLst>
          </pc:spChg>
          <pc:spChg chg="mod">
            <ac:chgData name="Nguyễn Khang" userId="468d90fe5fdfce0f" providerId="LiveId" clId="{0E84280E-040D-4236-899E-B91292F7E156}" dt="2026-04-15T17:26:49.893" v="422" actId="207"/>
            <ac:spMkLst>
              <pc:docMk/>
              <pc:sldMasterMk cId="3830360730" sldId="2147483702"/>
              <pc:sldLayoutMk cId="1034394229" sldId="2147483704"/>
              <ac:spMk id="47" creationId="{A4846BF9-1332-4D3B-8E34-F34516204BBB}"/>
            </ac:spMkLst>
          </pc:spChg>
          <pc:picChg chg="del">
            <ac:chgData name="Nguyễn Khang" userId="468d90fe5fdfce0f" providerId="LiveId" clId="{0E84280E-040D-4236-899E-B91292F7E156}" dt="2026-04-15T19:04:52.004" v="1213" actId="478"/>
            <ac:picMkLst>
              <pc:docMk/>
              <pc:sldMasterMk cId="3830360730" sldId="2147483702"/>
              <pc:sldLayoutMk cId="1034394229" sldId="2147483704"/>
              <ac:picMk id="5" creationId="{09449F37-9AF4-B5BD-B605-06854DF07546}"/>
            </ac:picMkLst>
          </pc:picChg>
          <pc:picChg chg="add mod">
            <ac:chgData name="Nguyễn Khang" userId="468d90fe5fdfce0f" providerId="LiveId" clId="{0E84280E-040D-4236-899E-B91292F7E156}" dt="2026-04-15T19:05:57.785" v="1220" actId="1076"/>
            <ac:picMkLst>
              <pc:docMk/>
              <pc:sldMasterMk cId="3830360730" sldId="2147483702"/>
              <pc:sldLayoutMk cId="1034394229" sldId="2147483704"/>
              <ac:picMk id="22" creationId="{E0AFEF16-25AD-4796-91E1-08677FE61044}"/>
            </ac:picMkLst>
          </pc:picChg>
        </pc:sldLayoutChg>
        <pc:sldLayoutChg chg="addSp delSp modSp">
          <pc:chgData name="Nguyễn Khang" userId="468d90fe5fdfce0f" providerId="LiveId" clId="{0E84280E-040D-4236-899E-B91292F7E156}" dt="2026-04-15T19:06:18.594" v="1224"/>
          <pc:sldLayoutMkLst>
            <pc:docMk/>
            <pc:sldMasterMk cId="3830360730" sldId="2147483702"/>
            <pc:sldLayoutMk cId="3258352385" sldId="2147483705"/>
          </pc:sldLayoutMkLst>
          <pc:spChg chg="mod">
            <ac:chgData name="Nguyễn Khang" userId="468d90fe5fdfce0f" providerId="LiveId" clId="{0E84280E-040D-4236-899E-B91292F7E156}" dt="2026-04-15T17:35:13.505" v="458" actId="207"/>
            <ac:spMkLst>
              <pc:docMk/>
              <pc:sldMasterMk cId="3830360730" sldId="2147483702"/>
              <pc:sldLayoutMk cId="3258352385" sldId="2147483705"/>
              <ac:spMk id="2" creationId="{E3F8078B-D54D-4BF3-9088-98B2094F9A22}"/>
            </ac:spMkLst>
          </pc:spChg>
          <pc:spChg chg="mod">
            <ac:chgData name="Nguyễn Khang" userId="468d90fe5fdfce0f" providerId="LiveId" clId="{0E84280E-040D-4236-899E-B91292F7E156}" dt="2026-04-15T17:35:18.891" v="459" actId="207"/>
            <ac:spMkLst>
              <pc:docMk/>
              <pc:sldMasterMk cId="3830360730" sldId="2147483702"/>
              <pc:sldLayoutMk cId="3258352385" sldId="2147483705"/>
              <ac:spMk id="8" creationId="{2A794A12-76E1-4D71-8060-28F9C9DB7AE4}"/>
            </ac:spMkLst>
          </pc:spChg>
          <pc:picChg chg="del">
            <ac:chgData name="Nguyễn Khang" userId="468d90fe5fdfce0f" providerId="LiveId" clId="{0E84280E-040D-4236-899E-B91292F7E156}" dt="2026-04-15T19:06:17.353" v="1223" actId="478"/>
            <ac:picMkLst>
              <pc:docMk/>
              <pc:sldMasterMk cId="3830360730" sldId="2147483702"/>
              <pc:sldLayoutMk cId="3258352385" sldId="2147483705"/>
              <ac:picMk id="4" creationId="{740A6807-FD78-2715-D672-1DFCB155F769}"/>
            </ac:picMkLst>
          </pc:picChg>
          <pc:picChg chg="add">
            <ac:chgData name="Nguyễn Khang" userId="468d90fe5fdfce0f" providerId="LiveId" clId="{0E84280E-040D-4236-899E-B91292F7E156}" dt="2026-04-15T19:06:18.594" v="1224"/>
            <ac:picMkLst>
              <pc:docMk/>
              <pc:sldMasterMk cId="3830360730" sldId="2147483702"/>
              <pc:sldLayoutMk cId="3258352385" sldId="2147483705"/>
              <ac:picMk id="6" creationId="{AF754DAB-0CB1-44C8-94C3-471AC0E2CB48}"/>
            </ac:picMkLst>
          </pc:picChg>
        </pc:sldLayoutChg>
        <pc:sldLayoutChg chg="addSp delSp modSp">
          <pc:chgData name="Nguyễn Khang" userId="468d90fe5fdfce0f" providerId="LiveId" clId="{0E84280E-040D-4236-899E-B91292F7E156}" dt="2026-04-15T19:06:00.121" v="1222"/>
          <pc:sldLayoutMkLst>
            <pc:docMk/>
            <pc:sldMasterMk cId="3830360730" sldId="2147483702"/>
            <pc:sldLayoutMk cId="699697885" sldId="2147483706"/>
          </pc:sldLayoutMkLst>
          <pc:spChg chg="mod">
            <ac:chgData name="Nguyễn Khang" userId="468d90fe5fdfce0f" providerId="LiveId" clId="{0E84280E-040D-4236-899E-B91292F7E156}" dt="2026-04-15T17:42:53.631" v="483" actId="255"/>
            <ac:spMkLst>
              <pc:docMk/>
              <pc:sldMasterMk cId="3830360730" sldId="2147483702"/>
              <pc:sldLayoutMk cId="699697885" sldId="2147483706"/>
              <ac:spMk id="4" creationId="{12958987-FE12-6A45-AB06-D3F0A4B0BDFB}"/>
            </ac:spMkLst>
          </pc:spChg>
          <pc:spChg chg="add mod">
            <ac:chgData name="Nguyễn Khang" userId="468d90fe5fdfce0f" providerId="LiveId" clId="{0E84280E-040D-4236-899E-B91292F7E156}" dt="2026-04-15T18:38:21.012" v="999" actId="207"/>
            <ac:spMkLst>
              <pc:docMk/>
              <pc:sldMasterMk cId="3830360730" sldId="2147483702"/>
              <pc:sldLayoutMk cId="699697885" sldId="2147483706"/>
              <ac:spMk id="17" creationId="{E618018D-720F-40E3-A3EB-2C22A8E636E9}"/>
            </ac:spMkLst>
          </pc:spChg>
          <pc:picChg chg="del">
            <ac:chgData name="Nguyễn Khang" userId="468d90fe5fdfce0f" providerId="LiveId" clId="{0E84280E-040D-4236-899E-B91292F7E156}" dt="2026-04-15T17:22:16.175" v="397" actId="478"/>
            <ac:picMkLst>
              <pc:docMk/>
              <pc:sldMasterMk cId="3830360730" sldId="2147483702"/>
              <pc:sldLayoutMk cId="699697885" sldId="2147483706"/>
              <ac:picMk id="14" creationId="{8C287859-6D38-44E7-B72E-CF239EF7F840}"/>
            </ac:picMkLst>
          </pc:picChg>
          <pc:picChg chg="add mod ord">
            <ac:chgData name="Nguyễn Khang" userId="468d90fe5fdfce0f" providerId="LiveId" clId="{0E84280E-040D-4236-899E-B91292F7E156}" dt="2026-04-15T18:23:05.923" v="884" actId="1076"/>
            <ac:picMkLst>
              <pc:docMk/>
              <pc:sldMasterMk cId="3830360730" sldId="2147483702"/>
              <pc:sldLayoutMk cId="699697885" sldId="2147483706"/>
              <ac:picMk id="15" creationId="{E3FCEAA1-75CF-4B6E-B568-20B45BBD6BE1}"/>
            </ac:picMkLst>
          </pc:picChg>
          <pc:picChg chg="add del">
            <ac:chgData name="Nguyễn Khang" userId="468d90fe5fdfce0f" providerId="LiveId" clId="{0E84280E-040D-4236-899E-B91292F7E156}" dt="2026-04-15T19:05:58.314" v="1221" actId="478"/>
            <ac:picMkLst>
              <pc:docMk/>
              <pc:sldMasterMk cId="3830360730" sldId="2147483702"/>
              <pc:sldLayoutMk cId="699697885" sldId="2147483706"/>
              <ac:picMk id="16" creationId="{E4557AB1-A0BC-4811-9FEF-9AF6E975A2D4}"/>
            </ac:picMkLst>
          </pc:picChg>
          <pc:picChg chg="add del mod ord">
            <ac:chgData name="Nguyễn Khang" userId="468d90fe5fdfce0f" providerId="LiveId" clId="{0E84280E-040D-4236-899E-B91292F7E156}" dt="2026-04-15T17:34:24.933" v="457" actId="478"/>
            <ac:picMkLst>
              <pc:docMk/>
              <pc:sldMasterMk cId="3830360730" sldId="2147483702"/>
              <pc:sldLayoutMk cId="699697885" sldId="2147483706"/>
              <ac:picMk id="18" creationId="{5D06DD17-DB47-446C-A560-99E289FE6965}"/>
            </ac:picMkLst>
          </pc:picChg>
          <pc:picChg chg="add del">
            <ac:chgData name="Nguyễn Khang" userId="468d90fe5fdfce0f" providerId="LiveId" clId="{0E84280E-040D-4236-899E-B91292F7E156}" dt="2026-04-15T19:06:00.121" v="1222"/>
            <ac:picMkLst>
              <pc:docMk/>
              <pc:sldMasterMk cId="3830360730" sldId="2147483702"/>
              <pc:sldLayoutMk cId="699697885" sldId="2147483706"/>
              <ac:picMk id="20" creationId="{0325DC47-5446-4339-AD8C-C701D6F5C299}"/>
            </ac:picMkLst>
          </pc:picChg>
          <pc:cxnChg chg="add mod">
            <ac:chgData name="Nguyễn Khang" userId="468d90fe5fdfce0f" providerId="LiveId" clId="{0E84280E-040D-4236-899E-B91292F7E156}" dt="2026-04-15T18:48:54.838" v="1093" actId="13822"/>
            <ac:cxnSpMkLst>
              <pc:docMk/>
              <pc:sldMasterMk cId="3830360730" sldId="2147483702"/>
              <pc:sldLayoutMk cId="699697885" sldId="2147483706"/>
              <ac:cxnSpMk id="19" creationId="{6689D2C8-53EF-40C8-AC21-B3CFF1AB0CC5}"/>
            </ac:cxnSpMkLst>
          </pc:cxnChg>
        </pc:sldLayoutChg>
        <pc:sldLayoutChg chg="modSp">
          <pc:chgData name="Nguyễn Khang" userId="468d90fe5fdfce0f" providerId="LiveId" clId="{0E84280E-040D-4236-899E-B91292F7E156}" dt="2026-04-15T17:21:45.642" v="394" actId="14100"/>
          <pc:sldLayoutMkLst>
            <pc:docMk/>
            <pc:sldMasterMk cId="3830360730" sldId="2147483702"/>
            <pc:sldLayoutMk cId="1140261727" sldId="2147483707"/>
          </pc:sldLayoutMkLst>
          <pc:picChg chg="mod">
            <ac:chgData name="Nguyễn Khang" userId="468d90fe5fdfce0f" providerId="LiveId" clId="{0E84280E-040D-4236-899E-B91292F7E156}" dt="2026-04-15T17:21:45.642" v="394" actId="14100"/>
            <ac:picMkLst>
              <pc:docMk/>
              <pc:sldMasterMk cId="3830360730" sldId="2147483702"/>
              <pc:sldLayoutMk cId="1140261727" sldId="2147483707"/>
              <ac:picMk id="2" creationId="{40F678F6-63FC-A3C2-ADBE-E08A7E73D452}"/>
            </ac:picMkLst>
          </pc:picChg>
        </pc:sldLayoutChg>
        <pc:sldLayoutChg chg="addSp delSp modSp">
          <pc:chgData name="Nguyễn Khang" userId="468d90fe5fdfce0f" providerId="LiveId" clId="{0E84280E-040D-4236-899E-B91292F7E156}" dt="2026-04-15T17:19:55.079" v="388" actId="478"/>
          <pc:sldLayoutMkLst>
            <pc:docMk/>
            <pc:sldMasterMk cId="3830360730" sldId="2147483702"/>
            <pc:sldLayoutMk cId="2236890812" sldId="2147483708"/>
          </pc:sldLayoutMkLst>
          <pc:picChg chg="add del mod">
            <ac:chgData name="Nguyễn Khang" userId="468d90fe5fdfce0f" providerId="LiveId" clId="{0E84280E-040D-4236-899E-B91292F7E156}" dt="2026-04-15T17:19:55.079" v="388" actId="478"/>
            <ac:picMkLst>
              <pc:docMk/>
              <pc:sldMasterMk cId="3830360730" sldId="2147483702"/>
              <pc:sldLayoutMk cId="2236890812" sldId="2147483708"/>
              <ac:picMk id="2" creationId="{B5BC01C9-C54C-BCB2-09CC-BB17C3562495}"/>
            </ac:picMkLst>
          </pc:picChg>
          <pc:picChg chg="add del">
            <ac:chgData name="Nguyễn Khang" userId="468d90fe5fdfce0f" providerId="LiveId" clId="{0E84280E-040D-4236-899E-B91292F7E156}" dt="2026-04-15T17:19:54.589" v="387"/>
            <ac:picMkLst>
              <pc:docMk/>
              <pc:sldMasterMk cId="3830360730" sldId="2147483702"/>
              <pc:sldLayoutMk cId="2236890812" sldId="2147483708"/>
              <ac:picMk id="17" creationId="{8C40726C-EDBF-44A6-91F2-C6F53BBEE2FD}"/>
            </ac:picMkLst>
          </pc:picChg>
        </pc:sldLayoutChg>
        <pc:sldLayoutChg chg="addSp delSp modSp del">
          <pc:chgData name="Nguyễn Khang" userId="468d90fe5fdfce0f" providerId="LiveId" clId="{0E84280E-040D-4236-899E-B91292F7E156}" dt="2026-04-15T17:21:35.706" v="392" actId="2696"/>
          <pc:sldLayoutMkLst>
            <pc:docMk/>
            <pc:sldMasterMk cId="3830360730" sldId="2147483702"/>
            <pc:sldLayoutMk cId="3306176459" sldId="2147483720"/>
          </pc:sldLayoutMkLst>
          <pc:grpChg chg="del">
            <ac:chgData name="Nguyễn Khang" userId="468d90fe5fdfce0f" providerId="LiveId" clId="{0E84280E-040D-4236-899E-B91292F7E156}" dt="2026-04-15T17:20:21.716" v="391" actId="478"/>
            <ac:grpSpMkLst>
              <pc:docMk/>
              <pc:sldMasterMk cId="3830360730" sldId="2147483702"/>
              <pc:sldLayoutMk cId="3306176459" sldId="2147483720"/>
              <ac:grpSpMk id="10" creationId="{F6268E1F-7088-4024-8DAE-1E0A6B4E7641}"/>
            </ac:grpSpMkLst>
          </pc:grpChg>
          <pc:picChg chg="del">
            <ac:chgData name="Nguyễn Khang" userId="468d90fe5fdfce0f" providerId="LiveId" clId="{0E84280E-040D-4236-899E-B91292F7E156}" dt="2026-04-15T17:20:03.721" v="389" actId="478"/>
            <ac:picMkLst>
              <pc:docMk/>
              <pc:sldMasterMk cId="3830360730" sldId="2147483702"/>
              <pc:sldLayoutMk cId="3306176459" sldId="2147483720"/>
              <ac:picMk id="7" creationId="{280B20FA-1539-4993-90F7-377D68401812}"/>
            </ac:picMkLst>
          </pc:picChg>
          <pc:picChg chg="add del mod">
            <ac:chgData name="Nguyễn Khang" userId="468d90fe5fdfce0f" providerId="LiveId" clId="{0E84280E-040D-4236-899E-B91292F7E156}" dt="2026-04-15T17:19:10.510" v="381"/>
            <ac:picMkLst>
              <pc:docMk/>
              <pc:sldMasterMk cId="3830360730" sldId="2147483702"/>
              <pc:sldLayoutMk cId="3306176459" sldId="2147483720"/>
              <ac:picMk id="299" creationId="{B4AC229A-AD6C-4DCE-9E0D-DAB83ADF505F}"/>
            </ac:picMkLst>
          </pc:picChg>
          <pc:picChg chg="add">
            <ac:chgData name="Nguyễn Khang" userId="468d90fe5fdfce0f" providerId="LiveId" clId="{0E84280E-040D-4236-899E-B91292F7E156}" dt="2026-04-15T17:20:05.193" v="390"/>
            <ac:picMkLst>
              <pc:docMk/>
              <pc:sldMasterMk cId="3830360730" sldId="2147483702"/>
              <pc:sldLayoutMk cId="3306176459" sldId="2147483720"/>
              <ac:picMk id="302" creationId="{D81198BF-EC84-42D7-A4BE-58B222B6B113}"/>
            </ac:picMkLst>
          </pc:picChg>
        </pc:sldLayoutChg>
      </pc:sldMasterChg>
    </pc:docChg>
  </pc:docChgLst>
  <pc:docChgLst>
    <pc:chgData name="Marie Yad-EL Tallo Enrile" userId="S::del.tallo@fpt.com::af54b45e-a451-4048-ace0-6088bd295b4a" providerId="AD" clId="Web-{D3311066-DC88-4B98-96BB-2A393E97C327}"/>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45524A-D9F4-7545-AB95-5226F9D348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BCAF79B1-55A0-5A4C-8442-40DC6CEBD8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605CAF-285F-1248-96A4-68300F7F9840}" type="datetimeFigureOut">
              <a:rPr lang="en-VN" smtClean="0"/>
              <a:t>04/16/2026</a:t>
            </a:fld>
            <a:endParaRPr lang="en-VN"/>
          </a:p>
        </p:txBody>
      </p:sp>
      <p:sp>
        <p:nvSpPr>
          <p:cNvPr id="4" name="Footer Placeholder 3">
            <a:extLst>
              <a:ext uri="{FF2B5EF4-FFF2-40B4-BE49-F238E27FC236}">
                <a16:creationId xmlns:a16="http://schemas.microsoft.com/office/drawing/2014/main" id="{76E336C1-B440-0443-8FF8-F82E4A5B0D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F74F16BD-3B62-C946-A536-E43A745C7A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C45307-BBFD-0045-B4A6-B73E368179D6}" type="slidenum">
              <a:rPr lang="en-VN" smtClean="0"/>
              <a:t>‹#›</a:t>
            </a:fld>
            <a:endParaRPr lang="en-VN"/>
          </a:p>
        </p:txBody>
      </p:sp>
    </p:spTree>
    <p:extLst>
      <p:ext uri="{BB962C8B-B14F-4D97-AF65-F5344CB8AC3E}">
        <p14:creationId xmlns:p14="http://schemas.microsoft.com/office/powerpoint/2010/main" val="32571309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212EB2-7195-4DCC-A544-62F8933C210E}"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6B53C0-79AE-4DBD-9505-8B7D1F13E088}" type="slidenum">
              <a:rPr lang="en-US" smtClean="0"/>
              <a:t>‹#›</a:t>
            </a:fld>
            <a:endParaRPr lang="en-US"/>
          </a:p>
        </p:txBody>
      </p:sp>
    </p:spTree>
    <p:extLst>
      <p:ext uri="{BB962C8B-B14F-4D97-AF65-F5344CB8AC3E}">
        <p14:creationId xmlns:p14="http://schemas.microsoft.com/office/powerpoint/2010/main" val="6372991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922DA9-E8C1-7A40-9EE6-89A4AED337F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96520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bg1"/>
                </a:solidFill>
                <a:latin typeface="BR Omega VN" pitchFamily="2" charset="77"/>
              </a:defRPr>
            </a:lvl1pPr>
          </a:lstStyle>
          <a:p>
            <a:r>
              <a:rPr lang="en-US" dirty="0"/>
              <a:t>CLICK TO EDIT MASTER TITLE STYLE</a:t>
            </a:r>
            <a:endParaRPr lang="en-VN" dirty="0"/>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2">
            <a:extLst>
              <a:ext uri="{FF2B5EF4-FFF2-40B4-BE49-F238E27FC236}">
                <a16:creationId xmlns:a16="http://schemas.microsoft.com/office/drawing/2014/main" id="{15681373-A4D2-854A-A772-7DF263D2A29C}"/>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 Software – Level of Confidentiality </a:t>
            </a:r>
            <a:endParaRPr lang="x-none" sz="1050" dirty="0">
              <a:solidFill>
                <a:schemeClr val="accent6">
                  <a:lumMod val="60000"/>
                  <a:lumOff val="40000"/>
                </a:schemeClr>
              </a:solidFill>
            </a:endParaRPr>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3">
            <a:extLst>
              <a:ext uri="{FF2B5EF4-FFF2-40B4-BE49-F238E27FC236}">
                <a16:creationId xmlns:a16="http://schemas.microsoft.com/office/drawing/2014/main" id="{535CBA73-2EF9-6C43-93B2-AD209F35944E}"/>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Tree>
    <p:extLst>
      <p:ext uri="{BB962C8B-B14F-4D97-AF65-F5344CB8AC3E}">
        <p14:creationId xmlns:p14="http://schemas.microsoft.com/office/powerpoint/2010/main" val="1850334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612335-2155-F144-ACF9-10F9E55DD24B}"/>
              </a:ext>
            </a:extLst>
          </p:cNvPr>
          <p:cNvPicPr>
            <a:picLocks noChangeAspect="1"/>
          </p:cNvPicPr>
          <p:nvPr userDrawn="1"/>
        </p:nvPicPr>
        <p:blipFill>
          <a:blip r:embed="rId2">
            <a:alphaModFix/>
            <a:extLst>
              <a:ext uri="{28A0092B-C50C-407E-A947-70E740481C1C}">
                <a14:useLocalDpi xmlns:a14="http://schemas.microsoft.com/office/drawing/2010/main"/>
              </a:ext>
            </a:extLst>
          </a:blip>
          <a:stretch>
            <a:fillRect/>
          </a:stretch>
        </p:blipFill>
        <p:spPr>
          <a:xfrm>
            <a:off x="0" y="0"/>
            <a:ext cx="12192000" cy="965200"/>
          </a:xfrm>
          <a:prstGeom prst="rect">
            <a:avLst/>
          </a:prstGeom>
        </p:spPr>
      </p:pic>
      <p:sp>
        <p:nvSpPr>
          <p:cNvPr id="4" name="Title 3">
            <a:extLst>
              <a:ext uri="{FF2B5EF4-FFF2-40B4-BE49-F238E27FC236}">
                <a16:creationId xmlns:a16="http://schemas.microsoft.com/office/drawing/2014/main" id="{12958987-FE12-6A45-AB06-D3F0A4B0BDFB}"/>
              </a:ext>
            </a:extLst>
          </p:cNvPr>
          <p:cNvSpPr>
            <a:spLocks noGrp="1"/>
          </p:cNvSpPr>
          <p:nvPr>
            <p:ph type="title" hasCustomPrompt="1"/>
          </p:nvPr>
        </p:nvSpPr>
        <p:spPr>
          <a:xfrm>
            <a:off x="525780" y="190527"/>
            <a:ext cx="10515600" cy="711081"/>
          </a:xfrm>
        </p:spPr>
        <p:txBody>
          <a:bodyPr>
            <a:normAutofit/>
          </a:bodyPr>
          <a:lstStyle>
            <a:lvl1pPr algn="l">
              <a:defRPr sz="2800">
                <a:solidFill>
                  <a:srgbClr val="19226D"/>
                </a:solidFill>
                <a:latin typeface="BR Omega VN" pitchFamily="2" charset="77"/>
              </a:defRPr>
            </a:lvl1pPr>
          </a:lstStyle>
          <a:p>
            <a:r>
              <a:rPr lang="en-US" dirty="0"/>
              <a:t>CLICK TO EDIT MASTER TITLE STYLE</a:t>
            </a:r>
            <a:endParaRPr lang="en-VN" dirty="0"/>
          </a:p>
        </p:txBody>
      </p:sp>
      <p:sp>
        <p:nvSpPr>
          <p:cNvPr id="6" name="Rounded Rectangle 5">
            <a:extLst>
              <a:ext uri="{FF2B5EF4-FFF2-40B4-BE49-F238E27FC236}">
                <a16:creationId xmlns:a16="http://schemas.microsoft.com/office/drawing/2014/main" id="{067324A7-459A-EC4A-96C9-632E9AB197B2}"/>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88ECB69-26E2-0242-8339-71783BE7D842}"/>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09BDF857-1D12-854A-9A20-B19E33C36FE5}"/>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F6517F5-CBA0-D641-9E92-7FDFE839EFEB}"/>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1F79581-5D79-4E47-A23D-2897202FF386}"/>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CA70723-60A1-8B4C-8C3F-FC53EA379972}"/>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2">
            <a:extLst>
              <a:ext uri="{FF2B5EF4-FFF2-40B4-BE49-F238E27FC236}">
                <a16:creationId xmlns:a16="http://schemas.microsoft.com/office/drawing/2014/main" id="{9D44BE42-DB45-BD41-9A16-5FF7BB95D082}"/>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 Software – Level of Confidentiality </a:t>
            </a:r>
            <a:endParaRPr lang="x-none" sz="1050" dirty="0">
              <a:solidFill>
                <a:schemeClr val="accent6">
                  <a:lumMod val="60000"/>
                  <a:lumOff val="40000"/>
                </a:schemeClr>
              </a:solidFill>
            </a:endParaRPr>
          </a:p>
        </p:txBody>
      </p:sp>
      <p:sp>
        <p:nvSpPr>
          <p:cNvPr id="13" name="Rounded Rectangle 12">
            <a:extLst>
              <a:ext uri="{FF2B5EF4-FFF2-40B4-BE49-F238E27FC236}">
                <a16:creationId xmlns:a16="http://schemas.microsoft.com/office/drawing/2014/main" id="{7A50D04F-B7A3-A543-B2F0-FF35C1B16E1F}"/>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3">
            <a:extLst>
              <a:ext uri="{FF2B5EF4-FFF2-40B4-BE49-F238E27FC236}">
                <a16:creationId xmlns:a16="http://schemas.microsoft.com/office/drawing/2014/main" id="{EB6FA0AC-3B13-B046-940B-897CAC426956}"/>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Tree>
    <p:extLst>
      <p:ext uri="{BB962C8B-B14F-4D97-AF65-F5344CB8AC3E}">
        <p14:creationId xmlns:p14="http://schemas.microsoft.com/office/powerpoint/2010/main" val="1510612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8_Blank">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29EB11F-D043-7441-AA75-519D965E191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3853"/>
            <a:ext cx="12187066" cy="6858000"/>
          </a:xfrm>
          <a:prstGeom prst="rect">
            <a:avLst/>
          </a:prstGeom>
        </p:spPr>
      </p:pic>
      <p:sp>
        <p:nvSpPr>
          <p:cNvPr id="2" name="Rounded Rectangle 1">
            <a:extLst>
              <a:ext uri="{FF2B5EF4-FFF2-40B4-BE49-F238E27FC236}">
                <a16:creationId xmlns:a16="http://schemas.microsoft.com/office/drawing/2014/main" id="{863B9A03-E856-134D-8A06-24CFAC6C851F}"/>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A1CD68F0-B45C-5941-AA2B-577A84F07969}"/>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1FABAFDF-0A8B-6944-8936-304BE90EA2CB}"/>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23797118-B6B6-1F4E-BEDC-5AA4E1DA6790}"/>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043ADEE7-0AA6-0944-A43F-34C0D4923E1E}"/>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87FD1791-6CF5-4542-A218-017F64FBA02C}"/>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681DFE14-2BAA-3742-A711-56BE5934831B}"/>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9" name="Slide Number Placeholder 3">
            <a:extLst>
              <a:ext uri="{FF2B5EF4-FFF2-40B4-BE49-F238E27FC236}">
                <a16:creationId xmlns:a16="http://schemas.microsoft.com/office/drawing/2014/main" id="{6559F2F4-37E4-7A45-8ECB-451B5E4152D9}"/>
              </a:ext>
            </a:extLst>
          </p:cNvPr>
          <p:cNvSpPr txBox="1">
            <a:spLocks/>
          </p:cNvSpPr>
          <p:nvPr userDrawn="1"/>
        </p:nvSpPr>
        <p:spPr>
          <a:xfrm>
            <a:off x="11311875" y="6415503"/>
            <a:ext cx="596198" cy="251969"/>
          </a:xfrm>
          <a:prstGeom prst="rect">
            <a:avLst/>
          </a:prstGeom>
        </p:spPr>
        <p:txBody>
          <a:bodyP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12F146-47F9-A646-B182-8CC39B8AD32B}" type="slidenum">
              <a:rPr lang="x-none" smtClean="0"/>
              <a:pPr/>
              <a:t>‹#›</a:t>
            </a:fld>
            <a:endParaRPr lang="x-none"/>
          </a:p>
        </p:txBody>
      </p:sp>
      <p:sp>
        <p:nvSpPr>
          <p:cNvPr id="10" name="Rounded Rectangle 9">
            <a:extLst>
              <a:ext uri="{FF2B5EF4-FFF2-40B4-BE49-F238E27FC236}">
                <a16:creationId xmlns:a16="http://schemas.microsoft.com/office/drawing/2014/main" id="{14493B48-3DA7-E947-AEEC-81EB55D64B80}"/>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2349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Blank">
    <p:bg>
      <p:bgPr>
        <a:gradFill>
          <a:gsLst>
            <a:gs pos="0">
              <a:srgbClr val="50B848"/>
            </a:gs>
            <a:gs pos="37000">
              <a:srgbClr val="356D5B"/>
            </a:gs>
            <a:gs pos="100000">
              <a:srgbClr val="19226D"/>
            </a:gs>
          </a:gsLst>
          <a:lin ang="5400000" scaled="0"/>
        </a:gradFill>
        <a:effectLst/>
      </p:bgPr>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B852D304-8DB3-CF44-A52F-E79EA93F6731}"/>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3A2A6B6E-39E3-4E41-9202-479D05FB06BB}"/>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086C675-CEB7-C441-A3D7-3279FFE56275}"/>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CB7E4B97-6890-E146-927A-8C5BF4E79AA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CA7DB3E0-73EE-714B-9C0E-76E2C9A411F4}"/>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9C1F5A4-D68F-AC43-B7E3-3C475A72C661}"/>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3">
            <a:extLst>
              <a:ext uri="{FF2B5EF4-FFF2-40B4-BE49-F238E27FC236}">
                <a16:creationId xmlns:a16="http://schemas.microsoft.com/office/drawing/2014/main" id="{7D5CD0C2-5822-1944-BC57-FD19E76673E7}"/>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12" name="Rounded Rectangle 11">
            <a:extLst>
              <a:ext uri="{FF2B5EF4-FFF2-40B4-BE49-F238E27FC236}">
                <a16:creationId xmlns:a16="http://schemas.microsoft.com/office/drawing/2014/main" id="{0C95442A-32A5-D34D-84ED-EB9840F371BF}"/>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9136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cstate="screen">
            <a:lum/>
            <a:extLst>
              <a:ext uri="{28A0092B-C50C-407E-A947-70E740481C1C}">
                <a14:useLocalDpi xmlns:a14="http://schemas.microsoft.com/office/drawing/2010/main"/>
              </a:ext>
            </a:extLst>
          </a:blip>
          <a:srcRect/>
          <a:stretch>
            <a:fillRect l="-1000"/>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ED8A6C4-8D48-A741-8E70-35BC8A7DF24D}"/>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0F7E00B9-D6C8-2C45-B19B-C85C8186A241}"/>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AE58C11-7699-7D48-BC93-F583C9E5E40D}"/>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80AA8190-FCEC-DF44-9F5A-10095FB162EC}"/>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768B8A4F-3496-5B43-8E20-569DE91627CB}"/>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7C307A14-4347-714F-9635-2188B14053F6}"/>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D7F839E2-1874-E14B-B9AE-C8EDD5809D45}"/>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Tree>
    <p:extLst>
      <p:ext uri="{BB962C8B-B14F-4D97-AF65-F5344CB8AC3E}">
        <p14:creationId xmlns:p14="http://schemas.microsoft.com/office/powerpoint/2010/main" val="2645219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4_Blank">
    <p:bg>
      <p:bgPr>
        <a:gradFill>
          <a:gsLst>
            <a:gs pos="0">
              <a:srgbClr val="3EA9C1"/>
            </a:gs>
            <a:gs pos="100000">
              <a:srgbClr val="034EA2"/>
            </a:gs>
          </a:gsLst>
          <a:lin ang="10800000" scaled="0"/>
        </a:gra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D3AAA28-FEA8-F249-8C46-A1D9B8007B1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4E337708-4B47-6A4D-A778-1A9A1C2998A5}"/>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084CFB43-A9C1-9E4A-99E5-F2E03F72620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E7D9DA35-3C5D-C940-ACA0-E14928613982}"/>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74A8F42C-1C2B-DC4D-8DCE-BE6E4CCFEFCE}"/>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7C7876C1-57B3-8949-B0D9-E5AD7654E256}"/>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9B36B756-1EFD-8542-A4AC-B957DB0083FB}"/>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9" name="Slide Number Placeholder 3">
            <a:extLst>
              <a:ext uri="{FF2B5EF4-FFF2-40B4-BE49-F238E27FC236}">
                <a16:creationId xmlns:a16="http://schemas.microsoft.com/office/drawing/2014/main" id="{6F021668-ABFC-DF4D-AD1B-E4EBE1BE3048}"/>
              </a:ext>
            </a:extLst>
          </p:cNvPr>
          <p:cNvSpPr txBox="1">
            <a:spLocks/>
          </p:cNvSpPr>
          <p:nvPr userDrawn="1"/>
        </p:nvSpPr>
        <p:spPr>
          <a:xfrm>
            <a:off x="11311875" y="6415503"/>
            <a:ext cx="596198" cy="251969"/>
          </a:xfrm>
          <a:prstGeom prst="rect">
            <a:avLst/>
          </a:prstGeom>
        </p:spPr>
        <p:txBody>
          <a:bodyP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12F146-47F9-A646-B182-8CC39B8AD32B}" type="slidenum">
              <a:rPr lang="x-none" smtClean="0"/>
              <a:pPr/>
              <a:t>‹#›</a:t>
            </a:fld>
            <a:endParaRPr lang="x-none"/>
          </a:p>
        </p:txBody>
      </p:sp>
      <p:sp>
        <p:nvSpPr>
          <p:cNvPr id="10" name="Rounded Rectangle 9">
            <a:extLst>
              <a:ext uri="{FF2B5EF4-FFF2-40B4-BE49-F238E27FC236}">
                <a16:creationId xmlns:a16="http://schemas.microsoft.com/office/drawing/2014/main" id="{4E955BCA-127F-1747-9BB8-7DB78C582DF5}"/>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1723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5_Blank">
    <p:bg>
      <p:bgPr>
        <a:solidFill>
          <a:srgbClr val="F3712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05DAED6-FABE-0348-A0EC-10445981CC05}"/>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202DDD32-343F-244B-AE10-ECD5984E08C5}"/>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558CDBB3-514A-EA4D-A65A-923A52654281}"/>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A6C3288D-3C42-C444-A377-A39683C4DFCD}"/>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1515EF48-46AB-EB40-AEC8-384AB0AB635D}"/>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AF8D4DE-5470-E547-BDF8-909AF456C069}"/>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0B423D82-B217-F24D-9A4B-51E3223C7ABA}"/>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9" name="Slide Number Placeholder 3">
            <a:extLst>
              <a:ext uri="{FF2B5EF4-FFF2-40B4-BE49-F238E27FC236}">
                <a16:creationId xmlns:a16="http://schemas.microsoft.com/office/drawing/2014/main" id="{F9B4AE42-994A-3445-A045-ECB259BE3B96}"/>
              </a:ext>
            </a:extLst>
          </p:cNvPr>
          <p:cNvSpPr txBox="1">
            <a:spLocks/>
          </p:cNvSpPr>
          <p:nvPr userDrawn="1"/>
        </p:nvSpPr>
        <p:spPr>
          <a:xfrm>
            <a:off x="11311875" y="6415503"/>
            <a:ext cx="596198" cy="251969"/>
          </a:xfrm>
          <a:prstGeom prst="rect">
            <a:avLst/>
          </a:prstGeom>
        </p:spPr>
        <p:txBody>
          <a:bodyP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12F146-47F9-A646-B182-8CC39B8AD32B}" type="slidenum">
              <a:rPr lang="x-none" smtClean="0"/>
              <a:pPr/>
              <a:t>‹#›</a:t>
            </a:fld>
            <a:endParaRPr lang="x-none"/>
          </a:p>
        </p:txBody>
      </p:sp>
      <p:sp>
        <p:nvSpPr>
          <p:cNvPr id="10" name="Rounded Rectangle 9">
            <a:extLst>
              <a:ext uri="{FF2B5EF4-FFF2-40B4-BE49-F238E27FC236}">
                <a16:creationId xmlns:a16="http://schemas.microsoft.com/office/drawing/2014/main" id="{10470A95-B716-5F46-9278-41BECDD385DC}"/>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9153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32EEAE7-A53A-8540-823B-1A5B586202B8}"/>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EA9E292F-D15B-3440-BFF3-EED8802880FB}"/>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5A3519CF-8166-9E42-8146-B6397D55AFAA}"/>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2A8C4D0A-95C4-5E49-A977-8A1BC8922F1C}"/>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97968C13-89E8-4D45-9D89-7098A62AE4AC}"/>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BA1EF8AC-6BF2-5543-8AA6-186E6A781219}"/>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3">
            <a:extLst>
              <a:ext uri="{FF2B5EF4-FFF2-40B4-BE49-F238E27FC236}">
                <a16:creationId xmlns:a16="http://schemas.microsoft.com/office/drawing/2014/main" id="{7005A36C-3143-D84B-84B4-F891BB15054E}"/>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15" name="Slide Number Placeholder 3">
            <a:extLst>
              <a:ext uri="{FF2B5EF4-FFF2-40B4-BE49-F238E27FC236}">
                <a16:creationId xmlns:a16="http://schemas.microsoft.com/office/drawing/2014/main" id="{AAF25899-1F00-A841-8F4B-2A9601DD1325}"/>
              </a:ext>
            </a:extLst>
          </p:cNvPr>
          <p:cNvSpPr txBox="1">
            <a:spLocks/>
          </p:cNvSpPr>
          <p:nvPr userDrawn="1"/>
        </p:nvSpPr>
        <p:spPr>
          <a:xfrm>
            <a:off x="11311875" y="6415503"/>
            <a:ext cx="596198" cy="251969"/>
          </a:xfrm>
          <a:prstGeom prst="rect">
            <a:avLst/>
          </a:prstGeom>
        </p:spPr>
        <p:txBody>
          <a:bodyP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12F146-47F9-A646-B182-8CC39B8AD32B}" type="slidenum">
              <a:rPr lang="x-none" smtClean="0"/>
              <a:pPr/>
              <a:t>‹#›</a:t>
            </a:fld>
            <a:endParaRPr lang="x-none"/>
          </a:p>
        </p:txBody>
      </p:sp>
      <p:sp>
        <p:nvSpPr>
          <p:cNvPr id="16" name="Rounded Rectangle 15">
            <a:extLst>
              <a:ext uri="{FF2B5EF4-FFF2-40B4-BE49-F238E27FC236}">
                <a16:creationId xmlns:a16="http://schemas.microsoft.com/office/drawing/2014/main" id="{C451E643-497F-0546-B045-5080C05B28C4}"/>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572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0_Blank">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3831E717-6F65-B14B-A854-F3079D6FA43D}"/>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DBFF991D-922B-BD4C-822C-9BF7D5E9CA2F}"/>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3E288FF5-FB11-2D4C-9263-0722A01A70F3}"/>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E27A1BA-8FA6-5042-AF5E-3DC09C5DBC3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70E9A48A-826B-DD48-B0AC-5902E8C234FA}"/>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A3065AE7-E2E1-4247-A38D-6FD592E308B4}"/>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F50E99BC-F599-F045-9C5F-F182A291FF3A}"/>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9" name="Rounded Rectangle 8">
            <a:extLst>
              <a:ext uri="{FF2B5EF4-FFF2-40B4-BE49-F238E27FC236}">
                <a16:creationId xmlns:a16="http://schemas.microsoft.com/office/drawing/2014/main" id="{E1187FFA-5693-384A-B7D7-421716AFCC1B}"/>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121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gradFill>
          <a:gsLst>
            <a:gs pos="0">
              <a:srgbClr val="F37121"/>
            </a:gs>
            <a:gs pos="100000">
              <a:srgbClr val="F37121">
                <a:lumMod val="78000"/>
              </a:srgbClr>
            </a:gs>
          </a:gsLst>
          <a:lin ang="10800000" scaled="0"/>
        </a:gra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374085" y="0"/>
            <a:ext cx="11316023" cy="6858000"/>
          </a:xfrm>
          <a:prstGeom prst="rect">
            <a:avLst/>
          </a:prstGeom>
        </p:spPr>
      </p:pic>
      <p:sp>
        <p:nvSpPr>
          <p:cNvPr id="3" name="Rounded Rectangle 2">
            <a:extLst>
              <a:ext uri="{FF2B5EF4-FFF2-40B4-BE49-F238E27FC236}">
                <a16:creationId xmlns:a16="http://schemas.microsoft.com/office/drawing/2014/main" id="{1ABBE93A-BCEF-DC40-9E10-EF9437C573D9}"/>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436EA27E-8CE7-7946-BA7D-2A5B7CD3DD6B}"/>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ACBD2B0A-DA75-6E46-ADD4-01709DEDDC31}"/>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C7CB5EF6-A2BE-874C-81F7-B7C0975210AD}"/>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E7E0664-2B84-BB41-8518-00B11B020BF9}"/>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1EA0B64C-94BF-3047-96A4-214219A5E29A}"/>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3">
            <a:extLst>
              <a:ext uri="{FF2B5EF4-FFF2-40B4-BE49-F238E27FC236}">
                <a16:creationId xmlns:a16="http://schemas.microsoft.com/office/drawing/2014/main" id="{70EDB5F8-0B01-B14A-B747-9970DE9705DA}"/>
              </a:ext>
            </a:extLst>
          </p:cNvPr>
          <p:cNvSpPr>
            <a:spLocks noGrp="1"/>
          </p:cNvSpPr>
          <p:nvPr>
            <p:ph type="title" hasCustomPrompt="1"/>
          </p:nvPr>
        </p:nvSpPr>
        <p:spPr>
          <a:xfrm>
            <a:off x="6096000" y="2031423"/>
            <a:ext cx="4590229" cy="2983912"/>
          </a:xfrm>
        </p:spPr>
        <p:txBody>
          <a:bodyPr>
            <a:normAutofit/>
          </a:bodyPr>
          <a:lstStyle>
            <a:lvl1pPr algn="r">
              <a:defRPr sz="4800">
                <a:solidFill>
                  <a:schemeClr val="bg1"/>
                </a:solidFill>
                <a:latin typeface="BR Omega VN" pitchFamily="2" charset="77"/>
              </a:defRPr>
            </a:lvl1pPr>
          </a:lstStyle>
          <a:p>
            <a:r>
              <a:rPr lang="en-US" dirty="0"/>
              <a:t>CLICK TO EDIT MASTER TITLE STYLE</a:t>
            </a:r>
            <a:endParaRPr lang="en-VN" dirty="0"/>
          </a:p>
        </p:txBody>
      </p:sp>
      <p:sp>
        <p:nvSpPr>
          <p:cNvPr id="11" name="Slide Number Placeholder 3">
            <a:extLst>
              <a:ext uri="{FF2B5EF4-FFF2-40B4-BE49-F238E27FC236}">
                <a16:creationId xmlns:a16="http://schemas.microsoft.com/office/drawing/2014/main" id="{0D706DA2-622A-694F-9E32-399A0341F7A4}"/>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12" name="Rounded Rectangle 11">
            <a:extLst>
              <a:ext uri="{FF2B5EF4-FFF2-40B4-BE49-F238E27FC236}">
                <a16:creationId xmlns:a16="http://schemas.microsoft.com/office/drawing/2014/main" id="{E0F276C8-BAF3-6D41-BC38-159A0A3363B1}"/>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2133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bg>
      <p:bgPr>
        <a:gradFill>
          <a:gsLst>
            <a:gs pos="0">
              <a:srgbClr val="19226D"/>
            </a:gs>
            <a:gs pos="100000">
              <a:srgbClr val="034EA2"/>
            </a:gs>
          </a:gsLst>
          <a:lin ang="0" scaled="0"/>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1573" y="188969"/>
            <a:ext cx="10692406" cy="6480061"/>
          </a:xfrm>
          <a:prstGeom prst="rect">
            <a:avLst/>
          </a:prstGeom>
        </p:spPr>
      </p:pic>
      <p:sp>
        <p:nvSpPr>
          <p:cNvPr id="3" name="Rounded Rectangle 2">
            <a:extLst>
              <a:ext uri="{FF2B5EF4-FFF2-40B4-BE49-F238E27FC236}">
                <a16:creationId xmlns:a16="http://schemas.microsoft.com/office/drawing/2014/main" id="{ABD5A0CA-896F-5040-8DAF-88D8CB5F47D9}"/>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E5307F0D-20CE-2C43-9111-680FF872B31E}"/>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80752C12-EA75-1D42-8090-9CAAABA2BE1B}"/>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BC481A09-20D9-0344-BC0D-5862ED52879F}"/>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7019DD4-7619-5A43-909F-46685D0828B6}"/>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4BEE4AE0-435F-A246-BC97-254FF6FD2FC8}"/>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3">
            <a:extLst>
              <a:ext uri="{FF2B5EF4-FFF2-40B4-BE49-F238E27FC236}">
                <a16:creationId xmlns:a16="http://schemas.microsoft.com/office/drawing/2014/main" id="{9267313A-9ABD-E743-8449-A133A5994D3B}"/>
              </a:ext>
            </a:extLst>
          </p:cNvPr>
          <p:cNvSpPr>
            <a:spLocks noGrp="1"/>
          </p:cNvSpPr>
          <p:nvPr>
            <p:ph type="title" hasCustomPrompt="1"/>
          </p:nvPr>
        </p:nvSpPr>
        <p:spPr>
          <a:xfrm>
            <a:off x="1130460" y="1904022"/>
            <a:ext cx="4590229" cy="2983912"/>
          </a:xfrm>
        </p:spPr>
        <p:txBody>
          <a:bodyPr>
            <a:normAutofit/>
          </a:bodyPr>
          <a:lstStyle>
            <a:lvl1pPr algn="l">
              <a:defRPr sz="4800">
                <a:solidFill>
                  <a:schemeClr val="bg1"/>
                </a:solidFill>
                <a:latin typeface="BR Omega VN" pitchFamily="2" charset="77"/>
              </a:defRPr>
            </a:lvl1pPr>
          </a:lstStyle>
          <a:p>
            <a:r>
              <a:rPr lang="en-US" dirty="0"/>
              <a:t>CLICK TO EDIT MASTER TITLE STYLE</a:t>
            </a:r>
            <a:endParaRPr lang="en-VN" dirty="0"/>
          </a:p>
        </p:txBody>
      </p:sp>
      <p:sp>
        <p:nvSpPr>
          <p:cNvPr id="11" name="Slide Number Placeholder 3">
            <a:extLst>
              <a:ext uri="{FF2B5EF4-FFF2-40B4-BE49-F238E27FC236}">
                <a16:creationId xmlns:a16="http://schemas.microsoft.com/office/drawing/2014/main" id="{8CE7A170-D609-0442-B622-507B0955F960}"/>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12" name="Rounded Rectangle 11">
            <a:extLst>
              <a:ext uri="{FF2B5EF4-FFF2-40B4-BE49-F238E27FC236}">
                <a16:creationId xmlns:a16="http://schemas.microsoft.com/office/drawing/2014/main" id="{87BA9CE5-C61D-5146-AE5D-E98FF770E4C1}"/>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6491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Blank">
    <p:bg>
      <p:bgPr>
        <a:gradFill>
          <a:gsLst>
            <a:gs pos="0">
              <a:srgbClr val="034EA2"/>
            </a:gs>
            <a:gs pos="100000">
              <a:srgbClr val="19226D"/>
            </a:gs>
          </a:gsLst>
          <a:lin ang="5400000" scaled="0"/>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50496" y="0"/>
            <a:ext cx="5741504" cy="6911249"/>
          </a:xfrm>
          <a:prstGeom prst="rect">
            <a:avLst/>
          </a:prstGeom>
        </p:spPr>
      </p:pic>
      <p:sp>
        <p:nvSpPr>
          <p:cNvPr id="3" name="Rounded Rectangle 2">
            <a:extLst>
              <a:ext uri="{FF2B5EF4-FFF2-40B4-BE49-F238E27FC236}">
                <a16:creationId xmlns:a16="http://schemas.microsoft.com/office/drawing/2014/main" id="{D735559F-6A4D-3D46-A124-8E92E72916D9}"/>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10546CB8-8956-FB42-8301-C979C61BC709}"/>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7BB3BF3F-B4C0-DB48-BEAB-AE030ED5561C}"/>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DE6F7DEE-ADF4-014B-BB30-738AF781602C}"/>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5DB4BA4-4144-DB47-B55F-5E26F8713151}"/>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FF5A60B6-D16E-414C-B473-98F4A577397A}"/>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3">
            <a:extLst>
              <a:ext uri="{FF2B5EF4-FFF2-40B4-BE49-F238E27FC236}">
                <a16:creationId xmlns:a16="http://schemas.microsoft.com/office/drawing/2014/main" id="{840785EB-CF37-DC42-BD82-99A0EF8D0A19}"/>
              </a:ext>
            </a:extLst>
          </p:cNvPr>
          <p:cNvSpPr>
            <a:spLocks noGrp="1"/>
          </p:cNvSpPr>
          <p:nvPr>
            <p:ph type="title" hasCustomPrompt="1"/>
          </p:nvPr>
        </p:nvSpPr>
        <p:spPr>
          <a:xfrm>
            <a:off x="1505771" y="1904022"/>
            <a:ext cx="4590229" cy="2983912"/>
          </a:xfrm>
        </p:spPr>
        <p:txBody>
          <a:bodyPr>
            <a:normAutofit/>
          </a:bodyPr>
          <a:lstStyle>
            <a:lvl1pPr algn="l">
              <a:defRPr sz="4800">
                <a:solidFill>
                  <a:schemeClr val="bg1"/>
                </a:solidFill>
                <a:latin typeface="BR Omega VN" pitchFamily="2" charset="77"/>
              </a:defRPr>
            </a:lvl1pPr>
          </a:lstStyle>
          <a:p>
            <a:r>
              <a:rPr lang="en-US" dirty="0"/>
              <a:t>CLICK TO EDIT MASTER TITLE STYLE</a:t>
            </a:r>
            <a:endParaRPr lang="en-VN" dirty="0"/>
          </a:p>
        </p:txBody>
      </p:sp>
      <p:sp>
        <p:nvSpPr>
          <p:cNvPr id="10" name="Slide Number Placeholder 3">
            <a:extLst>
              <a:ext uri="{FF2B5EF4-FFF2-40B4-BE49-F238E27FC236}">
                <a16:creationId xmlns:a16="http://schemas.microsoft.com/office/drawing/2014/main" id="{5C18A648-65E2-694F-B913-185E31E5DA11}"/>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11" name="Rounded Rectangle 10">
            <a:extLst>
              <a:ext uri="{FF2B5EF4-FFF2-40B4-BE49-F238E27FC236}">
                <a16:creationId xmlns:a16="http://schemas.microsoft.com/office/drawing/2014/main" id="{D513BF2B-FCE2-CD4F-AF32-06ABF067538A}"/>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3174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6_Blank">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CBDD32B8-E926-4C49-B42B-C549BB93DC7D}"/>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0F1F3743-0878-5146-BB9E-B85F244ACC2C}"/>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0B3B3AAB-8D9A-A24B-8B0B-555B2C69C9A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77D0A365-3B17-584B-BCE1-2FC31F56CCF3}"/>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C0686EC9-4414-7C4A-99D5-16E7A9E088F9}"/>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1A106ED-CBBE-7F4F-AA8D-4B863E6EC6A2}"/>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9E12862F-7974-D540-9F98-6540B214E432}"/>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9" name="Rounded Rectangle 8">
            <a:extLst>
              <a:ext uri="{FF2B5EF4-FFF2-40B4-BE49-F238E27FC236}">
                <a16:creationId xmlns:a16="http://schemas.microsoft.com/office/drawing/2014/main" id="{526D76CD-2C74-1A43-A528-6A27E584E90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383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105BD56-A8E0-E444-BE9C-22203E4DCF3E}"/>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6B9A621C-3FEA-F44A-9FB8-4BFCEB404982}"/>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37588913-168E-054F-8189-51B637B7757E}"/>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BCE238BA-B121-984B-ACE5-3CC621D43F30}"/>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C549F2E8-A40E-7245-A2A9-037C4416B88E}"/>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307555D-F79C-E344-874C-925FC8A7E3EF}"/>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6D752961-38D0-8244-BF6A-A7591FA4D9FE}"/>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9" name="Rounded Rectangle 8">
            <a:extLst>
              <a:ext uri="{FF2B5EF4-FFF2-40B4-BE49-F238E27FC236}">
                <a16:creationId xmlns:a16="http://schemas.microsoft.com/office/drawing/2014/main" id="{CA83E1E6-DB8F-8F46-B7A2-A20D6BC8F3FB}"/>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7237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Blank">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E304BD9A-B871-1444-AF72-D9F26AA0F3F4}"/>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C5D4035C-5E60-4744-9AD4-D74676CB465F}"/>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72C916E2-A7AD-AF49-9466-F4FAECDFD731}"/>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440AD99B-A276-D948-B3DF-84B40E7E8737}"/>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341C1B2-9D59-054F-B23A-DA8D36145C81}"/>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D489F30-14C2-B04B-B0FB-D1722710AF0A}"/>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3">
            <a:extLst>
              <a:ext uri="{FF2B5EF4-FFF2-40B4-BE49-F238E27FC236}">
                <a16:creationId xmlns:a16="http://schemas.microsoft.com/office/drawing/2014/main" id="{BA53FB58-8D65-2B4C-8037-E43514F049AA}"/>
              </a:ext>
            </a:extLst>
          </p:cNvPr>
          <p:cNvSpPr>
            <a:spLocks noGrp="1"/>
          </p:cNvSpPr>
          <p:nvPr>
            <p:ph type="title" hasCustomPrompt="1"/>
          </p:nvPr>
        </p:nvSpPr>
        <p:spPr>
          <a:xfrm>
            <a:off x="6524263" y="2014074"/>
            <a:ext cx="4590229" cy="2983912"/>
          </a:xfrm>
        </p:spPr>
        <p:txBody>
          <a:bodyPr>
            <a:normAutofit/>
          </a:bodyPr>
          <a:lstStyle>
            <a:lvl1pPr algn="r">
              <a:defRPr sz="4800">
                <a:solidFill>
                  <a:schemeClr val="bg1"/>
                </a:solidFill>
                <a:latin typeface="BR Omega VN" pitchFamily="2" charset="77"/>
              </a:defRPr>
            </a:lvl1pPr>
          </a:lstStyle>
          <a:p>
            <a:r>
              <a:rPr lang="en-US" dirty="0"/>
              <a:t>CLICK TO EDIT MASTER TITLE STYLE</a:t>
            </a:r>
            <a:endParaRPr lang="en-VN" dirty="0"/>
          </a:p>
        </p:txBody>
      </p:sp>
      <p:sp>
        <p:nvSpPr>
          <p:cNvPr id="9" name="Slide Number Placeholder 3">
            <a:extLst>
              <a:ext uri="{FF2B5EF4-FFF2-40B4-BE49-F238E27FC236}">
                <a16:creationId xmlns:a16="http://schemas.microsoft.com/office/drawing/2014/main" id="{9D2DF389-EA04-DA47-B7AC-DF1D0EE61322}"/>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10" name="Rounded Rectangle 9">
            <a:extLst>
              <a:ext uri="{FF2B5EF4-FFF2-40B4-BE49-F238E27FC236}">
                <a16:creationId xmlns:a16="http://schemas.microsoft.com/office/drawing/2014/main" id="{20A25BB1-4BFF-7848-B386-C9BDC3C39487}"/>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949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30268F06-6D8C-A942-978A-EBE9B5D7AB2A}"/>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662B717D-08C7-2744-8CC5-2D559DBD2EE8}"/>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C913A8CF-7152-2446-A66F-E48E95479DDA}"/>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69AD5876-3601-7D4A-BDA6-59B2077E8C39}"/>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C037CB65-F8A1-5740-9AB3-6E953026B9C9}"/>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0966305-24F7-5C41-91AB-9BCD192C42F9}"/>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DC1B114B-679E-1447-80FB-878BAB868460}"/>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
        <p:nvSpPr>
          <p:cNvPr id="9" name="Rounded Rectangle 8">
            <a:extLst>
              <a:ext uri="{FF2B5EF4-FFF2-40B4-BE49-F238E27FC236}">
                <a16:creationId xmlns:a16="http://schemas.microsoft.com/office/drawing/2014/main" id="{90951DA9-663C-6944-AE1B-BB407FF15AE8}"/>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7251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9B57E445-7F46-3543-BAB1-C913D79DDE09}"/>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149EF23F-BFCA-B147-B2F2-0A9C687DEB0A}"/>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DB66F4A-3476-8C49-9F5A-C4B16631D55D}"/>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40043553-159C-6742-861C-15FF86F2922C}"/>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9051973-9FBF-4248-B549-ED04EC20C11A}"/>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EDF2C659-F3B4-A140-8E46-CF309A825938}"/>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2">
            <a:extLst>
              <a:ext uri="{FF2B5EF4-FFF2-40B4-BE49-F238E27FC236}">
                <a16:creationId xmlns:a16="http://schemas.microsoft.com/office/drawing/2014/main" id="{40A1F0A9-C1BC-0846-9F7F-9E4C5F9B712C}"/>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 Software </a:t>
            </a:r>
            <a:endParaRPr lang="x-none" sz="1050" dirty="0">
              <a:solidFill>
                <a:schemeClr val="accent6">
                  <a:lumMod val="60000"/>
                  <a:lumOff val="40000"/>
                </a:schemeClr>
              </a:solidFill>
            </a:endParaRPr>
          </a:p>
        </p:txBody>
      </p:sp>
      <p:sp>
        <p:nvSpPr>
          <p:cNvPr id="11" name="Slide Number Placeholder 3">
            <a:extLst>
              <a:ext uri="{FF2B5EF4-FFF2-40B4-BE49-F238E27FC236}">
                <a16:creationId xmlns:a16="http://schemas.microsoft.com/office/drawing/2014/main" id="{04C3B871-8E80-D147-AC5A-CA2786549282}"/>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chemeClr val="bg1"/>
                </a:solidFill>
              </a:defRPr>
            </a:lvl1pPr>
          </a:lstStyle>
          <a:p>
            <a:fld id="{E012F146-47F9-A646-B182-8CC39B8AD32B}" type="slidenum">
              <a:rPr lang="x-none" smtClean="0"/>
              <a:pPr/>
              <a:t>‹#›</a:t>
            </a:fld>
            <a:endParaRPr lang="x-none"/>
          </a:p>
        </p:txBody>
      </p:sp>
      <p:sp>
        <p:nvSpPr>
          <p:cNvPr id="12" name="Rounded Rectangle 11">
            <a:extLst>
              <a:ext uri="{FF2B5EF4-FFF2-40B4-BE49-F238E27FC236}">
                <a16:creationId xmlns:a16="http://schemas.microsoft.com/office/drawing/2014/main" id="{4B9C7E04-5600-C04F-BCF0-677B4EA95FAC}"/>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075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88BD8ED-C1DC-034B-B158-4BE8F9B0D94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B05ACCF9-E8B6-454A-8880-A457C84DBC22}"/>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C31AE5EC-1955-4647-9D1B-3D5929493AFC}"/>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6DBF357B-0703-BE4E-BEB2-AC1116A4205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C870F2C9-B61D-CA4F-B3E0-B4C6EA86933F}"/>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250435E5-74F1-AD49-91CE-B5DDAF93F835}"/>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2">
            <a:extLst>
              <a:ext uri="{FF2B5EF4-FFF2-40B4-BE49-F238E27FC236}">
                <a16:creationId xmlns:a16="http://schemas.microsoft.com/office/drawing/2014/main" id="{9FC3BC43-DD90-C240-B379-14C16F453717}"/>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 Software – Level of Confidentiality </a:t>
            </a:r>
            <a:endParaRPr lang="x-none" sz="1050" dirty="0">
              <a:solidFill>
                <a:schemeClr val="accent6">
                  <a:lumMod val="60000"/>
                  <a:lumOff val="40000"/>
                </a:schemeClr>
              </a:solidFill>
            </a:endParaRPr>
          </a:p>
        </p:txBody>
      </p:sp>
      <p:sp>
        <p:nvSpPr>
          <p:cNvPr id="10" name="Slide Number Placeholder 3">
            <a:extLst>
              <a:ext uri="{FF2B5EF4-FFF2-40B4-BE49-F238E27FC236}">
                <a16:creationId xmlns:a16="http://schemas.microsoft.com/office/drawing/2014/main" id="{E1F68626-6D9B-3B4D-919B-1757045C7251}"/>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
        <p:nvSpPr>
          <p:cNvPr id="11" name="Rounded Rectangle 10">
            <a:extLst>
              <a:ext uri="{FF2B5EF4-FFF2-40B4-BE49-F238E27FC236}">
                <a16:creationId xmlns:a16="http://schemas.microsoft.com/office/drawing/2014/main" id="{10A3B17A-5D0F-3D41-94A2-21C3023AA40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9597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A7928F62-9533-614D-A666-9C368BE226A0}"/>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EBB1EB6C-932C-2545-A0C5-6146B631E221}"/>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EC05784-72DA-684A-A79B-6FC3CA9A3246}"/>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7F8295BF-3345-EC4A-87A5-C9346CAD738D}"/>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DA86D31D-77A7-3B42-83A0-B4960390D889}"/>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A268FF6-5451-D940-A9E3-A11A5F7E748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2">
            <a:extLst>
              <a:ext uri="{FF2B5EF4-FFF2-40B4-BE49-F238E27FC236}">
                <a16:creationId xmlns:a16="http://schemas.microsoft.com/office/drawing/2014/main" id="{1A0F73E1-56D3-5A45-8C32-3246C3CBE991}"/>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 Software – Level of Confidentiality </a:t>
            </a:r>
            <a:endParaRPr lang="x-none" sz="1050" dirty="0">
              <a:solidFill>
                <a:schemeClr val="accent6">
                  <a:lumMod val="60000"/>
                  <a:lumOff val="40000"/>
                </a:schemeClr>
              </a:solidFill>
            </a:endParaRPr>
          </a:p>
        </p:txBody>
      </p:sp>
      <p:sp>
        <p:nvSpPr>
          <p:cNvPr id="10" name="Slide Number Placeholder 3">
            <a:extLst>
              <a:ext uri="{FF2B5EF4-FFF2-40B4-BE49-F238E27FC236}">
                <a16:creationId xmlns:a16="http://schemas.microsoft.com/office/drawing/2014/main" id="{FD54FD55-DFC2-954C-A607-134D7A550417}"/>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
        <p:nvSpPr>
          <p:cNvPr id="11" name="Rounded Rectangle 10">
            <a:extLst>
              <a:ext uri="{FF2B5EF4-FFF2-40B4-BE49-F238E27FC236}">
                <a16:creationId xmlns:a16="http://schemas.microsoft.com/office/drawing/2014/main" id="{04F9A92B-FCF3-EC44-A6E3-BA6C1880C422}"/>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9428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Only">
    <p:bg>
      <p:bgPr>
        <a:solidFill>
          <a:schemeClr val="bg1"/>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7ECB9F1-CFF5-A241-AC1C-5C4200298BC4}"/>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9F2C8F6-B7F9-F34A-AF6E-973B9F2A8510}"/>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C0E267B3-702D-B14A-82AD-66880A08BF8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A73B0BC5-F6BD-C645-8BDE-08895CCFC01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286AA5E4-43D3-624E-80F6-7E9EB1AD5CE0}"/>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15D06D23-DF1C-9948-9658-9CB4EF4C3E68}"/>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ooter Placeholder 2">
            <a:extLst>
              <a:ext uri="{FF2B5EF4-FFF2-40B4-BE49-F238E27FC236}">
                <a16:creationId xmlns:a16="http://schemas.microsoft.com/office/drawing/2014/main" id="{DCA057B7-D044-0740-9790-21D408120291}"/>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 Software – Level of Confidentiality </a:t>
            </a:r>
            <a:endParaRPr lang="x-none" sz="1050" dirty="0">
              <a:solidFill>
                <a:schemeClr val="accent6">
                  <a:lumMod val="60000"/>
                  <a:lumOff val="40000"/>
                </a:schemeClr>
              </a:solidFill>
            </a:endParaRPr>
          </a:p>
        </p:txBody>
      </p:sp>
      <p:sp>
        <p:nvSpPr>
          <p:cNvPr id="15" name="Slide Number Placeholder 3">
            <a:extLst>
              <a:ext uri="{FF2B5EF4-FFF2-40B4-BE49-F238E27FC236}">
                <a16:creationId xmlns:a16="http://schemas.microsoft.com/office/drawing/2014/main" id="{42AE5FF3-7C0F-8F40-B0FE-ED9E7534F0D9}"/>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
        <p:nvSpPr>
          <p:cNvPr id="16" name="Rounded Rectangle 15">
            <a:extLst>
              <a:ext uri="{FF2B5EF4-FFF2-40B4-BE49-F238E27FC236}">
                <a16:creationId xmlns:a16="http://schemas.microsoft.com/office/drawing/2014/main" id="{999FE9DA-091F-3241-B6E6-BE6DEADC2879}"/>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3516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8" name="Footer Placeholder 2">
            <a:extLst>
              <a:ext uri="{FF2B5EF4-FFF2-40B4-BE49-F238E27FC236}">
                <a16:creationId xmlns:a16="http://schemas.microsoft.com/office/drawing/2014/main" id="{21E8B7C2-3D08-FF46-B7DA-29A7DBF99B4B}"/>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 Software – Level of Confidentiality </a:t>
            </a:r>
            <a:endParaRPr lang="x-none" sz="1050" dirty="0">
              <a:solidFill>
                <a:schemeClr val="accent6">
                  <a:lumMod val="60000"/>
                  <a:lumOff val="40000"/>
                </a:schemeClr>
              </a:solidFill>
            </a:endParaRPr>
          </a:p>
        </p:txBody>
      </p:sp>
      <p:sp>
        <p:nvSpPr>
          <p:cNvPr id="9" name="Slide Number Placeholder 3">
            <a:extLst>
              <a:ext uri="{FF2B5EF4-FFF2-40B4-BE49-F238E27FC236}">
                <a16:creationId xmlns:a16="http://schemas.microsoft.com/office/drawing/2014/main" id="{A2A039A0-752F-7941-8751-951E4D70FAA7}"/>
              </a:ext>
            </a:extLst>
          </p:cNvPr>
          <p:cNvSpPr txBox="1">
            <a:spLocks/>
          </p:cNvSpPr>
          <p:nvPr userDrawn="1"/>
        </p:nvSpPr>
        <p:spPr>
          <a:xfrm>
            <a:off x="11311875" y="6415503"/>
            <a:ext cx="596198" cy="251969"/>
          </a:xfrm>
          <a:prstGeom prst="rect">
            <a:avLst/>
          </a:prstGeom>
        </p:spPr>
        <p:txBody>
          <a:bodyPr/>
          <a:lstStyle>
            <a:defPPr>
              <a:defRPr lang="en-US"/>
            </a:defPPr>
            <a:lvl1pPr marL="0" algn="r" defTabSz="914400" rtl="0" eaLnBrk="1" latinLnBrk="0" hangingPunct="1">
              <a:defRPr sz="1200" kern="1200">
                <a:solidFill>
                  <a:srgbClr val="B5B5B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12F146-47F9-A646-B182-8CC39B8AD32B}" type="slidenum">
              <a:rPr lang="x-none" smtClean="0"/>
              <a:pPr/>
              <a:t>‹#›</a:t>
            </a:fld>
            <a:endParaRPr lang="x-none"/>
          </a:p>
        </p:txBody>
      </p:sp>
      <p:sp>
        <p:nvSpPr>
          <p:cNvPr id="10" name="Rounded Rectangle 9">
            <a:extLst>
              <a:ext uri="{FF2B5EF4-FFF2-40B4-BE49-F238E27FC236}">
                <a16:creationId xmlns:a16="http://schemas.microsoft.com/office/drawing/2014/main" id="{CC696A51-B607-EE4C-8EAC-CE410EB96DCA}"/>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4A463106-A149-F344-846F-5D3C8F895CC1}"/>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384646FD-4AD2-8041-BDCD-4F15C1700F66}"/>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872A27DA-A29D-3041-82EB-6DFEAECC6047}"/>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353EC4D3-CFE3-514B-8366-113FF44C7EA0}"/>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8F1E85CD-0F2F-214E-AAC3-0B54746A33E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749B45AF-3F2C-4441-95F0-A57FE30F372F}"/>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90787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DC1829F5-E813-014A-91B6-5905122BF5F5}"/>
              </a:ext>
            </a:extLst>
          </p:cNvPr>
          <p:cNvSpPr txBox="1">
            <a:spLocks/>
          </p:cNvSpPr>
          <p:nvPr userDrawn="1"/>
        </p:nvSpPr>
        <p:spPr>
          <a:xfrm>
            <a:off x="11311875" y="6415503"/>
            <a:ext cx="596198" cy="251969"/>
          </a:xfrm>
          <a:prstGeom prst="rect">
            <a:avLst/>
          </a:prstGeom>
        </p:spPr>
        <p:txBody>
          <a:bodyPr/>
          <a:lstStyle>
            <a:defPPr>
              <a:defRPr lang="en-US"/>
            </a:defPPr>
            <a:lvl1pPr marL="0" algn="r" defTabSz="914400" rtl="0" eaLnBrk="1" latinLnBrk="0" hangingPunct="1">
              <a:defRPr sz="1200" kern="1200">
                <a:solidFill>
                  <a:srgbClr val="B5B5B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12F146-47F9-A646-B182-8CC39B8AD32B}" type="slidenum">
              <a:rPr lang="x-none" smtClean="0"/>
              <a:pPr/>
              <a:t>‹#›</a:t>
            </a:fld>
            <a:endParaRPr lang="x-none"/>
          </a:p>
        </p:txBody>
      </p:sp>
      <p:sp>
        <p:nvSpPr>
          <p:cNvPr id="7" name="Rounded Rectangle 6">
            <a:extLst>
              <a:ext uri="{FF2B5EF4-FFF2-40B4-BE49-F238E27FC236}">
                <a16:creationId xmlns:a16="http://schemas.microsoft.com/office/drawing/2014/main" id="{2F4F47E8-0B22-164A-AB89-8F5F3D94E8BB}"/>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79B48888-9927-9A4F-84EF-F90B8506DA09}"/>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148A6B1-2B11-6C45-B698-942094BEF1E0}"/>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F7BD98C-B630-7449-80C8-AC2BE47A0D5D}"/>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984635BA-1B80-6D46-B414-05762970E34C}"/>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4C80CBD7-5AB0-704E-BD0C-E2E30F8D2D55}"/>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4675AF1C-0978-B844-AD06-43F283D92D7B}"/>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60086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lidemodel2">
    <p:bg>
      <p:bgPr>
        <a:solidFill>
          <a:schemeClr val="bg1"/>
        </a:solidFill>
        <a:effectLst/>
      </p:bgPr>
    </p:bg>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03FACD85-5ABA-6F4C-AA07-79596C5F2AB8}"/>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
        <p:nvSpPr>
          <p:cNvPr id="7" name="Rounded Rectangle 6">
            <a:extLst>
              <a:ext uri="{FF2B5EF4-FFF2-40B4-BE49-F238E27FC236}">
                <a16:creationId xmlns:a16="http://schemas.microsoft.com/office/drawing/2014/main" id="{428D8A48-E873-274D-857F-CFACA1912FF0}"/>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69BD30A3-D37D-6D43-ACC6-8A47514F77A8}"/>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80413027-E9CE-0C45-9072-EAB54161DC44}"/>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20C31FD4-5BAA-5B4E-822A-2DE44572797F}"/>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000FF8BE-D6A2-4A44-A4E9-177DD4D6D843}"/>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47587291-AFEE-3741-81A4-DF55898929D5}"/>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428B5558-D069-9145-9A74-C141791432BC}"/>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7803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_Cover">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29EB11F-D043-7441-AA75-519D965E191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2" name="Rounded Rectangle 1">
            <a:extLst>
              <a:ext uri="{FF2B5EF4-FFF2-40B4-BE49-F238E27FC236}">
                <a16:creationId xmlns:a16="http://schemas.microsoft.com/office/drawing/2014/main" id="{863B9A03-E856-134D-8A06-24CFAC6C851F}"/>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A1CD68F0-B45C-5941-AA2B-577A84F07969}"/>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1FABAFDF-0A8B-6944-8936-304BE90EA2CB}"/>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23797118-B6B6-1F4E-BEDC-5AA4E1DA6790}"/>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043ADEE7-0AA6-0944-A43F-34C0D4923E1E}"/>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7FD1791-6CF5-4542-A218-017F64FBA02C}"/>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14493B48-3DA7-E947-AEEC-81EB55D64B80}"/>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4BF62847-3F68-D8C7-7D6D-934B32B6154F}"/>
              </a:ext>
            </a:extLst>
          </p:cNvPr>
          <p:cNvSpPr>
            <a:spLocks noGrp="1"/>
          </p:cNvSpPr>
          <p:nvPr>
            <p:ph type="title" hasCustomPrompt="1"/>
          </p:nvPr>
        </p:nvSpPr>
        <p:spPr>
          <a:xfrm>
            <a:off x="652402" y="1578794"/>
            <a:ext cx="7010039" cy="1838325"/>
          </a:xfrm>
        </p:spPr>
        <p:txBody>
          <a:bodyPr anchor="t">
            <a:noAutofit/>
          </a:bodyPr>
          <a:lstStyle>
            <a:lvl1pPr algn="l">
              <a:defRPr sz="6600">
                <a:solidFill>
                  <a:schemeClr val="accent1"/>
                </a:solidFill>
                <a:latin typeface="+mj-lt"/>
              </a:defRPr>
            </a:lvl1pPr>
          </a:lstStyle>
          <a:p>
            <a:r>
              <a:rPr lang="en-US" dirty="0"/>
              <a:t>PRESENTATION TITLE</a:t>
            </a:r>
          </a:p>
        </p:txBody>
      </p:sp>
      <p:sp>
        <p:nvSpPr>
          <p:cNvPr id="13" name="Text Placeholder 8">
            <a:extLst>
              <a:ext uri="{FF2B5EF4-FFF2-40B4-BE49-F238E27FC236}">
                <a16:creationId xmlns:a16="http://schemas.microsoft.com/office/drawing/2014/main" id="{92AF80D9-1819-D5F9-F258-B51813B2605F}"/>
              </a:ext>
            </a:extLst>
          </p:cNvPr>
          <p:cNvSpPr>
            <a:spLocks noGrp="1"/>
          </p:cNvSpPr>
          <p:nvPr>
            <p:ph type="body" sz="quarter" idx="11" hasCustomPrompt="1"/>
          </p:nvPr>
        </p:nvSpPr>
        <p:spPr>
          <a:xfrm>
            <a:off x="673100" y="3440881"/>
            <a:ext cx="4470400" cy="512763"/>
          </a:xfrm>
          <a:prstGeom prst="rect">
            <a:avLst/>
          </a:prstGeom>
        </p:spPr>
        <p:txBody>
          <a:bodyPr/>
          <a:lstStyle>
            <a:lvl1pPr marL="0" indent="0">
              <a:buNone/>
              <a:defRPr b="1">
                <a:solidFill>
                  <a:schemeClr val="accent5"/>
                </a:solidFill>
                <a:latin typeface="+mj-lt"/>
              </a:defRPr>
            </a:lvl1pPr>
          </a:lstStyle>
          <a:p>
            <a:pPr lvl="0"/>
            <a:r>
              <a:rPr lang="en-US" dirty="0"/>
              <a:t>Presentation Subtitle</a:t>
            </a:r>
          </a:p>
        </p:txBody>
      </p:sp>
      <p:sp>
        <p:nvSpPr>
          <p:cNvPr id="14" name="Text Placeholder 15">
            <a:extLst>
              <a:ext uri="{FF2B5EF4-FFF2-40B4-BE49-F238E27FC236}">
                <a16:creationId xmlns:a16="http://schemas.microsoft.com/office/drawing/2014/main" id="{EC061FF8-C1D6-8326-22E5-425F09A8B67F}"/>
              </a:ext>
            </a:extLst>
          </p:cNvPr>
          <p:cNvSpPr>
            <a:spLocks noGrp="1"/>
          </p:cNvSpPr>
          <p:nvPr>
            <p:ph type="body" sz="quarter" idx="13" hasCustomPrompt="1"/>
          </p:nvPr>
        </p:nvSpPr>
        <p:spPr>
          <a:xfrm>
            <a:off x="827314" y="5993176"/>
            <a:ext cx="1819050" cy="407624"/>
          </a:xfrm>
          <a:custGeom>
            <a:avLst/>
            <a:gdLst>
              <a:gd name="connsiteX0" fmla="*/ 97317 w 1973263"/>
              <a:gd name="connsiteY0" fmla="*/ 0 h 407624"/>
              <a:gd name="connsiteX1" fmla="*/ 1890156 w 1973263"/>
              <a:gd name="connsiteY1" fmla="*/ 0 h 407624"/>
              <a:gd name="connsiteX2" fmla="*/ 1958970 w 1973263"/>
              <a:gd name="connsiteY2" fmla="*/ 28504 h 407624"/>
              <a:gd name="connsiteX3" fmla="*/ 1973263 w 1973263"/>
              <a:gd name="connsiteY3" fmla="*/ 49704 h 407624"/>
              <a:gd name="connsiteX4" fmla="*/ 1973263 w 1973263"/>
              <a:gd name="connsiteY4" fmla="*/ 368938 h 407624"/>
              <a:gd name="connsiteX5" fmla="*/ 1958970 w 1973263"/>
              <a:gd name="connsiteY5" fmla="*/ 390138 h 407624"/>
              <a:gd name="connsiteX6" fmla="*/ 1933034 w 1973263"/>
              <a:gd name="connsiteY6" fmla="*/ 407624 h 407624"/>
              <a:gd name="connsiteX7" fmla="*/ 54439 w 1973263"/>
              <a:gd name="connsiteY7" fmla="*/ 407624 h 407624"/>
              <a:gd name="connsiteX8" fmla="*/ 28503 w 1973263"/>
              <a:gd name="connsiteY8" fmla="*/ 390138 h 407624"/>
              <a:gd name="connsiteX9" fmla="*/ 0 w 1973263"/>
              <a:gd name="connsiteY9" fmla="*/ 321324 h 407624"/>
              <a:gd name="connsiteX10" fmla="*/ 0 w 1973263"/>
              <a:gd name="connsiteY10" fmla="*/ 97317 h 407624"/>
              <a:gd name="connsiteX11" fmla="*/ 97317 w 1973263"/>
              <a:gd name="connsiteY11" fmla="*/ 0 h 40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73263" h="407624">
                <a:moveTo>
                  <a:pt x="97317" y="0"/>
                </a:moveTo>
                <a:lnTo>
                  <a:pt x="1890156" y="0"/>
                </a:lnTo>
                <a:cubicBezTo>
                  <a:pt x="1917030" y="0"/>
                  <a:pt x="1941359" y="10893"/>
                  <a:pt x="1958970" y="28504"/>
                </a:cubicBezTo>
                <a:lnTo>
                  <a:pt x="1973263" y="49704"/>
                </a:lnTo>
                <a:lnTo>
                  <a:pt x="1973263" y="368938"/>
                </a:lnTo>
                <a:lnTo>
                  <a:pt x="1958970" y="390138"/>
                </a:lnTo>
                <a:lnTo>
                  <a:pt x="1933034" y="407624"/>
                </a:lnTo>
                <a:lnTo>
                  <a:pt x="54439" y="407624"/>
                </a:lnTo>
                <a:lnTo>
                  <a:pt x="28503" y="390138"/>
                </a:lnTo>
                <a:cubicBezTo>
                  <a:pt x="10893" y="372527"/>
                  <a:pt x="0" y="348198"/>
                  <a:pt x="0" y="321324"/>
                </a:cubicBezTo>
                <a:lnTo>
                  <a:pt x="0" y="97317"/>
                </a:lnTo>
                <a:cubicBezTo>
                  <a:pt x="0" y="43570"/>
                  <a:pt x="43570" y="0"/>
                  <a:pt x="97317" y="0"/>
                </a:cubicBezTo>
                <a:close/>
              </a:path>
            </a:pathLst>
          </a:custGeom>
          <a:solidFill>
            <a:schemeClr val="accent1">
              <a:alpha val="20000"/>
            </a:schemeClr>
          </a:solidFill>
          <a:ln>
            <a:solidFill>
              <a:schemeClr val="accent1"/>
            </a:solidFill>
          </a:ln>
        </p:spPr>
        <p:txBody>
          <a:bodyPr wrap="square" anchor="ctr">
            <a:noAutofit/>
          </a:bodyPr>
          <a:lstStyle>
            <a:lvl1pPr marL="0" indent="0" algn="ctr">
              <a:buNone/>
              <a:defRPr sz="1200">
                <a:solidFill>
                  <a:schemeClr val="tx2"/>
                </a:solidFill>
              </a:defRPr>
            </a:lvl1pPr>
          </a:lstStyle>
          <a:p>
            <a:pPr lvl="0"/>
            <a:r>
              <a:rPr lang="en-US" dirty="0"/>
              <a:t>Location &amp; Date</a:t>
            </a:r>
            <a:endParaRPr lang="en-VN" dirty="0"/>
          </a:p>
        </p:txBody>
      </p:sp>
      <p:pic>
        <p:nvPicPr>
          <p:cNvPr id="16" name="Picture 15">
            <a:extLst>
              <a:ext uri="{FF2B5EF4-FFF2-40B4-BE49-F238E27FC236}">
                <a16:creationId xmlns:a16="http://schemas.microsoft.com/office/drawing/2014/main" id="{D499EB34-9BDD-414C-A808-779019C84DC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37742603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_Table of Contents">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FC50C4-43FC-78DB-60AB-989AD22C708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3" name="Rectangle 2">
            <a:extLst>
              <a:ext uri="{FF2B5EF4-FFF2-40B4-BE49-F238E27FC236}">
                <a16:creationId xmlns:a16="http://schemas.microsoft.com/office/drawing/2014/main" id="{70408C1F-36D7-4D35-BDE8-B1228F5B2E0E}"/>
              </a:ext>
            </a:extLst>
          </p:cNvPr>
          <p:cNvSpPr/>
          <p:nvPr userDrawn="1"/>
        </p:nvSpPr>
        <p:spPr>
          <a:xfrm>
            <a:off x="0" y="0"/>
            <a:ext cx="5211271" cy="68737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71A51309-ED78-49DD-BE83-5DB1E5DF62D1}"/>
              </a:ext>
            </a:extLst>
          </p:cNvPr>
          <p:cNvSpPr>
            <a:spLocks noGrp="1"/>
          </p:cNvSpPr>
          <p:nvPr>
            <p:ph type="title" hasCustomPrompt="1"/>
          </p:nvPr>
        </p:nvSpPr>
        <p:spPr>
          <a:xfrm>
            <a:off x="594991" y="2435283"/>
            <a:ext cx="3499338" cy="1987435"/>
          </a:xfrm>
        </p:spPr>
        <p:txBody>
          <a:bodyPr>
            <a:normAutofit/>
          </a:bodyPr>
          <a:lstStyle>
            <a:lvl1pPr algn="l">
              <a:defRPr sz="4800">
                <a:solidFill>
                  <a:schemeClr val="accent5"/>
                </a:solidFill>
                <a:latin typeface="+mj-lt"/>
              </a:defRPr>
            </a:lvl1pPr>
          </a:lstStyle>
          <a:p>
            <a:r>
              <a:rPr lang="en-US" dirty="0"/>
              <a:t>Table of Contents</a:t>
            </a:r>
          </a:p>
        </p:txBody>
      </p:sp>
      <p:sp>
        <p:nvSpPr>
          <p:cNvPr id="27" name="Oval 26">
            <a:extLst>
              <a:ext uri="{FF2B5EF4-FFF2-40B4-BE49-F238E27FC236}">
                <a16:creationId xmlns:a16="http://schemas.microsoft.com/office/drawing/2014/main" id="{B198EE9B-CC71-4291-AC99-CF51EE8F1772}"/>
              </a:ext>
            </a:extLst>
          </p:cNvPr>
          <p:cNvSpPr>
            <a:spLocks noChangeAspect="1"/>
          </p:cNvSpPr>
          <p:nvPr/>
        </p:nvSpPr>
        <p:spPr>
          <a:xfrm flipH="1">
            <a:off x="4854245" y="487938"/>
            <a:ext cx="663183" cy="663183"/>
          </a:xfrm>
          <a:prstGeom prst="ellipse">
            <a:avLst/>
          </a:prstGeom>
          <a:solidFill>
            <a:srgbClr val="034EA2"/>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36" name="Text Placeholder 35">
            <a:extLst>
              <a:ext uri="{FF2B5EF4-FFF2-40B4-BE49-F238E27FC236}">
                <a16:creationId xmlns:a16="http://schemas.microsoft.com/office/drawing/2014/main" id="{8ACF95C0-917D-4D11-A75C-5B8FEAC50637}"/>
              </a:ext>
            </a:extLst>
          </p:cNvPr>
          <p:cNvSpPr>
            <a:spLocks noGrp="1"/>
          </p:cNvSpPr>
          <p:nvPr>
            <p:ph type="body" sz="quarter" idx="10" hasCustomPrompt="1"/>
          </p:nvPr>
        </p:nvSpPr>
        <p:spPr>
          <a:xfrm>
            <a:off x="4827854" y="454925"/>
            <a:ext cx="715963" cy="750888"/>
          </a:xfrm>
          <a:prstGeom prst="rect">
            <a:avLst/>
          </a:prstGeom>
        </p:spPr>
        <p:txBody>
          <a:bodyPr anchor="ctr"/>
          <a:lstStyle>
            <a:lvl1pPr marL="0" indent="0" algn="ctr">
              <a:buNone/>
              <a:defRPr b="1">
                <a:solidFill>
                  <a:schemeClr val="bg1"/>
                </a:solidFill>
              </a:defRPr>
            </a:lvl1pPr>
          </a:lstStyle>
          <a:p>
            <a:pPr lvl="0"/>
            <a:r>
              <a:rPr lang="en-US" dirty="0"/>
              <a:t>1</a:t>
            </a:r>
          </a:p>
        </p:txBody>
      </p:sp>
      <p:sp>
        <p:nvSpPr>
          <p:cNvPr id="38" name="Text Placeholder 37">
            <a:extLst>
              <a:ext uri="{FF2B5EF4-FFF2-40B4-BE49-F238E27FC236}">
                <a16:creationId xmlns:a16="http://schemas.microsoft.com/office/drawing/2014/main" id="{5F3AD085-35DA-4126-8032-837EC5B226AB}"/>
              </a:ext>
            </a:extLst>
          </p:cNvPr>
          <p:cNvSpPr>
            <a:spLocks noGrp="1"/>
          </p:cNvSpPr>
          <p:nvPr>
            <p:ph type="body" sz="quarter" idx="11" hasCustomPrompt="1"/>
          </p:nvPr>
        </p:nvSpPr>
        <p:spPr>
          <a:xfrm>
            <a:off x="5776469" y="620978"/>
            <a:ext cx="4641850" cy="418782"/>
          </a:xfrm>
          <a:prstGeom prst="rect">
            <a:avLst/>
          </a:prstGeom>
        </p:spPr>
        <p:txBody>
          <a:bodyPr anchor="ctr"/>
          <a:lstStyle>
            <a:lvl1pPr marL="0" indent="0">
              <a:buNone/>
              <a:defRPr sz="2400" b="1">
                <a:solidFill>
                  <a:schemeClr val="accent5"/>
                </a:solidFill>
              </a:defRPr>
            </a:lvl1pPr>
          </a:lstStyle>
          <a:p>
            <a:pPr lvl="0"/>
            <a:r>
              <a:rPr lang="en-US" dirty="0"/>
              <a:t>Insert Text Here</a:t>
            </a:r>
          </a:p>
        </p:txBody>
      </p:sp>
      <p:sp>
        <p:nvSpPr>
          <p:cNvPr id="39" name="Oval 38">
            <a:extLst>
              <a:ext uri="{FF2B5EF4-FFF2-40B4-BE49-F238E27FC236}">
                <a16:creationId xmlns:a16="http://schemas.microsoft.com/office/drawing/2014/main" id="{A8FF950F-79F6-4CDD-9330-D3BA307DC11D}"/>
              </a:ext>
            </a:extLst>
          </p:cNvPr>
          <p:cNvSpPr>
            <a:spLocks noChangeAspect="1"/>
          </p:cNvSpPr>
          <p:nvPr userDrawn="1"/>
        </p:nvSpPr>
        <p:spPr>
          <a:xfrm flipH="1">
            <a:off x="4854245" y="1772100"/>
            <a:ext cx="663183" cy="663183"/>
          </a:xfrm>
          <a:prstGeom prst="ellipse">
            <a:avLst/>
          </a:prstGeom>
          <a:solidFill>
            <a:srgbClr val="034EA2"/>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40" name="Text Placeholder 35">
            <a:extLst>
              <a:ext uri="{FF2B5EF4-FFF2-40B4-BE49-F238E27FC236}">
                <a16:creationId xmlns:a16="http://schemas.microsoft.com/office/drawing/2014/main" id="{F40E2537-234C-4137-8112-241AD7B56DE2}"/>
              </a:ext>
            </a:extLst>
          </p:cNvPr>
          <p:cNvSpPr>
            <a:spLocks noGrp="1"/>
          </p:cNvSpPr>
          <p:nvPr>
            <p:ph type="body" sz="quarter" idx="12" hasCustomPrompt="1"/>
          </p:nvPr>
        </p:nvSpPr>
        <p:spPr>
          <a:xfrm>
            <a:off x="4827854" y="1739087"/>
            <a:ext cx="715963" cy="750888"/>
          </a:xfrm>
          <a:prstGeom prst="rect">
            <a:avLst/>
          </a:prstGeom>
        </p:spPr>
        <p:txBody>
          <a:bodyPr anchor="ctr"/>
          <a:lstStyle>
            <a:lvl1pPr marL="0" indent="0" algn="ctr">
              <a:buNone/>
              <a:defRPr b="1">
                <a:solidFill>
                  <a:schemeClr val="bg1"/>
                </a:solidFill>
              </a:defRPr>
            </a:lvl1pPr>
          </a:lstStyle>
          <a:p>
            <a:pPr lvl="0"/>
            <a:r>
              <a:rPr lang="en-US" dirty="0"/>
              <a:t>2</a:t>
            </a:r>
          </a:p>
        </p:txBody>
      </p:sp>
      <p:sp>
        <p:nvSpPr>
          <p:cNvPr id="41" name="Text Placeholder 37">
            <a:extLst>
              <a:ext uri="{FF2B5EF4-FFF2-40B4-BE49-F238E27FC236}">
                <a16:creationId xmlns:a16="http://schemas.microsoft.com/office/drawing/2014/main" id="{09A29FCB-F5DB-4E0E-950F-1B54031C30A7}"/>
              </a:ext>
            </a:extLst>
          </p:cNvPr>
          <p:cNvSpPr>
            <a:spLocks noGrp="1"/>
          </p:cNvSpPr>
          <p:nvPr>
            <p:ph type="body" sz="quarter" idx="13" hasCustomPrompt="1"/>
          </p:nvPr>
        </p:nvSpPr>
        <p:spPr>
          <a:xfrm>
            <a:off x="5776469" y="1905140"/>
            <a:ext cx="4641850" cy="418782"/>
          </a:xfrm>
          <a:prstGeom prst="rect">
            <a:avLst/>
          </a:prstGeom>
        </p:spPr>
        <p:txBody>
          <a:bodyPr anchor="ctr"/>
          <a:lstStyle>
            <a:lvl1pPr marL="0" indent="0">
              <a:buNone/>
              <a:defRPr sz="2400" b="1">
                <a:solidFill>
                  <a:schemeClr val="accent5"/>
                </a:solidFill>
              </a:defRPr>
            </a:lvl1pPr>
          </a:lstStyle>
          <a:p>
            <a:pPr lvl="0"/>
            <a:r>
              <a:rPr lang="en-US" dirty="0"/>
              <a:t>Insert Text Here</a:t>
            </a:r>
          </a:p>
        </p:txBody>
      </p:sp>
      <p:sp>
        <p:nvSpPr>
          <p:cNvPr id="42" name="Oval 41">
            <a:extLst>
              <a:ext uri="{FF2B5EF4-FFF2-40B4-BE49-F238E27FC236}">
                <a16:creationId xmlns:a16="http://schemas.microsoft.com/office/drawing/2014/main" id="{4508D390-34BE-4FEB-ACDA-798F3A53814C}"/>
              </a:ext>
            </a:extLst>
          </p:cNvPr>
          <p:cNvSpPr>
            <a:spLocks noChangeAspect="1"/>
          </p:cNvSpPr>
          <p:nvPr userDrawn="1"/>
        </p:nvSpPr>
        <p:spPr>
          <a:xfrm flipH="1">
            <a:off x="4854245" y="3056262"/>
            <a:ext cx="663183" cy="663183"/>
          </a:xfrm>
          <a:prstGeom prst="ellipse">
            <a:avLst/>
          </a:prstGeom>
          <a:solidFill>
            <a:srgbClr val="034EA2"/>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43" name="Text Placeholder 35">
            <a:extLst>
              <a:ext uri="{FF2B5EF4-FFF2-40B4-BE49-F238E27FC236}">
                <a16:creationId xmlns:a16="http://schemas.microsoft.com/office/drawing/2014/main" id="{9EEE9285-C26C-4D0A-B628-73895C1A35FF}"/>
              </a:ext>
            </a:extLst>
          </p:cNvPr>
          <p:cNvSpPr>
            <a:spLocks noGrp="1"/>
          </p:cNvSpPr>
          <p:nvPr>
            <p:ph type="body" sz="quarter" idx="14" hasCustomPrompt="1"/>
          </p:nvPr>
        </p:nvSpPr>
        <p:spPr>
          <a:xfrm>
            <a:off x="4827854" y="3023249"/>
            <a:ext cx="715963" cy="750888"/>
          </a:xfrm>
          <a:prstGeom prst="rect">
            <a:avLst/>
          </a:prstGeom>
        </p:spPr>
        <p:txBody>
          <a:bodyPr anchor="ctr"/>
          <a:lstStyle>
            <a:lvl1pPr marL="0" indent="0" algn="ctr">
              <a:buNone/>
              <a:defRPr b="1">
                <a:solidFill>
                  <a:schemeClr val="bg1"/>
                </a:solidFill>
              </a:defRPr>
            </a:lvl1pPr>
          </a:lstStyle>
          <a:p>
            <a:pPr lvl="0"/>
            <a:r>
              <a:rPr lang="en-US" dirty="0"/>
              <a:t>3</a:t>
            </a:r>
          </a:p>
        </p:txBody>
      </p:sp>
      <p:sp>
        <p:nvSpPr>
          <p:cNvPr id="44" name="Text Placeholder 37">
            <a:extLst>
              <a:ext uri="{FF2B5EF4-FFF2-40B4-BE49-F238E27FC236}">
                <a16:creationId xmlns:a16="http://schemas.microsoft.com/office/drawing/2014/main" id="{227B5299-F469-4A87-A470-B9DA0B08B12E}"/>
              </a:ext>
            </a:extLst>
          </p:cNvPr>
          <p:cNvSpPr>
            <a:spLocks noGrp="1"/>
          </p:cNvSpPr>
          <p:nvPr>
            <p:ph type="body" sz="quarter" idx="15" hasCustomPrompt="1"/>
          </p:nvPr>
        </p:nvSpPr>
        <p:spPr>
          <a:xfrm>
            <a:off x="5776469" y="3189302"/>
            <a:ext cx="4641850" cy="418782"/>
          </a:xfrm>
          <a:prstGeom prst="rect">
            <a:avLst/>
          </a:prstGeom>
        </p:spPr>
        <p:txBody>
          <a:bodyPr anchor="ctr"/>
          <a:lstStyle>
            <a:lvl1pPr marL="0" indent="0">
              <a:buNone/>
              <a:defRPr sz="2400" b="1">
                <a:solidFill>
                  <a:schemeClr val="accent5"/>
                </a:solidFill>
              </a:defRPr>
            </a:lvl1pPr>
          </a:lstStyle>
          <a:p>
            <a:pPr lvl="0"/>
            <a:r>
              <a:rPr lang="en-US" dirty="0"/>
              <a:t>Insert Text Here</a:t>
            </a:r>
          </a:p>
        </p:txBody>
      </p:sp>
      <p:sp>
        <p:nvSpPr>
          <p:cNvPr id="47" name="Oval 46">
            <a:extLst>
              <a:ext uri="{FF2B5EF4-FFF2-40B4-BE49-F238E27FC236}">
                <a16:creationId xmlns:a16="http://schemas.microsoft.com/office/drawing/2014/main" id="{A4846BF9-1332-4D3B-8E34-F34516204BBB}"/>
              </a:ext>
            </a:extLst>
          </p:cNvPr>
          <p:cNvSpPr>
            <a:spLocks noChangeAspect="1"/>
          </p:cNvSpPr>
          <p:nvPr userDrawn="1"/>
        </p:nvSpPr>
        <p:spPr>
          <a:xfrm flipH="1">
            <a:off x="4854245" y="4340424"/>
            <a:ext cx="663183" cy="663183"/>
          </a:xfrm>
          <a:prstGeom prst="ellipse">
            <a:avLst/>
          </a:prstGeom>
          <a:solidFill>
            <a:srgbClr val="034EA2"/>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48" name="Text Placeholder 35">
            <a:extLst>
              <a:ext uri="{FF2B5EF4-FFF2-40B4-BE49-F238E27FC236}">
                <a16:creationId xmlns:a16="http://schemas.microsoft.com/office/drawing/2014/main" id="{19B10AA1-A595-45E7-8158-46166BB3D1A2}"/>
              </a:ext>
            </a:extLst>
          </p:cNvPr>
          <p:cNvSpPr>
            <a:spLocks noGrp="1"/>
          </p:cNvSpPr>
          <p:nvPr>
            <p:ph type="body" sz="quarter" idx="16" hasCustomPrompt="1"/>
          </p:nvPr>
        </p:nvSpPr>
        <p:spPr>
          <a:xfrm>
            <a:off x="4827854" y="4307411"/>
            <a:ext cx="715963" cy="750888"/>
          </a:xfrm>
          <a:prstGeom prst="rect">
            <a:avLst/>
          </a:prstGeom>
        </p:spPr>
        <p:txBody>
          <a:bodyPr anchor="ctr"/>
          <a:lstStyle>
            <a:lvl1pPr marL="0" indent="0" algn="ctr">
              <a:buNone/>
              <a:defRPr b="1">
                <a:solidFill>
                  <a:schemeClr val="bg1"/>
                </a:solidFill>
              </a:defRPr>
            </a:lvl1pPr>
          </a:lstStyle>
          <a:p>
            <a:pPr lvl="0"/>
            <a:r>
              <a:rPr lang="en-US" dirty="0"/>
              <a:t>4</a:t>
            </a:r>
          </a:p>
        </p:txBody>
      </p:sp>
      <p:sp>
        <p:nvSpPr>
          <p:cNvPr id="49" name="Text Placeholder 37">
            <a:extLst>
              <a:ext uri="{FF2B5EF4-FFF2-40B4-BE49-F238E27FC236}">
                <a16:creationId xmlns:a16="http://schemas.microsoft.com/office/drawing/2014/main" id="{81581210-47C6-48C7-AA3D-0D8EAEA50852}"/>
              </a:ext>
            </a:extLst>
          </p:cNvPr>
          <p:cNvSpPr>
            <a:spLocks noGrp="1"/>
          </p:cNvSpPr>
          <p:nvPr>
            <p:ph type="body" sz="quarter" idx="17" hasCustomPrompt="1"/>
          </p:nvPr>
        </p:nvSpPr>
        <p:spPr>
          <a:xfrm>
            <a:off x="5776469" y="4473464"/>
            <a:ext cx="4641850" cy="418782"/>
          </a:xfrm>
          <a:prstGeom prst="rect">
            <a:avLst/>
          </a:prstGeom>
        </p:spPr>
        <p:txBody>
          <a:bodyPr anchor="ctr"/>
          <a:lstStyle>
            <a:lvl1pPr marL="0" indent="0">
              <a:buNone/>
              <a:defRPr sz="2400" b="1">
                <a:solidFill>
                  <a:schemeClr val="accent5"/>
                </a:solidFill>
              </a:defRPr>
            </a:lvl1pPr>
          </a:lstStyle>
          <a:p>
            <a:pPr lvl="0"/>
            <a:r>
              <a:rPr lang="en-US" dirty="0"/>
              <a:t>Insert Text Here</a:t>
            </a:r>
          </a:p>
        </p:txBody>
      </p:sp>
      <p:sp>
        <p:nvSpPr>
          <p:cNvPr id="6" name="Footer Placeholder 2">
            <a:extLst>
              <a:ext uri="{FF2B5EF4-FFF2-40B4-BE49-F238E27FC236}">
                <a16:creationId xmlns:a16="http://schemas.microsoft.com/office/drawing/2014/main" id="{5BAFF0C4-D410-0705-1971-E32E495C8493}"/>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
        <p:nvSpPr>
          <p:cNvPr id="19" name="Oval 18">
            <a:extLst>
              <a:ext uri="{FF2B5EF4-FFF2-40B4-BE49-F238E27FC236}">
                <a16:creationId xmlns:a16="http://schemas.microsoft.com/office/drawing/2014/main" id="{802FCB82-E964-4EF4-8BE9-FED651CE69A8}"/>
              </a:ext>
            </a:extLst>
          </p:cNvPr>
          <p:cNvSpPr>
            <a:spLocks noChangeAspect="1"/>
          </p:cNvSpPr>
          <p:nvPr userDrawn="1"/>
        </p:nvSpPr>
        <p:spPr>
          <a:xfrm flipH="1">
            <a:off x="4854245" y="5611040"/>
            <a:ext cx="663183" cy="663183"/>
          </a:xfrm>
          <a:prstGeom prst="ellipse">
            <a:avLst/>
          </a:prstGeom>
          <a:solidFill>
            <a:srgbClr val="034EA2"/>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20" name="Text Placeholder 35">
            <a:extLst>
              <a:ext uri="{FF2B5EF4-FFF2-40B4-BE49-F238E27FC236}">
                <a16:creationId xmlns:a16="http://schemas.microsoft.com/office/drawing/2014/main" id="{80C08836-4852-4CE6-8F35-E31A4F72787D}"/>
              </a:ext>
            </a:extLst>
          </p:cNvPr>
          <p:cNvSpPr>
            <a:spLocks noGrp="1"/>
          </p:cNvSpPr>
          <p:nvPr>
            <p:ph type="body" sz="quarter" idx="18" hasCustomPrompt="1"/>
          </p:nvPr>
        </p:nvSpPr>
        <p:spPr>
          <a:xfrm>
            <a:off x="4827854" y="5578027"/>
            <a:ext cx="715963" cy="750888"/>
          </a:xfrm>
          <a:prstGeom prst="rect">
            <a:avLst/>
          </a:prstGeom>
        </p:spPr>
        <p:txBody>
          <a:bodyPr anchor="ctr"/>
          <a:lstStyle>
            <a:lvl1pPr marL="0" indent="0" algn="ctr">
              <a:buNone/>
              <a:defRPr b="1">
                <a:solidFill>
                  <a:schemeClr val="bg1"/>
                </a:solidFill>
              </a:defRPr>
            </a:lvl1pPr>
          </a:lstStyle>
          <a:p>
            <a:pPr lvl="0"/>
            <a:r>
              <a:rPr lang="en-US" dirty="0"/>
              <a:t>5</a:t>
            </a:r>
          </a:p>
        </p:txBody>
      </p:sp>
      <p:sp>
        <p:nvSpPr>
          <p:cNvPr id="21" name="Text Placeholder 37">
            <a:extLst>
              <a:ext uri="{FF2B5EF4-FFF2-40B4-BE49-F238E27FC236}">
                <a16:creationId xmlns:a16="http://schemas.microsoft.com/office/drawing/2014/main" id="{DB36A41B-1F41-40E9-80C2-A7B1D1A64EC9}"/>
              </a:ext>
            </a:extLst>
          </p:cNvPr>
          <p:cNvSpPr>
            <a:spLocks noGrp="1"/>
          </p:cNvSpPr>
          <p:nvPr>
            <p:ph type="body" sz="quarter" idx="19" hasCustomPrompt="1"/>
          </p:nvPr>
        </p:nvSpPr>
        <p:spPr>
          <a:xfrm>
            <a:off x="5776469" y="5744080"/>
            <a:ext cx="4641850" cy="418782"/>
          </a:xfrm>
          <a:prstGeom prst="rect">
            <a:avLst/>
          </a:prstGeom>
        </p:spPr>
        <p:txBody>
          <a:bodyPr anchor="ctr"/>
          <a:lstStyle>
            <a:lvl1pPr marL="0" indent="0">
              <a:buNone/>
              <a:defRPr sz="2400" b="1">
                <a:solidFill>
                  <a:schemeClr val="accent5"/>
                </a:solidFill>
              </a:defRPr>
            </a:lvl1pPr>
          </a:lstStyle>
          <a:p>
            <a:pPr lvl="0"/>
            <a:r>
              <a:rPr lang="en-US" dirty="0"/>
              <a:t>Insert Text Here</a:t>
            </a:r>
          </a:p>
        </p:txBody>
      </p:sp>
      <p:pic>
        <p:nvPicPr>
          <p:cNvPr id="22" name="Picture 21">
            <a:extLst>
              <a:ext uri="{FF2B5EF4-FFF2-40B4-BE49-F238E27FC236}">
                <a16:creationId xmlns:a16="http://schemas.microsoft.com/office/drawing/2014/main" id="{E0AFEF16-25AD-4796-91E1-08677FE6104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26787" b="26203"/>
          <a:stretch/>
        </p:blipFill>
        <p:spPr>
          <a:xfrm>
            <a:off x="9978317" y="-64776"/>
            <a:ext cx="2651219" cy="884305"/>
          </a:xfrm>
          <a:prstGeom prst="rect">
            <a:avLst/>
          </a:prstGeom>
        </p:spPr>
      </p:pic>
    </p:spTree>
    <p:extLst>
      <p:ext uri="{BB962C8B-B14F-4D97-AF65-F5344CB8AC3E}">
        <p14:creationId xmlns:p14="http://schemas.microsoft.com/office/powerpoint/2010/main" val="1034394229"/>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ght_Section Titl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03DA5F-6886-1C32-0DFC-DBD182BE8D2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2" name="Title 1">
            <a:extLst>
              <a:ext uri="{FF2B5EF4-FFF2-40B4-BE49-F238E27FC236}">
                <a16:creationId xmlns:a16="http://schemas.microsoft.com/office/drawing/2014/main" id="{E3F8078B-D54D-4BF3-9088-98B2094F9A22}"/>
              </a:ext>
            </a:extLst>
          </p:cNvPr>
          <p:cNvSpPr>
            <a:spLocks noGrp="1"/>
          </p:cNvSpPr>
          <p:nvPr>
            <p:ph type="title" hasCustomPrompt="1"/>
          </p:nvPr>
        </p:nvSpPr>
        <p:spPr>
          <a:xfrm>
            <a:off x="557340" y="3310362"/>
            <a:ext cx="10515600" cy="2380782"/>
          </a:xfrm>
        </p:spPr>
        <p:txBody>
          <a:bodyPr anchor="b">
            <a:noAutofit/>
          </a:bodyPr>
          <a:lstStyle>
            <a:lvl1pPr algn="l">
              <a:lnSpc>
                <a:spcPct val="100000"/>
              </a:lnSpc>
              <a:defRPr sz="6600">
                <a:solidFill>
                  <a:srgbClr val="034EA2"/>
                </a:solidFill>
                <a:latin typeface="+mj-lt"/>
              </a:defRPr>
            </a:lvl1pPr>
          </a:lstStyle>
          <a:p>
            <a:r>
              <a:rPr lang="en-US" dirty="0"/>
              <a:t>01.</a:t>
            </a:r>
            <a:br>
              <a:rPr lang="en-US" dirty="0"/>
            </a:br>
            <a:r>
              <a:rPr lang="en-US" dirty="0"/>
              <a:t>INSERT SECTION TITLE</a:t>
            </a:r>
          </a:p>
        </p:txBody>
      </p:sp>
      <p:sp>
        <p:nvSpPr>
          <p:cNvPr id="8" name="Text Placeholder 7">
            <a:extLst>
              <a:ext uri="{FF2B5EF4-FFF2-40B4-BE49-F238E27FC236}">
                <a16:creationId xmlns:a16="http://schemas.microsoft.com/office/drawing/2014/main" id="{2A794A12-76E1-4D71-8060-28F9C9DB7AE4}"/>
              </a:ext>
            </a:extLst>
          </p:cNvPr>
          <p:cNvSpPr>
            <a:spLocks noGrp="1"/>
          </p:cNvSpPr>
          <p:nvPr>
            <p:ph type="body" sz="quarter" idx="10" hasCustomPrompt="1"/>
          </p:nvPr>
        </p:nvSpPr>
        <p:spPr>
          <a:xfrm>
            <a:off x="557340" y="5815970"/>
            <a:ext cx="10515600" cy="647468"/>
          </a:xfrm>
          <a:prstGeom prst="rect">
            <a:avLst/>
          </a:prstGeom>
        </p:spPr>
        <p:txBody>
          <a:bodyPr/>
          <a:lstStyle>
            <a:lvl1pPr marL="0" indent="0">
              <a:buNone/>
              <a:defRPr sz="3600" b="1" i="1">
                <a:solidFill>
                  <a:srgbClr val="F37121"/>
                </a:solidFill>
              </a:defRPr>
            </a:lvl1pPr>
          </a:lstStyle>
          <a:p>
            <a:pPr lvl="0"/>
            <a:r>
              <a:rPr lang="en-US" dirty="0"/>
              <a:t>Section Subtitle</a:t>
            </a:r>
          </a:p>
        </p:txBody>
      </p:sp>
      <p:pic>
        <p:nvPicPr>
          <p:cNvPr id="6" name="Picture 5">
            <a:extLst>
              <a:ext uri="{FF2B5EF4-FFF2-40B4-BE49-F238E27FC236}">
                <a16:creationId xmlns:a16="http://schemas.microsoft.com/office/drawing/2014/main" id="{AF754DAB-0CB1-44C8-94C3-471AC0E2CB4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325835238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ight_Standard">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3FCEAA1-75CF-4B6E-B568-20B45BBD6BE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67" y="0"/>
            <a:ext cx="12187066" cy="6858000"/>
          </a:xfrm>
          <a:prstGeom prst="rect">
            <a:avLst/>
          </a:prstGeom>
        </p:spPr>
      </p:pic>
      <p:sp>
        <p:nvSpPr>
          <p:cNvPr id="4" name="Title 3">
            <a:extLst>
              <a:ext uri="{FF2B5EF4-FFF2-40B4-BE49-F238E27FC236}">
                <a16:creationId xmlns:a16="http://schemas.microsoft.com/office/drawing/2014/main" id="{12958987-FE12-6A45-AB06-D3F0A4B0BDFB}"/>
              </a:ext>
            </a:extLst>
          </p:cNvPr>
          <p:cNvSpPr>
            <a:spLocks noGrp="1"/>
          </p:cNvSpPr>
          <p:nvPr>
            <p:ph type="title" hasCustomPrompt="1"/>
          </p:nvPr>
        </p:nvSpPr>
        <p:spPr>
          <a:xfrm>
            <a:off x="525780" y="190527"/>
            <a:ext cx="10515600" cy="711081"/>
          </a:xfrm>
        </p:spPr>
        <p:txBody>
          <a:bodyPr>
            <a:normAutofit/>
          </a:bodyPr>
          <a:lstStyle>
            <a:lvl1pPr algn="l">
              <a:defRPr sz="3200">
                <a:solidFill>
                  <a:srgbClr val="034EA2"/>
                </a:solidFill>
                <a:latin typeface="+mj-lt"/>
              </a:defRPr>
            </a:lvl1pPr>
          </a:lstStyle>
          <a:p>
            <a:r>
              <a:rPr lang="en-US" dirty="0"/>
              <a:t>INSERT TITLE HERE</a:t>
            </a:r>
            <a:endParaRPr lang="en-VN" dirty="0"/>
          </a:p>
        </p:txBody>
      </p:sp>
      <p:sp>
        <p:nvSpPr>
          <p:cNvPr id="6" name="Rounded Rectangle 5">
            <a:extLst>
              <a:ext uri="{FF2B5EF4-FFF2-40B4-BE49-F238E27FC236}">
                <a16:creationId xmlns:a16="http://schemas.microsoft.com/office/drawing/2014/main" id="{067324A7-459A-EC4A-96C9-632E9AB197B2}"/>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88ECB69-26E2-0242-8339-71783BE7D842}"/>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09BDF857-1D12-854A-9A20-B19E33C36FE5}"/>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F6517F5-CBA0-D641-9E92-7FDFE839EFEB}"/>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1F79581-5D79-4E47-A23D-2897202FF386}"/>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CA70723-60A1-8B4C-8C3F-FC53EA379972}"/>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7A50D04F-B7A3-A543-B2F0-FF35C1B16E1F}"/>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3">
            <a:extLst>
              <a:ext uri="{FF2B5EF4-FFF2-40B4-BE49-F238E27FC236}">
                <a16:creationId xmlns:a16="http://schemas.microsoft.com/office/drawing/2014/main" id="{FB637B08-1A4B-0784-6D7F-90C7E2F30C58}"/>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2" name="Footer Placeholder 2">
            <a:extLst>
              <a:ext uri="{FF2B5EF4-FFF2-40B4-BE49-F238E27FC236}">
                <a16:creationId xmlns:a16="http://schemas.microsoft.com/office/drawing/2014/main" id="{C583608C-19DF-1D14-386B-0ECAE14B48D2}"/>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
        <p:nvSpPr>
          <p:cNvPr id="17" name="Text Placeholder 3">
            <a:extLst>
              <a:ext uri="{FF2B5EF4-FFF2-40B4-BE49-F238E27FC236}">
                <a16:creationId xmlns:a16="http://schemas.microsoft.com/office/drawing/2014/main" id="{E618018D-720F-40E3-A3EB-2C22A8E636E9}"/>
              </a:ext>
            </a:extLst>
          </p:cNvPr>
          <p:cNvSpPr>
            <a:spLocks noGrp="1"/>
          </p:cNvSpPr>
          <p:nvPr>
            <p:ph type="body" sz="quarter" idx="13"/>
          </p:nvPr>
        </p:nvSpPr>
        <p:spPr>
          <a:xfrm>
            <a:off x="1077685" y="1268487"/>
            <a:ext cx="10662557" cy="5010075"/>
          </a:xfrm>
          <a:prstGeom prst="rect">
            <a:avLst/>
          </a:prstGeom>
        </p:spPr>
        <p:txBody>
          <a:bodyPr/>
          <a:lstStyle>
            <a:lvl1pPr marL="457200" indent="-457200">
              <a:lnSpc>
                <a:spcPct val="100000"/>
              </a:lnSpc>
              <a:spcBef>
                <a:spcPts val="0"/>
              </a:spcBef>
              <a:spcAft>
                <a:spcPts val="1600"/>
              </a:spcAft>
              <a:buClrTx/>
              <a:buFont typeface="Wingdings" panose="05000000000000000000" pitchFamily="2" charset="2"/>
              <a:buChar char="q"/>
              <a:defRPr sz="2400">
                <a:solidFill>
                  <a:schemeClr val="tx1"/>
                </a:solidFill>
              </a:defRPr>
            </a:lvl1pPr>
            <a:lvl2pPr marL="914400" indent="-457200">
              <a:buClrTx/>
              <a:buFont typeface="Wingdings" panose="05000000000000000000" pitchFamily="2" charset="2"/>
              <a:buChar char="q"/>
              <a:defRPr sz="2000">
                <a:solidFill>
                  <a:schemeClr val="tx1"/>
                </a:solidFill>
              </a:defRPr>
            </a:lvl2pPr>
            <a:lvl3pPr marL="1257300" indent="-342900">
              <a:buClrTx/>
              <a:buFont typeface="Wingdings" panose="05000000000000000000" pitchFamily="2" charset="2"/>
              <a:buChar char="q"/>
              <a:defRPr sz="1800">
                <a:solidFill>
                  <a:schemeClr val="tx1"/>
                </a:solidFill>
              </a:defRPr>
            </a:lvl3pPr>
            <a:lvl4pPr marL="1714500" indent="-342900">
              <a:buClrTx/>
              <a:buFont typeface="Wingdings" panose="05000000000000000000" pitchFamily="2" charset="2"/>
              <a:buChar char="q"/>
              <a:defRPr sz="1600">
                <a:solidFill>
                  <a:schemeClr val="tx1"/>
                </a:solidFill>
              </a:defRPr>
            </a:lvl4pPr>
            <a:lvl5pPr marL="2171700" indent="-342900">
              <a:buClrTx/>
              <a:buFont typeface="Wingdings" panose="05000000000000000000" pitchFamily="2" charset="2"/>
              <a:buChar char="q"/>
              <a:defRPr sz="1400">
                <a:solidFill>
                  <a:schemeClr val="tx1"/>
                </a:solidFill>
              </a:defRPr>
            </a:lvl5pPr>
          </a:lstStyle>
          <a:p>
            <a:pPr lvl="0"/>
            <a:r>
              <a:rPr lang="en-US" dirty="0"/>
              <a:t>Edit Master text style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9" name="Straight Connector 18">
            <a:extLst>
              <a:ext uri="{FF2B5EF4-FFF2-40B4-BE49-F238E27FC236}">
                <a16:creationId xmlns:a16="http://schemas.microsoft.com/office/drawing/2014/main" id="{6689D2C8-53EF-40C8-AC21-B3CFF1AB0CC5}"/>
              </a:ext>
            </a:extLst>
          </p:cNvPr>
          <p:cNvCxnSpPr>
            <a:cxnSpLocks/>
          </p:cNvCxnSpPr>
          <p:nvPr userDrawn="1"/>
        </p:nvCxnSpPr>
        <p:spPr>
          <a:xfrm>
            <a:off x="525780" y="901608"/>
            <a:ext cx="9940834" cy="0"/>
          </a:xfrm>
          <a:prstGeom prst="line">
            <a:avLst/>
          </a:prstGeom>
        </p:spPr>
        <p:style>
          <a:lnRef idx="3">
            <a:schemeClr val="accent5"/>
          </a:lnRef>
          <a:fillRef idx="0">
            <a:schemeClr val="accent5"/>
          </a:fillRef>
          <a:effectRef idx="2">
            <a:schemeClr val="accent5"/>
          </a:effectRef>
          <a:fontRef idx="minor">
            <a:schemeClr val="tx1"/>
          </a:fontRef>
        </p:style>
      </p:cxnSp>
      <p:pic>
        <p:nvPicPr>
          <p:cNvPr id="20" name="Picture 19">
            <a:extLst>
              <a:ext uri="{FF2B5EF4-FFF2-40B4-BE49-F238E27FC236}">
                <a16:creationId xmlns:a16="http://schemas.microsoft.com/office/drawing/2014/main" id="{0325DC47-5446-4339-AD8C-C701D6F5C29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26787" b="26203"/>
          <a:stretch/>
        </p:blipFill>
        <p:spPr>
          <a:xfrm>
            <a:off x="9978317" y="-64776"/>
            <a:ext cx="2651219" cy="884305"/>
          </a:xfrm>
          <a:prstGeom prst="rect">
            <a:avLst/>
          </a:prstGeom>
        </p:spPr>
      </p:pic>
    </p:spTree>
    <p:extLst>
      <p:ext uri="{BB962C8B-B14F-4D97-AF65-F5344CB8AC3E}">
        <p14:creationId xmlns:p14="http://schemas.microsoft.com/office/powerpoint/2010/main" val="6996978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_Full Tex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F678F6-63FC-A3C2-ADBE-E08A7E73D45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0"/>
            <a:ext cx="12192000" cy="958850"/>
          </a:xfrm>
          <a:prstGeom prst="rect">
            <a:avLst/>
          </a:prstGeom>
        </p:spPr>
      </p:pic>
      <p:sp>
        <p:nvSpPr>
          <p:cNvPr id="3" name="Title 3">
            <a:extLst>
              <a:ext uri="{FF2B5EF4-FFF2-40B4-BE49-F238E27FC236}">
                <a16:creationId xmlns:a16="http://schemas.microsoft.com/office/drawing/2014/main" id="{A68080BE-7587-6144-8ECC-8515B3AB127E}"/>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B8D7FC30-8404-4884-9107-569302CF603E}"/>
              </a:ext>
            </a:extLst>
          </p:cNvPr>
          <p:cNvSpPr>
            <a:spLocks noGrp="1"/>
          </p:cNvSpPr>
          <p:nvPr>
            <p:ph type="body" sz="quarter" idx="15" hasCustomPrompt="1"/>
          </p:nvPr>
        </p:nvSpPr>
        <p:spPr>
          <a:xfrm>
            <a:off x="525463" y="1296989"/>
            <a:ext cx="11155675" cy="507256"/>
          </a:xfrm>
          <a:prstGeom prst="rect">
            <a:avLst/>
          </a:prstGeom>
        </p:spPr>
        <p:txBody>
          <a:bodyPr/>
          <a:lstStyle>
            <a:lvl1pPr marL="0" indent="0">
              <a:buNone/>
              <a:defRPr sz="32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Heading Here</a:t>
            </a:r>
          </a:p>
        </p:txBody>
      </p:sp>
      <p:sp>
        <p:nvSpPr>
          <p:cNvPr id="19" name="Text Placeholder 17">
            <a:extLst>
              <a:ext uri="{FF2B5EF4-FFF2-40B4-BE49-F238E27FC236}">
                <a16:creationId xmlns:a16="http://schemas.microsoft.com/office/drawing/2014/main" id="{0A171719-15D5-4822-B95C-CE625735C9F0}"/>
              </a:ext>
            </a:extLst>
          </p:cNvPr>
          <p:cNvSpPr>
            <a:spLocks noGrp="1"/>
          </p:cNvSpPr>
          <p:nvPr>
            <p:ph type="body" sz="quarter" idx="16" hasCustomPrompt="1"/>
          </p:nvPr>
        </p:nvSpPr>
        <p:spPr>
          <a:xfrm>
            <a:off x="525463" y="2092854"/>
            <a:ext cx="11155675" cy="407645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4" name="Slide Number Placeholder 3">
            <a:extLst>
              <a:ext uri="{FF2B5EF4-FFF2-40B4-BE49-F238E27FC236}">
                <a16:creationId xmlns:a16="http://schemas.microsoft.com/office/drawing/2014/main" id="{27D15ADB-A3B1-11C8-53B6-F2C6A459894C}"/>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5" name="Footer Placeholder 2">
            <a:extLst>
              <a:ext uri="{FF2B5EF4-FFF2-40B4-BE49-F238E27FC236}">
                <a16:creationId xmlns:a16="http://schemas.microsoft.com/office/drawing/2014/main" id="{A296B5C7-7CC2-E8BE-8AFB-BA1C9E87C450}"/>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11402617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_Text with Pictur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3">
            <a:extLst>
              <a:ext uri="{FF2B5EF4-FFF2-40B4-BE49-F238E27FC236}">
                <a16:creationId xmlns:a16="http://schemas.microsoft.com/office/drawing/2014/main" id="{535CBA73-2EF9-6C43-93B2-AD209F35944E}"/>
              </a:ext>
            </a:extLst>
          </p:cNvPr>
          <p:cNvSpPr>
            <a:spLocks noGrp="1"/>
          </p:cNvSpPr>
          <p:nvPr>
            <p:ph type="sldNum" sz="quarter" idx="12"/>
          </p:nvPr>
        </p:nvSpPr>
        <p:spPr>
          <a:xfrm>
            <a:off x="11311875" y="6415503"/>
            <a:ext cx="596198" cy="251969"/>
          </a:xfrm>
          <a:prstGeom prst="rect">
            <a:avLst/>
          </a:prstGeom>
        </p:spPr>
        <p:txBody>
          <a:bodyPr/>
          <a:lstStyle>
            <a:lvl1pPr algn="r">
              <a:defRPr sz="1200">
                <a:solidFill>
                  <a:srgbClr val="B5B5B5"/>
                </a:solidFill>
              </a:defRPr>
            </a:lvl1pPr>
          </a:lstStyle>
          <a:p>
            <a:fld id="{E012F146-47F9-A646-B182-8CC39B8AD32B}" type="slidenum">
              <a:rPr lang="x-none" smtClean="0"/>
              <a:pPr/>
              <a:t>‹#›</a:t>
            </a:fld>
            <a:endParaRPr lang="x-none"/>
          </a:p>
        </p:txBody>
      </p:sp>
      <p:sp>
        <p:nvSpPr>
          <p:cNvPr id="16" name="Picture Placeholder 3">
            <a:extLst>
              <a:ext uri="{FF2B5EF4-FFF2-40B4-BE49-F238E27FC236}">
                <a16:creationId xmlns:a16="http://schemas.microsoft.com/office/drawing/2014/main" id="{81F59C7E-EAF8-48D8-BD6D-7F882BFAC290}"/>
              </a:ext>
            </a:extLst>
          </p:cNvPr>
          <p:cNvSpPr>
            <a:spLocks noGrp="1"/>
          </p:cNvSpPr>
          <p:nvPr>
            <p:ph type="pic" sz="quarter" idx="13"/>
          </p:nvPr>
        </p:nvSpPr>
        <p:spPr>
          <a:xfrm>
            <a:off x="5753100" y="965200"/>
            <a:ext cx="6438900" cy="5892800"/>
          </a:xfrm>
          <a:prstGeom prst="rect">
            <a:avLst/>
          </a:prstGeom>
          <a:solidFill>
            <a:schemeClr val="bg1">
              <a:lumMod val="95000"/>
            </a:schemeClr>
          </a:solidFill>
        </p:spPr>
        <p:txBody>
          <a:bodyPr/>
          <a:lstStyle/>
          <a:p>
            <a:endParaRPr lang="en-US"/>
          </a:p>
        </p:txBody>
      </p:sp>
      <p:sp>
        <p:nvSpPr>
          <p:cNvPr id="18" name="Text Placeholder 17">
            <a:extLst>
              <a:ext uri="{FF2B5EF4-FFF2-40B4-BE49-F238E27FC236}">
                <a16:creationId xmlns:a16="http://schemas.microsoft.com/office/drawing/2014/main" id="{B8D7FC30-8404-4884-9107-569302CF603E}"/>
              </a:ext>
            </a:extLst>
          </p:cNvPr>
          <p:cNvSpPr>
            <a:spLocks noGrp="1"/>
          </p:cNvSpPr>
          <p:nvPr>
            <p:ph type="body" sz="quarter" idx="15" hasCustomPrompt="1"/>
          </p:nvPr>
        </p:nvSpPr>
        <p:spPr>
          <a:xfrm>
            <a:off x="525463" y="1296989"/>
            <a:ext cx="4752975" cy="507256"/>
          </a:xfrm>
          <a:prstGeom prst="rect">
            <a:avLst/>
          </a:prstGeom>
        </p:spPr>
        <p:txBody>
          <a:bodyPr/>
          <a:lstStyle>
            <a:lvl1pPr marL="0" indent="0">
              <a:buNone/>
              <a:defRPr sz="32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Heading Here</a:t>
            </a:r>
          </a:p>
        </p:txBody>
      </p:sp>
      <p:sp>
        <p:nvSpPr>
          <p:cNvPr id="19" name="Text Placeholder 17">
            <a:extLst>
              <a:ext uri="{FF2B5EF4-FFF2-40B4-BE49-F238E27FC236}">
                <a16:creationId xmlns:a16="http://schemas.microsoft.com/office/drawing/2014/main" id="{0A171719-15D5-4822-B95C-CE625735C9F0}"/>
              </a:ext>
            </a:extLst>
          </p:cNvPr>
          <p:cNvSpPr>
            <a:spLocks noGrp="1"/>
          </p:cNvSpPr>
          <p:nvPr>
            <p:ph type="body" sz="quarter" idx="16" hasCustomPrompt="1"/>
          </p:nvPr>
        </p:nvSpPr>
        <p:spPr>
          <a:xfrm>
            <a:off x="525463" y="2092854"/>
            <a:ext cx="4752975" cy="407645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pic>
        <p:nvPicPr>
          <p:cNvPr id="2" name="Picture 1">
            <a:extLst>
              <a:ext uri="{FF2B5EF4-FFF2-40B4-BE49-F238E27FC236}">
                <a16:creationId xmlns:a16="http://schemas.microsoft.com/office/drawing/2014/main" id="{B5BC01C9-C54C-BCB2-09CC-BB17C356249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4" name="Title 3">
            <a:extLst>
              <a:ext uri="{FF2B5EF4-FFF2-40B4-BE49-F238E27FC236}">
                <a16:creationId xmlns:a16="http://schemas.microsoft.com/office/drawing/2014/main" id="{05CC2BCE-95ED-4BC4-89F3-24379E0AEAA3}"/>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Footer Placeholder 2">
            <a:extLst>
              <a:ext uri="{FF2B5EF4-FFF2-40B4-BE49-F238E27FC236}">
                <a16:creationId xmlns:a16="http://schemas.microsoft.com/office/drawing/2014/main" id="{FF900DBD-8053-37B8-1BF1-716311657A51}"/>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22368908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_Picture with List">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3">
            <a:extLst>
              <a:ext uri="{FF2B5EF4-FFF2-40B4-BE49-F238E27FC236}">
                <a16:creationId xmlns:a16="http://schemas.microsoft.com/office/drawing/2014/main" id="{81F59C7E-EAF8-48D8-BD6D-7F882BFAC290}"/>
              </a:ext>
            </a:extLst>
          </p:cNvPr>
          <p:cNvSpPr>
            <a:spLocks noGrp="1"/>
          </p:cNvSpPr>
          <p:nvPr>
            <p:ph type="pic" sz="quarter" idx="13"/>
          </p:nvPr>
        </p:nvSpPr>
        <p:spPr>
          <a:xfrm>
            <a:off x="0" y="965200"/>
            <a:ext cx="6438900" cy="5892800"/>
          </a:xfrm>
          <a:prstGeom prst="rect">
            <a:avLst/>
          </a:prstGeom>
          <a:solidFill>
            <a:schemeClr val="bg1">
              <a:lumMod val="95000"/>
            </a:schemeClr>
          </a:solidFill>
        </p:spPr>
        <p:txBody>
          <a:bodyPr/>
          <a:lstStyle/>
          <a:p>
            <a:endParaRPr lang="en-US"/>
          </a:p>
        </p:txBody>
      </p:sp>
      <p:sp>
        <p:nvSpPr>
          <p:cNvPr id="12" name="Footer Placeholder 2">
            <a:extLst>
              <a:ext uri="{FF2B5EF4-FFF2-40B4-BE49-F238E27FC236}">
                <a16:creationId xmlns:a16="http://schemas.microsoft.com/office/drawing/2014/main" id="{15681373-A4D2-854A-A772-7DF263D2A29C}"/>
              </a:ext>
            </a:extLst>
          </p:cNvPr>
          <p:cNvSpPr txBox="1">
            <a:spLocks/>
          </p:cNvSpPr>
          <p:nvPr userDrawn="1"/>
        </p:nvSpPr>
        <p:spPr>
          <a:xfrm>
            <a:off x="7077824"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
        <p:nvSpPr>
          <p:cNvPr id="19" name="Text Placeholder 17">
            <a:extLst>
              <a:ext uri="{FF2B5EF4-FFF2-40B4-BE49-F238E27FC236}">
                <a16:creationId xmlns:a16="http://schemas.microsoft.com/office/drawing/2014/main" id="{0A171719-15D5-4822-B95C-CE625735C9F0}"/>
              </a:ext>
            </a:extLst>
          </p:cNvPr>
          <p:cNvSpPr>
            <a:spLocks noGrp="1"/>
          </p:cNvSpPr>
          <p:nvPr>
            <p:ph type="body" sz="quarter" idx="16" hasCustomPrompt="1"/>
          </p:nvPr>
        </p:nvSpPr>
        <p:spPr>
          <a:xfrm>
            <a:off x="7155098" y="1361132"/>
            <a:ext cx="4752975" cy="96520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7" name="Text Placeholder 26">
            <a:extLst>
              <a:ext uri="{FF2B5EF4-FFF2-40B4-BE49-F238E27FC236}">
                <a16:creationId xmlns:a16="http://schemas.microsoft.com/office/drawing/2014/main" id="{371FB4A9-066A-BC30-7772-537018F715B5}"/>
              </a:ext>
            </a:extLst>
          </p:cNvPr>
          <p:cNvSpPr>
            <a:spLocks noGrp="1"/>
          </p:cNvSpPr>
          <p:nvPr>
            <p:ph type="body" sz="quarter" idx="10" hasCustomPrompt="1"/>
          </p:nvPr>
        </p:nvSpPr>
        <p:spPr>
          <a:xfrm>
            <a:off x="6122390" y="1397321"/>
            <a:ext cx="663184" cy="663184"/>
          </a:xfrm>
          <a:custGeom>
            <a:avLst/>
            <a:gdLst>
              <a:gd name="connsiteX0" fmla="*/ 331592 w 663184"/>
              <a:gd name="connsiteY0" fmla="*/ 0 h 663184"/>
              <a:gd name="connsiteX1" fmla="*/ 663184 w 663184"/>
              <a:gd name="connsiteY1" fmla="*/ 331592 h 663184"/>
              <a:gd name="connsiteX2" fmla="*/ 331592 w 663184"/>
              <a:gd name="connsiteY2" fmla="*/ 663184 h 663184"/>
              <a:gd name="connsiteX3" fmla="*/ 0 w 663184"/>
              <a:gd name="connsiteY3" fmla="*/ 331592 h 663184"/>
              <a:gd name="connsiteX4" fmla="*/ 331592 w 663184"/>
              <a:gd name="connsiteY4" fmla="*/ 0 h 663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184" h="663184">
                <a:moveTo>
                  <a:pt x="331592" y="0"/>
                </a:moveTo>
                <a:cubicBezTo>
                  <a:pt x="514725" y="0"/>
                  <a:pt x="663184" y="148459"/>
                  <a:pt x="663184" y="331592"/>
                </a:cubicBezTo>
                <a:cubicBezTo>
                  <a:pt x="663184" y="514725"/>
                  <a:pt x="514725" y="663184"/>
                  <a:pt x="331592" y="663184"/>
                </a:cubicBezTo>
                <a:cubicBezTo>
                  <a:pt x="148459" y="663184"/>
                  <a:pt x="0" y="514725"/>
                  <a:pt x="0" y="331592"/>
                </a:cubicBezTo>
                <a:cubicBezTo>
                  <a:pt x="0" y="148459"/>
                  <a:pt x="148459" y="0"/>
                  <a:pt x="331592" y="0"/>
                </a:cubicBezTo>
                <a:close/>
              </a:path>
            </a:pathLst>
          </a:custGeom>
          <a:solidFill>
            <a:schemeClr val="accent1"/>
          </a:solidFill>
          <a:ln w="50800">
            <a:solidFill>
              <a:schemeClr val="bg1"/>
            </a:solidFill>
          </a:ln>
        </p:spPr>
        <p:txBody>
          <a:bodyPr wrap="square" anchor="ctr">
            <a:noAutofit/>
          </a:bodyPr>
          <a:lstStyle>
            <a:lvl1pPr marL="0" indent="0" algn="ctr">
              <a:buNone/>
              <a:defRPr b="1">
                <a:solidFill>
                  <a:schemeClr val="bg1"/>
                </a:solidFill>
              </a:defRPr>
            </a:lvl1pPr>
          </a:lstStyle>
          <a:p>
            <a:pPr lvl="0"/>
            <a:r>
              <a:rPr lang="en-US" dirty="0"/>
              <a:t>1</a:t>
            </a:r>
          </a:p>
        </p:txBody>
      </p:sp>
      <p:sp>
        <p:nvSpPr>
          <p:cNvPr id="23" name="Text Placeholder 35">
            <a:extLst>
              <a:ext uri="{FF2B5EF4-FFF2-40B4-BE49-F238E27FC236}">
                <a16:creationId xmlns:a16="http://schemas.microsoft.com/office/drawing/2014/main" id="{3D3943EE-1ACA-D220-CFEC-C03FBB03827A}"/>
              </a:ext>
            </a:extLst>
          </p:cNvPr>
          <p:cNvSpPr>
            <a:spLocks noGrp="1"/>
          </p:cNvSpPr>
          <p:nvPr>
            <p:ph type="body" sz="quarter" idx="18" hasCustomPrompt="1"/>
          </p:nvPr>
        </p:nvSpPr>
        <p:spPr>
          <a:xfrm>
            <a:off x="6096000" y="5216794"/>
            <a:ext cx="715963" cy="750888"/>
          </a:xfrm>
          <a:prstGeom prst="rect">
            <a:avLst/>
          </a:prstGeom>
        </p:spPr>
        <p:txBody>
          <a:bodyPr anchor="ctr"/>
          <a:lstStyle>
            <a:lvl1pPr marL="0" indent="0" algn="ctr">
              <a:buNone/>
              <a:defRPr b="1">
                <a:solidFill>
                  <a:schemeClr val="bg1"/>
                </a:solidFill>
              </a:defRPr>
            </a:lvl1pPr>
          </a:lstStyle>
          <a:p>
            <a:pPr lvl="0"/>
            <a:r>
              <a:rPr lang="en-US" dirty="0"/>
              <a:t>4</a:t>
            </a:r>
          </a:p>
        </p:txBody>
      </p:sp>
      <p:sp>
        <p:nvSpPr>
          <p:cNvPr id="24" name="Text Placeholder 17">
            <a:extLst>
              <a:ext uri="{FF2B5EF4-FFF2-40B4-BE49-F238E27FC236}">
                <a16:creationId xmlns:a16="http://schemas.microsoft.com/office/drawing/2014/main" id="{3D85344F-F689-3FEC-5A71-E88DE8A4BBA0}"/>
              </a:ext>
            </a:extLst>
          </p:cNvPr>
          <p:cNvSpPr>
            <a:spLocks noGrp="1"/>
          </p:cNvSpPr>
          <p:nvPr>
            <p:ph type="body" sz="quarter" idx="19" hasCustomPrompt="1"/>
          </p:nvPr>
        </p:nvSpPr>
        <p:spPr>
          <a:xfrm>
            <a:off x="7155098" y="2643085"/>
            <a:ext cx="4752975" cy="96520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5" name="Text Placeholder 17">
            <a:extLst>
              <a:ext uri="{FF2B5EF4-FFF2-40B4-BE49-F238E27FC236}">
                <a16:creationId xmlns:a16="http://schemas.microsoft.com/office/drawing/2014/main" id="{B0A3C75E-7133-4387-8E13-F5EDE09917F7}"/>
              </a:ext>
            </a:extLst>
          </p:cNvPr>
          <p:cNvSpPr>
            <a:spLocks noGrp="1"/>
          </p:cNvSpPr>
          <p:nvPr>
            <p:ph type="body" sz="quarter" idx="20" hasCustomPrompt="1"/>
          </p:nvPr>
        </p:nvSpPr>
        <p:spPr>
          <a:xfrm>
            <a:off x="7155098" y="3925038"/>
            <a:ext cx="4752975" cy="96520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6" name="Text Placeholder 17">
            <a:extLst>
              <a:ext uri="{FF2B5EF4-FFF2-40B4-BE49-F238E27FC236}">
                <a16:creationId xmlns:a16="http://schemas.microsoft.com/office/drawing/2014/main" id="{294F8F16-5CF9-FF27-5308-481D8E7B9B3A}"/>
              </a:ext>
            </a:extLst>
          </p:cNvPr>
          <p:cNvSpPr>
            <a:spLocks noGrp="1"/>
          </p:cNvSpPr>
          <p:nvPr>
            <p:ph type="body" sz="quarter" idx="21" hasCustomPrompt="1"/>
          </p:nvPr>
        </p:nvSpPr>
        <p:spPr>
          <a:xfrm>
            <a:off x="7155098" y="5206990"/>
            <a:ext cx="4752975" cy="965201"/>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8" name="Text Placeholder 27">
            <a:extLst>
              <a:ext uri="{FF2B5EF4-FFF2-40B4-BE49-F238E27FC236}">
                <a16:creationId xmlns:a16="http://schemas.microsoft.com/office/drawing/2014/main" id="{487EE864-D0E1-3E47-5EBF-B22925E3DD84}"/>
              </a:ext>
            </a:extLst>
          </p:cNvPr>
          <p:cNvSpPr>
            <a:spLocks noGrp="1"/>
          </p:cNvSpPr>
          <p:nvPr>
            <p:ph type="body" sz="quarter" idx="22" hasCustomPrompt="1"/>
          </p:nvPr>
        </p:nvSpPr>
        <p:spPr>
          <a:xfrm>
            <a:off x="6122390" y="2698087"/>
            <a:ext cx="663184" cy="663184"/>
          </a:xfrm>
          <a:custGeom>
            <a:avLst/>
            <a:gdLst>
              <a:gd name="connsiteX0" fmla="*/ 331592 w 663184"/>
              <a:gd name="connsiteY0" fmla="*/ 0 h 663184"/>
              <a:gd name="connsiteX1" fmla="*/ 663184 w 663184"/>
              <a:gd name="connsiteY1" fmla="*/ 331592 h 663184"/>
              <a:gd name="connsiteX2" fmla="*/ 331592 w 663184"/>
              <a:gd name="connsiteY2" fmla="*/ 663184 h 663184"/>
              <a:gd name="connsiteX3" fmla="*/ 0 w 663184"/>
              <a:gd name="connsiteY3" fmla="*/ 331592 h 663184"/>
              <a:gd name="connsiteX4" fmla="*/ 331592 w 663184"/>
              <a:gd name="connsiteY4" fmla="*/ 0 h 663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184" h="663184">
                <a:moveTo>
                  <a:pt x="331592" y="0"/>
                </a:moveTo>
                <a:cubicBezTo>
                  <a:pt x="514725" y="0"/>
                  <a:pt x="663184" y="148459"/>
                  <a:pt x="663184" y="331592"/>
                </a:cubicBezTo>
                <a:cubicBezTo>
                  <a:pt x="663184" y="514725"/>
                  <a:pt x="514725" y="663184"/>
                  <a:pt x="331592" y="663184"/>
                </a:cubicBezTo>
                <a:cubicBezTo>
                  <a:pt x="148459" y="663184"/>
                  <a:pt x="0" y="514725"/>
                  <a:pt x="0" y="331592"/>
                </a:cubicBezTo>
                <a:cubicBezTo>
                  <a:pt x="0" y="148459"/>
                  <a:pt x="148459" y="0"/>
                  <a:pt x="331592" y="0"/>
                </a:cubicBezTo>
                <a:close/>
              </a:path>
            </a:pathLst>
          </a:custGeom>
          <a:solidFill>
            <a:schemeClr val="accent1"/>
          </a:solidFill>
          <a:ln w="50800">
            <a:solidFill>
              <a:schemeClr val="bg1"/>
            </a:solidFill>
          </a:ln>
        </p:spPr>
        <p:txBody>
          <a:bodyPr wrap="square" anchor="ctr">
            <a:noAutofit/>
          </a:bodyPr>
          <a:lstStyle>
            <a:lvl1pPr marL="0" indent="0" algn="ctr">
              <a:buNone/>
              <a:defRPr b="1">
                <a:solidFill>
                  <a:schemeClr val="bg1"/>
                </a:solidFill>
              </a:defRPr>
            </a:lvl1pPr>
          </a:lstStyle>
          <a:p>
            <a:pPr lvl="0"/>
            <a:r>
              <a:rPr lang="en-US" dirty="0"/>
              <a:t>2</a:t>
            </a:r>
          </a:p>
        </p:txBody>
      </p:sp>
      <p:sp>
        <p:nvSpPr>
          <p:cNvPr id="29" name="Text Placeholder 28">
            <a:extLst>
              <a:ext uri="{FF2B5EF4-FFF2-40B4-BE49-F238E27FC236}">
                <a16:creationId xmlns:a16="http://schemas.microsoft.com/office/drawing/2014/main" id="{07DD507C-B359-6BF6-EB58-1ED3134568DE}"/>
              </a:ext>
            </a:extLst>
          </p:cNvPr>
          <p:cNvSpPr>
            <a:spLocks noGrp="1"/>
          </p:cNvSpPr>
          <p:nvPr>
            <p:ph type="body" sz="quarter" idx="23" hasCustomPrompt="1"/>
          </p:nvPr>
        </p:nvSpPr>
        <p:spPr>
          <a:xfrm>
            <a:off x="6122390" y="3960217"/>
            <a:ext cx="663184" cy="663184"/>
          </a:xfrm>
          <a:custGeom>
            <a:avLst/>
            <a:gdLst>
              <a:gd name="connsiteX0" fmla="*/ 331592 w 663184"/>
              <a:gd name="connsiteY0" fmla="*/ 0 h 663184"/>
              <a:gd name="connsiteX1" fmla="*/ 663184 w 663184"/>
              <a:gd name="connsiteY1" fmla="*/ 331592 h 663184"/>
              <a:gd name="connsiteX2" fmla="*/ 331592 w 663184"/>
              <a:gd name="connsiteY2" fmla="*/ 663184 h 663184"/>
              <a:gd name="connsiteX3" fmla="*/ 0 w 663184"/>
              <a:gd name="connsiteY3" fmla="*/ 331592 h 663184"/>
              <a:gd name="connsiteX4" fmla="*/ 331592 w 663184"/>
              <a:gd name="connsiteY4" fmla="*/ 0 h 663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184" h="663184">
                <a:moveTo>
                  <a:pt x="331592" y="0"/>
                </a:moveTo>
                <a:cubicBezTo>
                  <a:pt x="514725" y="0"/>
                  <a:pt x="663184" y="148459"/>
                  <a:pt x="663184" y="331592"/>
                </a:cubicBezTo>
                <a:cubicBezTo>
                  <a:pt x="663184" y="514725"/>
                  <a:pt x="514725" y="663184"/>
                  <a:pt x="331592" y="663184"/>
                </a:cubicBezTo>
                <a:cubicBezTo>
                  <a:pt x="148459" y="663184"/>
                  <a:pt x="0" y="514725"/>
                  <a:pt x="0" y="331592"/>
                </a:cubicBezTo>
                <a:cubicBezTo>
                  <a:pt x="0" y="148459"/>
                  <a:pt x="148459" y="0"/>
                  <a:pt x="331592" y="0"/>
                </a:cubicBezTo>
                <a:close/>
              </a:path>
            </a:pathLst>
          </a:custGeom>
          <a:solidFill>
            <a:schemeClr val="accent1"/>
          </a:solidFill>
          <a:ln w="50800">
            <a:solidFill>
              <a:schemeClr val="bg1"/>
            </a:solidFill>
          </a:ln>
        </p:spPr>
        <p:txBody>
          <a:bodyPr wrap="square" anchor="ctr">
            <a:noAutofit/>
          </a:bodyPr>
          <a:lstStyle>
            <a:lvl1pPr marL="0" indent="0" algn="ctr">
              <a:buNone/>
              <a:defRPr b="1">
                <a:solidFill>
                  <a:schemeClr val="bg1"/>
                </a:solidFill>
              </a:defRPr>
            </a:lvl1pPr>
          </a:lstStyle>
          <a:p>
            <a:pPr lvl="0"/>
            <a:r>
              <a:rPr lang="en-US" dirty="0"/>
              <a:t>3</a:t>
            </a:r>
          </a:p>
        </p:txBody>
      </p:sp>
      <p:sp>
        <p:nvSpPr>
          <p:cNvPr id="30" name="Text Placeholder 29">
            <a:extLst>
              <a:ext uri="{FF2B5EF4-FFF2-40B4-BE49-F238E27FC236}">
                <a16:creationId xmlns:a16="http://schemas.microsoft.com/office/drawing/2014/main" id="{0EDFF0A9-C8BD-3D87-A444-BC9C40A4103E}"/>
              </a:ext>
            </a:extLst>
          </p:cNvPr>
          <p:cNvSpPr>
            <a:spLocks noGrp="1"/>
          </p:cNvSpPr>
          <p:nvPr>
            <p:ph type="body" sz="quarter" idx="24" hasCustomPrompt="1"/>
          </p:nvPr>
        </p:nvSpPr>
        <p:spPr>
          <a:xfrm>
            <a:off x="6122390" y="5248105"/>
            <a:ext cx="663184" cy="663184"/>
          </a:xfrm>
          <a:custGeom>
            <a:avLst/>
            <a:gdLst>
              <a:gd name="connsiteX0" fmla="*/ 331592 w 663184"/>
              <a:gd name="connsiteY0" fmla="*/ 0 h 663184"/>
              <a:gd name="connsiteX1" fmla="*/ 663184 w 663184"/>
              <a:gd name="connsiteY1" fmla="*/ 331592 h 663184"/>
              <a:gd name="connsiteX2" fmla="*/ 331592 w 663184"/>
              <a:gd name="connsiteY2" fmla="*/ 663184 h 663184"/>
              <a:gd name="connsiteX3" fmla="*/ 0 w 663184"/>
              <a:gd name="connsiteY3" fmla="*/ 331592 h 663184"/>
              <a:gd name="connsiteX4" fmla="*/ 331592 w 663184"/>
              <a:gd name="connsiteY4" fmla="*/ 0 h 663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184" h="663184">
                <a:moveTo>
                  <a:pt x="331592" y="0"/>
                </a:moveTo>
                <a:cubicBezTo>
                  <a:pt x="514725" y="0"/>
                  <a:pt x="663184" y="148459"/>
                  <a:pt x="663184" y="331592"/>
                </a:cubicBezTo>
                <a:cubicBezTo>
                  <a:pt x="663184" y="514725"/>
                  <a:pt x="514725" y="663184"/>
                  <a:pt x="331592" y="663184"/>
                </a:cubicBezTo>
                <a:cubicBezTo>
                  <a:pt x="148459" y="663184"/>
                  <a:pt x="0" y="514725"/>
                  <a:pt x="0" y="331592"/>
                </a:cubicBezTo>
                <a:cubicBezTo>
                  <a:pt x="0" y="148459"/>
                  <a:pt x="148459" y="0"/>
                  <a:pt x="331592" y="0"/>
                </a:cubicBezTo>
                <a:close/>
              </a:path>
            </a:pathLst>
          </a:custGeom>
          <a:solidFill>
            <a:schemeClr val="accent1"/>
          </a:solidFill>
          <a:ln w="50800">
            <a:solidFill>
              <a:schemeClr val="bg1"/>
            </a:solidFill>
          </a:ln>
        </p:spPr>
        <p:txBody>
          <a:bodyPr wrap="square" anchor="ctr">
            <a:noAutofit/>
          </a:bodyPr>
          <a:lstStyle>
            <a:lvl1pPr marL="0" indent="0" algn="ctr">
              <a:buNone/>
              <a:defRPr b="1">
                <a:solidFill>
                  <a:schemeClr val="bg1"/>
                </a:solidFill>
              </a:defRPr>
            </a:lvl1pPr>
          </a:lstStyle>
          <a:p>
            <a:pPr lvl="0"/>
            <a:r>
              <a:rPr lang="en-US" dirty="0"/>
              <a:t>4</a:t>
            </a:r>
          </a:p>
        </p:txBody>
      </p:sp>
      <p:pic>
        <p:nvPicPr>
          <p:cNvPr id="2" name="Picture 1">
            <a:extLst>
              <a:ext uri="{FF2B5EF4-FFF2-40B4-BE49-F238E27FC236}">
                <a16:creationId xmlns:a16="http://schemas.microsoft.com/office/drawing/2014/main" id="{E2039D5F-66C2-E983-EB0C-19CE8E26390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4" name="Title 3">
            <a:extLst>
              <a:ext uri="{FF2B5EF4-FFF2-40B4-BE49-F238E27FC236}">
                <a16:creationId xmlns:a16="http://schemas.microsoft.com/office/drawing/2014/main" id="{A29DF424-AE50-5C9D-4DAD-B1E37035A0BB}"/>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5" name="Slide Number Placeholder 3">
            <a:extLst>
              <a:ext uri="{FF2B5EF4-FFF2-40B4-BE49-F238E27FC236}">
                <a16:creationId xmlns:a16="http://schemas.microsoft.com/office/drawing/2014/main" id="{AC8F5610-9A24-1E2B-7CE7-DE1E111F663F}"/>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Tree>
    <p:extLst>
      <p:ext uri="{BB962C8B-B14F-4D97-AF65-F5344CB8AC3E}">
        <p14:creationId xmlns:p14="http://schemas.microsoft.com/office/powerpoint/2010/main" val="28579758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ght_3 Text Boxe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728791E8-A13D-1613-126E-6C75604225AD}"/>
              </a:ext>
            </a:extLst>
          </p:cNvPr>
          <p:cNvSpPr/>
          <p:nvPr userDrawn="1"/>
        </p:nvSpPr>
        <p:spPr>
          <a:xfrm>
            <a:off x="525463" y="1970138"/>
            <a:ext cx="3369643" cy="4279469"/>
          </a:xfrm>
          <a:prstGeom prst="roundRect">
            <a:avLst>
              <a:gd name="adj" fmla="val 3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bg1"/>
              </a:solidFill>
            </a:endParaRPr>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B8D7FC30-8404-4884-9107-569302CF603E}"/>
              </a:ext>
            </a:extLst>
          </p:cNvPr>
          <p:cNvSpPr>
            <a:spLocks noGrp="1"/>
          </p:cNvSpPr>
          <p:nvPr>
            <p:ph type="body" sz="quarter" idx="15" hasCustomPrompt="1"/>
          </p:nvPr>
        </p:nvSpPr>
        <p:spPr>
          <a:xfrm>
            <a:off x="525463" y="1296989"/>
            <a:ext cx="11155675" cy="507256"/>
          </a:xfrm>
          <a:prstGeom prst="rect">
            <a:avLst/>
          </a:prstGeom>
        </p:spPr>
        <p:txBody>
          <a:bodyPr/>
          <a:lstStyle>
            <a:lvl1pPr marL="0" indent="0">
              <a:buNone/>
              <a:defRPr sz="32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Heading Here</a:t>
            </a:r>
          </a:p>
        </p:txBody>
      </p:sp>
      <p:sp>
        <p:nvSpPr>
          <p:cNvPr id="2" name="Text Placeholder 17">
            <a:extLst>
              <a:ext uri="{FF2B5EF4-FFF2-40B4-BE49-F238E27FC236}">
                <a16:creationId xmlns:a16="http://schemas.microsoft.com/office/drawing/2014/main" id="{DACEB182-D2D5-AB2A-9A2C-AE854EB9272A}"/>
              </a:ext>
            </a:extLst>
          </p:cNvPr>
          <p:cNvSpPr>
            <a:spLocks noGrp="1"/>
          </p:cNvSpPr>
          <p:nvPr>
            <p:ph type="body" sz="quarter" idx="16" hasCustomPrompt="1"/>
          </p:nvPr>
        </p:nvSpPr>
        <p:spPr>
          <a:xfrm>
            <a:off x="725362" y="2232818"/>
            <a:ext cx="2967863" cy="920043"/>
          </a:xfrm>
          <a:prstGeom prst="rect">
            <a:avLst/>
          </a:prstGeom>
        </p:spPr>
        <p:txBody>
          <a:bodyPr/>
          <a:lstStyle>
            <a:lvl1pPr marL="0" indent="0">
              <a:buNone/>
              <a:defRPr b="1" i="0">
                <a:solidFill>
                  <a:schemeClr val="bg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4" name="Content Placeholder 17">
            <a:extLst>
              <a:ext uri="{FF2B5EF4-FFF2-40B4-BE49-F238E27FC236}">
                <a16:creationId xmlns:a16="http://schemas.microsoft.com/office/drawing/2014/main" id="{468B7479-9396-9762-9086-22BCCE57FEF4}"/>
              </a:ext>
            </a:extLst>
          </p:cNvPr>
          <p:cNvSpPr>
            <a:spLocks noGrp="1"/>
          </p:cNvSpPr>
          <p:nvPr>
            <p:ph sz="quarter" idx="17" hasCustomPrompt="1"/>
          </p:nvPr>
        </p:nvSpPr>
        <p:spPr>
          <a:xfrm>
            <a:off x="725362" y="3330990"/>
            <a:ext cx="2967863" cy="2743578"/>
          </a:xfrm>
          <a:prstGeom prst="rect">
            <a:avLst/>
          </a:prstGeom>
        </p:spPr>
        <p:txBody>
          <a:bodyPr/>
          <a:lstStyle>
            <a:lvl1pPr marL="0" indent="0">
              <a:buNone/>
              <a:defRPr sz="1800">
                <a:solidFill>
                  <a:schemeClr val="bg1"/>
                </a:solidFill>
              </a:defRPr>
            </a:lvl1pPr>
          </a:lstStyle>
          <a:p>
            <a:pPr lvl="0"/>
            <a:r>
              <a:rPr lang="en-US" dirty="0"/>
              <a:t>Insert Content Here</a:t>
            </a:r>
            <a:endParaRPr lang="en-VN" dirty="0"/>
          </a:p>
        </p:txBody>
      </p:sp>
      <p:sp>
        <p:nvSpPr>
          <p:cNvPr id="16" name="Rounded Rectangle 15">
            <a:extLst>
              <a:ext uri="{FF2B5EF4-FFF2-40B4-BE49-F238E27FC236}">
                <a16:creationId xmlns:a16="http://schemas.microsoft.com/office/drawing/2014/main" id="{83AD7E22-2171-9CFA-5DD3-D207AD28E42A}"/>
              </a:ext>
            </a:extLst>
          </p:cNvPr>
          <p:cNvSpPr/>
          <p:nvPr userDrawn="1"/>
        </p:nvSpPr>
        <p:spPr>
          <a:xfrm>
            <a:off x="4418479" y="1970138"/>
            <a:ext cx="3369643" cy="4279469"/>
          </a:xfrm>
          <a:prstGeom prst="roundRect">
            <a:avLst>
              <a:gd name="adj" fmla="val 3313"/>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bg1"/>
              </a:solidFill>
            </a:endParaRPr>
          </a:p>
        </p:txBody>
      </p:sp>
      <p:sp>
        <p:nvSpPr>
          <p:cNvPr id="17" name="Text Placeholder 17">
            <a:extLst>
              <a:ext uri="{FF2B5EF4-FFF2-40B4-BE49-F238E27FC236}">
                <a16:creationId xmlns:a16="http://schemas.microsoft.com/office/drawing/2014/main" id="{D93D8CBE-645C-01C9-6929-372CD3FC56A2}"/>
              </a:ext>
            </a:extLst>
          </p:cNvPr>
          <p:cNvSpPr>
            <a:spLocks noGrp="1"/>
          </p:cNvSpPr>
          <p:nvPr>
            <p:ph type="body" sz="quarter" idx="18" hasCustomPrompt="1"/>
          </p:nvPr>
        </p:nvSpPr>
        <p:spPr>
          <a:xfrm>
            <a:off x="4618378" y="2232818"/>
            <a:ext cx="2967863" cy="920043"/>
          </a:xfrm>
          <a:prstGeom prst="rect">
            <a:avLst/>
          </a:prstGeom>
        </p:spPr>
        <p:txBody>
          <a:bodyPr/>
          <a:lstStyle>
            <a:lvl1pPr marL="0" indent="0">
              <a:buNone/>
              <a:defRPr b="1" i="0">
                <a:solidFill>
                  <a:schemeClr val="bg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0" name="Content Placeholder 17">
            <a:extLst>
              <a:ext uri="{FF2B5EF4-FFF2-40B4-BE49-F238E27FC236}">
                <a16:creationId xmlns:a16="http://schemas.microsoft.com/office/drawing/2014/main" id="{B86F7C2C-1E1B-0399-35F7-2F573AE99055}"/>
              </a:ext>
            </a:extLst>
          </p:cNvPr>
          <p:cNvSpPr>
            <a:spLocks noGrp="1"/>
          </p:cNvSpPr>
          <p:nvPr>
            <p:ph sz="quarter" idx="19" hasCustomPrompt="1"/>
          </p:nvPr>
        </p:nvSpPr>
        <p:spPr>
          <a:xfrm>
            <a:off x="4618378" y="3330990"/>
            <a:ext cx="2967863" cy="2743578"/>
          </a:xfrm>
          <a:prstGeom prst="rect">
            <a:avLst/>
          </a:prstGeom>
        </p:spPr>
        <p:txBody>
          <a:bodyPr/>
          <a:lstStyle>
            <a:lvl1pPr marL="0" indent="0">
              <a:buNone/>
              <a:defRPr sz="1800">
                <a:solidFill>
                  <a:schemeClr val="bg1"/>
                </a:solidFill>
              </a:defRPr>
            </a:lvl1pPr>
          </a:lstStyle>
          <a:p>
            <a:pPr lvl="0"/>
            <a:r>
              <a:rPr lang="en-US" dirty="0"/>
              <a:t>Insert Content Here</a:t>
            </a:r>
            <a:endParaRPr lang="en-VN" dirty="0"/>
          </a:p>
        </p:txBody>
      </p:sp>
      <p:sp>
        <p:nvSpPr>
          <p:cNvPr id="21" name="Rounded Rectangle 20">
            <a:extLst>
              <a:ext uri="{FF2B5EF4-FFF2-40B4-BE49-F238E27FC236}">
                <a16:creationId xmlns:a16="http://schemas.microsoft.com/office/drawing/2014/main" id="{D0EFC88B-8D1C-CE23-511C-146BA5468E20}"/>
              </a:ext>
            </a:extLst>
          </p:cNvPr>
          <p:cNvSpPr/>
          <p:nvPr userDrawn="1"/>
        </p:nvSpPr>
        <p:spPr>
          <a:xfrm>
            <a:off x="8311495" y="1970138"/>
            <a:ext cx="3369643" cy="4279469"/>
          </a:xfrm>
          <a:prstGeom prst="roundRect">
            <a:avLst>
              <a:gd name="adj" fmla="val 3313"/>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bg1"/>
              </a:solidFill>
            </a:endParaRPr>
          </a:p>
        </p:txBody>
      </p:sp>
      <p:sp>
        <p:nvSpPr>
          <p:cNvPr id="22" name="Text Placeholder 17">
            <a:extLst>
              <a:ext uri="{FF2B5EF4-FFF2-40B4-BE49-F238E27FC236}">
                <a16:creationId xmlns:a16="http://schemas.microsoft.com/office/drawing/2014/main" id="{9DF8165C-EBFC-72F7-CCC9-83BA0068348B}"/>
              </a:ext>
            </a:extLst>
          </p:cNvPr>
          <p:cNvSpPr>
            <a:spLocks noGrp="1"/>
          </p:cNvSpPr>
          <p:nvPr>
            <p:ph type="body" sz="quarter" idx="20" hasCustomPrompt="1"/>
          </p:nvPr>
        </p:nvSpPr>
        <p:spPr>
          <a:xfrm>
            <a:off x="8511394" y="2232818"/>
            <a:ext cx="2967863" cy="920043"/>
          </a:xfrm>
          <a:prstGeom prst="rect">
            <a:avLst/>
          </a:prstGeom>
        </p:spPr>
        <p:txBody>
          <a:bodyPr/>
          <a:lstStyle>
            <a:lvl1pPr marL="0" indent="0">
              <a:buNone/>
              <a:defRPr b="1" i="0">
                <a:solidFill>
                  <a:schemeClr val="bg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3" name="Content Placeholder 17">
            <a:extLst>
              <a:ext uri="{FF2B5EF4-FFF2-40B4-BE49-F238E27FC236}">
                <a16:creationId xmlns:a16="http://schemas.microsoft.com/office/drawing/2014/main" id="{C5F0DB16-E645-7C74-7C32-23E8EE01AF0C}"/>
              </a:ext>
            </a:extLst>
          </p:cNvPr>
          <p:cNvSpPr>
            <a:spLocks noGrp="1"/>
          </p:cNvSpPr>
          <p:nvPr>
            <p:ph sz="quarter" idx="21" hasCustomPrompt="1"/>
          </p:nvPr>
        </p:nvSpPr>
        <p:spPr>
          <a:xfrm>
            <a:off x="8511394" y="3330990"/>
            <a:ext cx="2967863" cy="2743578"/>
          </a:xfrm>
          <a:prstGeom prst="rect">
            <a:avLst/>
          </a:prstGeom>
        </p:spPr>
        <p:txBody>
          <a:bodyPr/>
          <a:lstStyle>
            <a:lvl1pPr marL="0" indent="0">
              <a:buNone/>
              <a:defRPr sz="1800">
                <a:solidFill>
                  <a:schemeClr val="bg1"/>
                </a:solidFill>
              </a:defRPr>
            </a:lvl1pPr>
          </a:lstStyle>
          <a:p>
            <a:pPr lvl="0"/>
            <a:r>
              <a:rPr lang="en-US" dirty="0"/>
              <a:t>Insert Content Here</a:t>
            </a:r>
            <a:endParaRPr lang="en-VN" dirty="0"/>
          </a:p>
        </p:txBody>
      </p:sp>
      <p:pic>
        <p:nvPicPr>
          <p:cNvPr id="19" name="Picture 18">
            <a:extLst>
              <a:ext uri="{FF2B5EF4-FFF2-40B4-BE49-F238E27FC236}">
                <a16:creationId xmlns:a16="http://schemas.microsoft.com/office/drawing/2014/main" id="{78D36CCB-6F5C-37C5-06E8-1DFF3394D8D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24" name="Title 3">
            <a:extLst>
              <a:ext uri="{FF2B5EF4-FFF2-40B4-BE49-F238E27FC236}">
                <a16:creationId xmlns:a16="http://schemas.microsoft.com/office/drawing/2014/main" id="{7C03213E-58E4-6999-B579-6C4735A4D050}"/>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CFF37CB7-3B86-B689-B24E-37AB1447467E}"/>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42CFBAF4-9531-6AF1-F726-A79874670DAD}"/>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29031497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_4 Text Boxe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728791E8-A13D-1613-126E-6C75604225AD}"/>
              </a:ext>
            </a:extLst>
          </p:cNvPr>
          <p:cNvSpPr/>
          <p:nvPr userDrawn="1"/>
        </p:nvSpPr>
        <p:spPr>
          <a:xfrm>
            <a:off x="525464" y="1970138"/>
            <a:ext cx="2681376" cy="4279469"/>
          </a:xfrm>
          <a:prstGeom prst="roundRect">
            <a:avLst>
              <a:gd name="adj" fmla="val 3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bg1"/>
              </a:solidFill>
            </a:endParaRPr>
          </a:p>
        </p:txBody>
      </p:sp>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B8D7FC30-8404-4884-9107-569302CF603E}"/>
              </a:ext>
            </a:extLst>
          </p:cNvPr>
          <p:cNvSpPr>
            <a:spLocks noGrp="1"/>
          </p:cNvSpPr>
          <p:nvPr>
            <p:ph type="body" sz="quarter" idx="15" hasCustomPrompt="1"/>
          </p:nvPr>
        </p:nvSpPr>
        <p:spPr>
          <a:xfrm>
            <a:off x="525463" y="1296989"/>
            <a:ext cx="11155675" cy="507256"/>
          </a:xfrm>
          <a:prstGeom prst="rect">
            <a:avLst/>
          </a:prstGeom>
        </p:spPr>
        <p:txBody>
          <a:bodyPr/>
          <a:lstStyle>
            <a:lvl1pPr marL="0" indent="0">
              <a:buNone/>
              <a:defRPr sz="32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Heading Here</a:t>
            </a:r>
          </a:p>
        </p:txBody>
      </p:sp>
      <p:sp>
        <p:nvSpPr>
          <p:cNvPr id="2" name="Text Placeholder 17">
            <a:extLst>
              <a:ext uri="{FF2B5EF4-FFF2-40B4-BE49-F238E27FC236}">
                <a16:creationId xmlns:a16="http://schemas.microsoft.com/office/drawing/2014/main" id="{DACEB182-D2D5-AB2A-9A2C-AE854EB9272A}"/>
              </a:ext>
            </a:extLst>
          </p:cNvPr>
          <p:cNvSpPr>
            <a:spLocks noGrp="1"/>
          </p:cNvSpPr>
          <p:nvPr>
            <p:ph type="body" sz="quarter" idx="16" hasCustomPrompt="1"/>
          </p:nvPr>
        </p:nvSpPr>
        <p:spPr>
          <a:xfrm>
            <a:off x="725363" y="2232818"/>
            <a:ext cx="2300119" cy="920043"/>
          </a:xfrm>
          <a:prstGeom prst="rect">
            <a:avLst/>
          </a:prstGeom>
        </p:spPr>
        <p:txBody>
          <a:bodyPr/>
          <a:lstStyle>
            <a:lvl1pPr marL="0" indent="0">
              <a:buNone/>
              <a:defRPr b="1" i="0">
                <a:solidFill>
                  <a:schemeClr val="bg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4" name="Content Placeholder 17">
            <a:extLst>
              <a:ext uri="{FF2B5EF4-FFF2-40B4-BE49-F238E27FC236}">
                <a16:creationId xmlns:a16="http://schemas.microsoft.com/office/drawing/2014/main" id="{468B7479-9396-9762-9086-22BCCE57FEF4}"/>
              </a:ext>
            </a:extLst>
          </p:cNvPr>
          <p:cNvSpPr>
            <a:spLocks noGrp="1"/>
          </p:cNvSpPr>
          <p:nvPr>
            <p:ph sz="quarter" idx="17" hasCustomPrompt="1"/>
          </p:nvPr>
        </p:nvSpPr>
        <p:spPr>
          <a:xfrm>
            <a:off x="725363" y="3330990"/>
            <a:ext cx="2300119" cy="2743578"/>
          </a:xfrm>
          <a:prstGeom prst="rect">
            <a:avLst/>
          </a:prstGeom>
        </p:spPr>
        <p:txBody>
          <a:bodyPr/>
          <a:lstStyle>
            <a:lvl1pPr marL="0" indent="0">
              <a:buNone/>
              <a:defRPr sz="1800">
                <a:solidFill>
                  <a:schemeClr val="bg1"/>
                </a:solidFill>
              </a:defRPr>
            </a:lvl1pPr>
          </a:lstStyle>
          <a:p>
            <a:pPr lvl="0"/>
            <a:r>
              <a:rPr lang="en-US" dirty="0"/>
              <a:t>Insert Content Here</a:t>
            </a:r>
            <a:endParaRPr lang="en-VN" dirty="0"/>
          </a:p>
        </p:txBody>
      </p:sp>
      <p:sp>
        <p:nvSpPr>
          <p:cNvPr id="32" name="Rounded Rectangle 31">
            <a:extLst>
              <a:ext uri="{FF2B5EF4-FFF2-40B4-BE49-F238E27FC236}">
                <a16:creationId xmlns:a16="http://schemas.microsoft.com/office/drawing/2014/main" id="{AA5987A8-626D-9507-844E-4FCDEC4F4829}"/>
              </a:ext>
            </a:extLst>
          </p:cNvPr>
          <p:cNvSpPr/>
          <p:nvPr userDrawn="1"/>
        </p:nvSpPr>
        <p:spPr>
          <a:xfrm>
            <a:off x="3368102" y="1970138"/>
            <a:ext cx="2681376" cy="4279469"/>
          </a:xfrm>
          <a:prstGeom prst="roundRect">
            <a:avLst>
              <a:gd name="adj" fmla="val 3313"/>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bg1"/>
              </a:solidFill>
            </a:endParaRPr>
          </a:p>
        </p:txBody>
      </p:sp>
      <p:sp>
        <p:nvSpPr>
          <p:cNvPr id="33" name="Text Placeholder 17">
            <a:extLst>
              <a:ext uri="{FF2B5EF4-FFF2-40B4-BE49-F238E27FC236}">
                <a16:creationId xmlns:a16="http://schemas.microsoft.com/office/drawing/2014/main" id="{65C88D23-50AF-4659-B3BE-ACFA652D3128}"/>
              </a:ext>
            </a:extLst>
          </p:cNvPr>
          <p:cNvSpPr>
            <a:spLocks noGrp="1"/>
          </p:cNvSpPr>
          <p:nvPr>
            <p:ph type="body" sz="quarter" idx="18" hasCustomPrompt="1"/>
          </p:nvPr>
        </p:nvSpPr>
        <p:spPr>
          <a:xfrm>
            <a:off x="3568001" y="2232818"/>
            <a:ext cx="2300119" cy="920043"/>
          </a:xfrm>
          <a:prstGeom prst="rect">
            <a:avLst/>
          </a:prstGeom>
        </p:spPr>
        <p:txBody>
          <a:bodyPr/>
          <a:lstStyle>
            <a:lvl1pPr marL="0" indent="0">
              <a:buNone/>
              <a:defRPr b="1" i="0">
                <a:solidFill>
                  <a:schemeClr val="bg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34" name="Content Placeholder 17">
            <a:extLst>
              <a:ext uri="{FF2B5EF4-FFF2-40B4-BE49-F238E27FC236}">
                <a16:creationId xmlns:a16="http://schemas.microsoft.com/office/drawing/2014/main" id="{8B9CD09A-6A61-B2BB-3C25-2F58E822D134}"/>
              </a:ext>
            </a:extLst>
          </p:cNvPr>
          <p:cNvSpPr>
            <a:spLocks noGrp="1"/>
          </p:cNvSpPr>
          <p:nvPr>
            <p:ph sz="quarter" idx="19" hasCustomPrompt="1"/>
          </p:nvPr>
        </p:nvSpPr>
        <p:spPr>
          <a:xfrm>
            <a:off x="3568001" y="3330990"/>
            <a:ext cx="2300119" cy="2743578"/>
          </a:xfrm>
          <a:prstGeom prst="rect">
            <a:avLst/>
          </a:prstGeom>
        </p:spPr>
        <p:txBody>
          <a:bodyPr/>
          <a:lstStyle>
            <a:lvl1pPr marL="0" indent="0">
              <a:buNone/>
              <a:defRPr sz="1800">
                <a:solidFill>
                  <a:schemeClr val="bg1"/>
                </a:solidFill>
              </a:defRPr>
            </a:lvl1pPr>
          </a:lstStyle>
          <a:p>
            <a:pPr lvl="0"/>
            <a:r>
              <a:rPr lang="en-US" dirty="0"/>
              <a:t>Insert Content Here</a:t>
            </a:r>
            <a:endParaRPr lang="en-VN" dirty="0"/>
          </a:p>
        </p:txBody>
      </p:sp>
      <p:sp>
        <p:nvSpPr>
          <p:cNvPr id="35" name="Rounded Rectangle 34">
            <a:extLst>
              <a:ext uri="{FF2B5EF4-FFF2-40B4-BE49-F238E27FC236}">
                <a16:creationId xmlns:a16="http://schemas.microsoft.com/office/drawing/2014/main" id="{FFC48E58-80DE-352F-7580-F7BC3B199574}"/>
              </a:ext>
            </a:extLst>
          </p:cNvPr>
          <p:cNvSpPr/>
          <p:nvPr userDrawn="1"/>
        </p:nvSpPr>
        <p:spPr>
          <a:xfrm>
            <a:off x="6210740" y="1970138"/>
            <a:ext cx="2681376" cy="4279469"/>
          </a:xfrm>
          <a:prstGeom prst="roundRect">
            <a:avLst>
              <a:gd name="adj" fmla="val 3313"/>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bg1"/>
              </a:solidFill>
            </a:endParaRPr>
          </a:p>
        </p:txBody>
      </p:sp>
      <p:sp>
        <p:nvSpPr>
          <p:cNvPr id="36" name="Text Placeholder 17">
            <a:extLst>
              <a:ext uri="{FF2B5EF4-FFF2-40B4-BE49-F238E27FC236}">
                <a16:creationId xmlns:a16="http://schemas.microsoft.com/office/drawing/2014/main" id="{6B9422CF-D170-5BB5-551E-1D51BB9DC3BB}"/>
              </a:ext>
            </a:extLst>
          </p:cNvPr>
          <p:cNvSpPr>
            <a:spLocks noGrp="1"/>
          </p:cNvSpPr>
          <p:nvPr>
            <p:ph type="body" sz="quarter" idx="20" hasCustomPrompt="1"/>
          </p:nvPr>
        </p:nvSpPr>
        <p:spPr>
          <a:xfrm>
            <a:off x="6410639" y="2232818"/>
            <a:ext cx="2300119" cy="920043"/>
          </a:xfrm>
          <a:prstGeom prst="rect">
            <a:avLst/>
          </a:prstGeom>
        </p:spPr>
        <p:txBody>
          <a:bodyPr/>
          <a:lstStyle>
            <a:lvl1pPr marL="0" indent="0">
              <a:buNone/>
              <a:defRPr b="1" i="0">
                <a:solidFill>
                  <a:schemeClr val="bg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37" name="Content Placeholder 17">
            <a:extLst>
              <a:ext uri="{FF2B5EF4-FFF2-40B4-BE49-F238E27FC236}">
                <a16:creationId xmlns:a16="http://schemas.microsoft.com/office/drawing/2014/main" id="{42B94F1B-584E-94EA-B800-93E4ADB90A36}"/>
              </a:ext>
            </a:extLst>
          </p:cNvPr>
          <p:cNvSpPr>
            <a:spLocks noGrp="1"/>
          </p:cNvSpPr>
          <p:nvPr>
            <p:ph sz="quarter" idx="21" hasCustomPrompt="1"/>
          </p:nvPr>
        </p:nvSpPr>
        <p:spPr>
          <a:xfrm>
            <a:off x="6410639" y="3330990"/>
            <a:ext cx="2300119" cy="2743578"/>
          </a:xfrm>
          <a:prstGeom prst="rect">
            <a:avLst/>
          </a:prstGeom>
        </p:spPr>
        <p:txBody>
          <a:bodyPr/>
          <a:lstStyle>
            <a:lvl1pPr marL="0" indent="0">
              <a:buNone/>
              <a:defRPr sz="1800">
                <a:solidFill>
                  <a:schemeClr val="bg1"/>
                </a:solidFill>
              </a:defRPr>
            </a:lvl1pPr>
          </a:lstStyle>
          <a:p>
            <a:pPr lvl="0"/>
            <a:r>
              <a:rPr lang="en-US" dirty="0"/>
              <a:t>Insert Content Here</a:t>
            </a:r>
            <a:endParaRPr lang="en-VN" dirty="0"/>
          </a:p>
        </p:txBody>
      </p:sp>
      <p:sp>
        <p:nvSpPr>
          <p:cNvPr id="38" name="Rounded Rectangle 37">
            <a:extLst>
              <a:ext uri="{FF2B5EF4-FFF2-40B4-BE49-F238E27FC236}">
                <a16:creationId xmlns:a16="http://schemas.microsoft.com/office/drawing/2014/main" id="{87779473-9AB9-E451-6ADB-DA7ADE7C24C9}"/>
              </a:ext>
            </a:extLst>
          </p:cNvPr>
          <p:cNvSpPr/>
          <p:nvPr userDrawn="1"/>
        </p:nvSpPr>
        <p:spPr>
          <a:xfrm>
            <a:off x="9053378" y="1970138"/>
            <a:ext cx="2681376" cy="4279469"/>
          </a:xfrm>
          <a:prstGeom prst="roundRect">
            <a:avLst>
              <a:gd name="adj" fmla="val 3313"/>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bg1"/>
              </a:solidFill>
            </a:endParaRPr>
          </a:p>
        </p:txBody>
      </p:sp>
      <p:sp>
        <p:nvSpPr>
          <p:cNvPr id="39" name="Text Placeholder 17">
            <a:extLst>
              <a:ext uri="{FF2B5EF4-FFF2-40B4-BE49-F238E27FC236}">
                <a16:creationId xmlns:a16="http://schemas.microsoft.com/office/drawing/2014/main" id="{DD3A72FD-60B6-A79C-EE90-C634BF0FC3F5}"/>
              </a:ext>
            </a:extLst>
          </p:cNvPr>
          <p:cNvSpPr>
            <a:spLocks noGrp="1"/>
          </p:cNvSpPr>
          <p:nvPr>
            <p:ph type="body" sz="quarter" idx="22" hasCustomPrompt="1"/>
          </p:nvPr>
        </p:nvSpPr>
        <p:spPr>
          <a:xfrm>
            <a:off x="9253277" y="2232818"/>
            <a:ext cx="2300119" cy="920043"/>
          </a:xfrm>
          <a:prstGeom prst="rect">
            <a:avLst/>
          </a:prstGeom>
        </p:spPr>
        <p:txBody>
          <a:bodyPr/>
          <a:lstStyle>
            <a:lvl1pPr marL="0" indent="0">
              <a:buNone/>
              <a:defRPr b="1" i="0">
                <a:solidFill>
                  <a:schemeClr val="bg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40" name="Content Placeholder 17">
            <a:extLst>
              <a:ext uri="{FF2B5EF4-FFF2-40B4-BE49-F238E27FC236}">
                <a16:creationId xmlns:a16="http://schemas.microsoft.com/office/drawing/2014/main" id="{1166C567-ABC2-8421-11DF-946603676BE0}"/>
              </a:ext>
            </a:extLst>
          </p:cNvPr>
          <p:cNvSpPr>
            <a:spLocks noGrp="1"/>
          </p:cNvSpPr>
          <p:nvPr>
            <p:ph sz="quarter" idx="23" hasCustomPrompt="1"/>
          </p:nvPr>
        </p:nvSpPr>
        <p:spPr>
          <a:xfrm>
            <a:off x="9253277" y="3330990"/>
            <a:ext cx="2300119" cy="2743578"/>
          </a:xfrm>
          <a:prstGeom prst="rect">
            <a:avLst/>
          </a:prstGeom>
        </p:spPr>
        <p:txBody>
          <a:bodyPr/>
          <a:lstStyle>
            <a:lvl1pPr marL="0" indent="0">
              <a:buNone/>
              <a:defRPr sz="1800">
                <a:solidFill>
                  <a:schemeClr val="bg1"/>
                </a:solidFill>
              </a:defRPr>
            </a:lvl1pPr>
          </a:lstStyle>
          <a:p>
            <a:pPr lvl="0"/>
            <a:r>
              <a:rPr lang="en-US" dirty="0"/>
              <a:t>Insert Content Here</a:t>
            </a:r>
            <a:endParaRPr lang="en-VN" dirty="0"/>
          </a:p>
        </p:txBody>
      </p:sp>
      <p:pic>
        <p:nvPicPr>
          <p:cNvPr id="16" name="Picture 15">
            <a:extLst>
              <a:ext uri="{FF2B5EF4-FFF2-40B4-BE49-F238E27FC236}">
                <a16:creationId xmlns:a16="http://schemas.microsoft.com/office/drawing/2014/main" id="{78A1E6BA-CE51-C0E1-BA8E-4E97F4375C4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17" name="Title 3">
            <a:extLst>
              <a:ext uri="{FF2B5EF4-FFF2-40B4-BE49-F238E27FC236}">
                <a16:creationId xmlns:a16="http://schemas.microsoft.com/office/drawing/2014/main" id="{EB267DCC-6BA7-C81F-4CE0-5847D86FEB45}"/>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83476C8C-F5B9-F455-5849-AE7FF8FD6253}"/>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070A9440-FFE9-5066-2D66-3D8FAFFF5D08}"/>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4131374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_2 Columns">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9"/>
            <a:ext cx="4935176"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525465" y="2066926"/>
            <a:ext cx="4935174" cy="3509532"/>
          </a:xfrm>
          <a:prstGeom prst="rect">
            <a:avLst/>
          </a:prstGeom>
        </p:spPr>
        <p:txBody>
          <a:bodyPr/>
          <a:lstStyle>
            <a:lvl1pPr marL="0" indent="0">
              <a:buNone/>
              <a:defRPr sz="1800"/>
            </a:lvl1pPr>
          </a:lstStyle>
          <a:p>
            <a:pPr lvl="0"/>
            <a:r>
              <a:rPr lang="en-US" dirty="0"/>
              <a:t>Insert Content Here</a:t>
            </a:r>
            <a:endParaRPr lang="en-VN" dirty="0"/>
          </a:p>
        </p:txBody>
      </p:sp>
      <p:cxnSp>
        <p:nvCxnSpPr>
          <p:cNvPr id="32" name="Straight Connector 31">
            <a:extLst>
              <a:ext uri="{FF2B5EF4-FFF2-40B4-BE49-F238E27FC236}">
                <a16:creationId xmlns:a16="http://schemas.microsoft.com/office/drawing/2014/main" id="{2BED7DC2-76AB-149E-169B-638E82B69D21}"/>
              </a:ext>
            </a:extLst>
          </p:cNvPr>
          <p:cNvCxnSpPr/>
          <p:nvPr userDrawn="1"/>
        </p:nvCxnSpPr>
        <p:spPr>
          <a:xfrm>
            <a:off x="6096000"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6" name="Text Placeholder 17">
            <a:extLst>
              <a:ext uri="{FF2B5EF4-FFF2-40B4-BE49-F238E27FC236}">
                <a16:creationId xmlns:a16="http://schemas.microsoft.com/office/drawing/2014/main" id="{11A45035-5520-B283-FDAD-9AD7D3B2FED1}"/>
              </a:ext>
            </a:extLst>
          </p:cNvPr>
          <p:cNvSpPr>
            <a:spLocks noGrp="1"/>
          </p:cNvSpPr>
          <p:nvPr>
            <p:ph type="body" sz="quarter" idx="18" hasCustomPrompt="1"/>
          </p:nvPr>
        </p:nvSpPr>
        <p:spPr>
          <a:xfrm>
            <a:off x="6731360" y="1296989"/>
            <a:ext cx="4935176"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37" name="Content Placeholder 17">
            <a:extLst>
              <a:ext uri="{FF2B5EF4-FFF2-40B4-BE49-F238E27FC236}">
                <a16:creationId xmlns:a16="http://schemas.microsoft.com/office/drawing/2014/main" id="{771508A5-F6E8-37D0-C414-214BA7EF65C3}"/>
              </a:ext>
            </a:extLst>
          </p:cNvPr>
          <p:cNvSpPr>
            <a:spLocks noGrp="1"/>
          </p:cNvSpPr>
          <p:nvPr>
            <p:ph sz="quarter" idx="19" hasCustomPrompt="1"/>
          </p:nvPr>
        </p:nvSpPr>
        <p:spPr>
          <a:xfrm>
            <a:off x="6731361" y="2066926"/>
            <a:ext cx="4935174" cy="3509532"/>
          </a:xfrm>
          <a:prstGeom prst="rect">
            <a:avLst/>
          </a:prstGeom>
        </p:spPr>
        <p:txBody>
          <a:bodyPr/>
          <a:lstStyle>
            <a:lvl1pPr marL="0" indent="0">
              <a:buNone/>
              <a:defRPr sz="1800"/>
            </a:lvl1pPr>
          </a:lstStyle>
          <a:p>
            <a:pPr lvl="0"/>
            <a:r>
              <a:rPr lang="en-US" dirty="0"/>
              <a:t>Insert Content Here</a:t>
            </a:r>
            <a:endParaRPr lang="en-VN" dirty="0"/>
          </a:p>
        </p:txBody>
      </p:sp>
      <p:sp>
        <p:nvSpPr>
          <p:cNvPr id="41" name="Text Placeholder 40">
            <a:extLst>
              <a:ext uri="{FF2B5EF4-FFF2-40B4-BE49-F238E27FC236}">
                <a16:creationId xmlns:a16="http://schemas.microsoft.com/office/drawing/2014/main" id="{9B0E3C92-C6F1-B2D1-6CC0-B5F33FC28E97}"/>
              </a:ext>
            </a:extLst>
          </p:cNvPr>
          <p:cNvSpPr>
            <a:spLocks noGrp="1"/>
          </p:cNvSpPr>
          <p:nvPr>
            <p:ph type="body" sz="quarter" idx="22" hasCustomPrompt="1"/>
          </p:nvPr>
        </p:nvSpPr>
        <p:spPr>
          <a:xfrm>
            <a:off x="525463" y="5821363"/>
            <a:ext cx="4936074"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sp>
        <p:nvSpPr>
          <p:cNvPr id="42" name="Text Placeholder 40">
            <a:extLst>
              <a:ext uri="{FF2B5EF4-FFF2-40B4-BE49-F238E27FC236}">
                <a16:creationId xmlns:a16="http://schemas.microsoft.com/office/drawing/2014/main" id="{7DD73F62-D8D1-4184-EDBC-FFFD68720E86}"/>
              </a:ext>
            </a:extLst>
          </p:cNvPr>
          <p:cNvSpPr>
            <a:spLocks noGrp="1"/>
          </p:cNvSpPr>
          <p:nvPr>
            <p:ph type="body" sz="quarter" idx="23" hasCustomPrompt="1"/>
          </p:nvPr>
        </p:nvSpPr>
        <p:spPr>
          <a:xfrm>
            <a:off x="6731067" y="5821363"/>
            <a:ext cx="4936074"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pic>
        <p:nvPicPr>
          <p:cNvPr id="2" name="Picture 1">
            <a:extLst>
              <a:ext uri="{FF2B5EF4-FFF2-40B4-BE49-F238E27FC236}">
                <a16:creationId xmlns:a16="http://schemas.microsoft.com/office/drawing/2014/main" id="{89851F60-2FED-1A46-E59B-1363E62E0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4" name="Title 3">
            <a:extLst>
              <a:ext uri="{FF2B5EF4-FFF2-40B4-BE49-F238E27FC236}">
                <a16:creationId xmlns:a16="http://schemas.microsoft.com/office/drawing/2014/main" id="{F85D44D7-6032-2BAA-4233-A9DF76278DBA}"/>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FBAACBF4-BCF4-555B-44BA-14F192ED08E5}"/>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2DBDE856-4CE5-C4FF-4ABF-55DD9F71DF8F}"/>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23599183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ight_3 Columns">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9"/>
            <a:ext cx="3201404"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525465" y="2066926"/>
            <a:ext cx="3201403" cy="3509532"/>
          </a:xfrm>
          <a:prstGeom prst="rect">
            <a:avLst/>
          </a:prstGeom>
        </p:spPr>
        <p:txBody>
          <a:bodyPr/>
          <a:lstStyle>
            <a:lvl1pPr marL="0" indent="0">
              <a:buNone/>
              <a:defRPr sz="1800"/>
            </a:lvl1pPr>
          </a:lstStyle>
          <a:p>
            <a:pPr lvl="0"/>
            <a:r>
              <a:rPr lang="en-US" dirty="0"/>
              <a:t>Insert Content Here</a:t>
            </a:r>
            <a:endParaRPr lang="en-VN" dirty="0"/>
          </a:p>
        </p:txBody>
      </p:sp>
      <p:cxnSp>
        <p:nvCxnSpPr>
          <p:cNvPr id="32" name="Straight Connector 31">
            <a:extLst>
              <a:ext uri="{FF2B5EF4-FFF2-40B4-BE49-F238E27FC236}">
                <a16:creationId xmlns:a16="http://schemas.microsoft.com/office/drawing/2014/main" id="{2BED7DC2-76AB-149E-169B-638E82B69D21}"/>
              </a:ext>
            </a:extLst>
          </p:cNvPr>
          <p:cNvCxnSpPr/>
          <p:nvPr userDrawn="1"/>
        </p:nvCxnSpPr>
        <p:spPr>
          <a:xfrm>
            <a:off x="4135076"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C9B904E-5F5B-4FB7-1313-61BF4DABD08B}"/>
              </a:ext>
            </a:extLst>
          </p:cNvPr>
          <p:cNvCxnSpPr/>
          <p:nvPr userDrawn="1"/>
        </p:nvCxnSpPr>
        <p:spPr>
          <a:xfrm>
            <a:off x="8152895"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6" name="Text Placeholder 17">
            <a:extLst>
              <a:ext uri="{FF2B5EF4-FFF2-40B4-BE49-F238E27FC236}">
                <a16:creationId xmlns:a16="http://schemas.microsoft.com/office/drawing/2014/main" id="{11A45035-5520-B283-FDAD-9AD7D3B2FED1}"/>
              </a:ext>
            </a:extLst>
          </p:cNvPr>
          <p:cNvSpPr>
            <a:spLocks noGrp="1"/>
          </p:cNvSpPr>
          <p:nvPr>
            <p:ph type="body" sz="quarter" idx="18" hasCustomPrompt="1"/>
          </p:nvPr>
        </p:nvSpPr>
        <p:spPr>
          <a:xfrm>
            <a:off x="4543283" y="1296989"/>
            <a:ext cx="3201404"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37" name="Content Placeholder 17">
            <a:extLst>
              <a:ext uri="{FF2B5EF4-FFF2-40B4-BE49-F238E27FC236}">
                <a16:creationId xmlns:a16="http://schemas.microsoft.com/office/drawing/2014/main" id="{771508A5-F6E8-37D0-C414-214BA7EF65C3}"/>
              </a:ext>
            </a:extLst>
          </p:cNvPr>
          <p:cNvSpPr>
            <a:spLocks noGrp="1"/>
          </p:cNvSpPr>
          <p:nvPr>
            <p:ph sz="quarter" idx="19" hasCustomPrompt="1"/>
          </p:nvPr>
        </p:nvSpPr>
        <p:spPr>
          <a:xfrm>
            <a:off x="4543284" y="2066926"/>
            <a:ext cx="3201403" cy="3509532"/>
          </a:xfrm>
          <a:prstGeom prst="rect">
            <a:avLst/>
          </a:prstGeom>
        </p:spPr>
        <p:txBody>
          <a:bodyPr/>
          <a:lstStyle>
            <a:lvl1pPr marL="0" indent="0">
              <a:buNone/>
              <a:defRPr sz="1800"/>
            </a:lvl1pPr>
          </a:lstStyle>
          <a:p>
            <a:pPr lvl="0"/>
            <a:r>
              <a:rPr lang="en-US" dirty="0"/>
              <a:t>Insert Content Here</a:t>
            </a:r>
            <a:endParaRPr lang="en-VN" dirty="0"/>
          </a:p>
        </p:txBody>
      </p:sp>
      <p:sp>
        <p:nvSpPr>
          <p:cNvPr id="38" name="Text Placeholder 17">
            <a:extLst>
              <a:ext uri="{FF2B5EF4-FFF2-40B4-BE49-F238E27FC236}">
                <a16:creationId xmlns:a16="http://schemas.microsoft.com/office/drawing/2014/main" id="{69A1120F-CA6D-014A-2F49-6EFE4592E149}"/>
              </a:ext>
            </a:extLst>
          </p:cNvPr>
          <p:cNvSpPr>
            <a:spLocks noGrp="1"/>
          </p:cNvSpPr>
          <p:nvPr>
            <p:ph type="body" sz="quarter" idx="20" hasCustomPrompt="1"/>
          </p:nvPr>
        </p:nvSpPr>
        <p:spPr>
          <a:xfrm>
            <a:off x="8561102" y="1296989"/>
            <a:ext cx="3201404" cy="507256"/>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39" name="Content Placeholder 17">
            <a:extLst>
              <a:ext uri="{FF2B5EF4-FFF2-40B4-BE49-F238E27FC236}">
                <a16:creationId xmlns:a16="http://schemas.microsoft.com/office/drawing/2014/main" id="{8B3C1FCB-A254-560E-76AA-A1F612E30857}"/>
              </a:ext>
            </a:extLst>
          </p:cNvPr>
          <p:cNvSpPr>
            <a:spLocks noGrp="1"/>
          </p:cNvSpPr>
          <p:nvPr>
            <p:ph sz="quarter" idx="21" hasCustomPrompt="1"/>
          </p:nvPr>
        </p:nvSpPr>
        <p:spPr>
          <a:xfrm>
            <a:off x="8561102" y="2066926"/>
            <a:ext cx="3201403" cy="3509532"/>
          </a:xfrm>
          <a:prstGeom prst="rect">
            <a:avLst/>
          </a:prstGeom>
        </p:spPr>
        <p:txBody>
          <a:bodyPr/>
          <a:lstStyle>
            <a:lvl1pPr marL="0" indent="0">
              <a:buNone/>
              <a:defRPr sz="1800"/>
            </a:lvl1pPr>
          </a:lstStyle>
          <a:p>
            <a:pPr lvl="0"/>
            <a:r>
              <a:rPr lang="en-US" dirty="0"/>
              <a:t>Insert Content Here</a:t>
            </a:r>
            <a:endParaRPr lang="en-VN" dirty="0"/>
          </a:p>
        </p:txBody>
      </p:sp>
      <p:sp>
        <p:nvSpPr>
          <p:cNvPr id="41" name="Text Placeholder 40">
            <a:extLst>
              <a:ext uri="{FF2B5EF4-FFF2-40B4-BE49-F238E27FC236}">
                <a16:creationId xmlns:a16="http://schemas.microsoft.com/office/drawing/2014/main" id="{9B0E3C92-C6F1-B2D1-6CC0-B5F33FC28E97}"/>
              </a:ext>
            </a:extLst>
          </p:cNvPr>
          <p:cNvSpPr>
            <a:spLocks noGrp="1"/>
          </p:cNvSpPr>
          <p:nvPr>
            <p:ph type="body" sz="quarter" idx="22" hasCustomPrompt="1"/>
          </p:nvPr>
        </p:nvSpPr>
        <p:spPr>
          <a:xfrm>
            <a:off x="525463" y="5821363"/>
            <a:ext cx="3201987"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sp>
        <p:nvSpPr>
          <p:cNvPr id="42" name="Text Placeholder 40">
            <a:extLst>
              <a:ext uri="{FF2B5EF4-FFF2-40B4-BE49-F238E27FC236}">
                <a16:creationId xmlns:a16="http://schemas.microsoft.com/office/drawing/2014/main" id="{7DD73F62-D8D1-4184-EDBC-FFFD68720E86}"/>
              </a:ext>
            </a:extLst>
          </p:cNvPr>
          <p:cNvSpPr>
            <a:spLocks noGrp="1"/>
          </p:cNvSpPr>
          <p:nvPr>
            <p:ph type="body" sz="quarter" idx="23" hasCustomPrompt="1"/>
          </p:nvPr>
        </p:nvSpPr>
        <p:spPr>
          <a:xfrm>
            <a:off x="4542990" y="5821363"/>
            <a:ext cx="3201987"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sp>
        <p:nvSpPr>
          <p:cNvPr id="43" name="Text Placeholder 40">
            <a:extLst>
              <a:ext uri="{FF2B5EF4-FFF2-40B4-BE49-F238E27FC236}">
                <a16:creationId xmlns:a16="http://schemas.microsoft.com/office/drawing/2014/main" id="{84E8333A-E102-B090-1088-38CBC5F1C499}"/>
              </a:ext>
            </a:extLst>
          </p:cNvPr>
          <p:cNvSpPr>
            <a:spLocks noGrp="1"/>
          </p:cNvSpPr>
          <p:nvPr>
            <p:ph type="body" sz="quarter" idx="24" hasCustomPrompt="1"/>
          </p:nvPr>
        </p:nvSpPr>
        <p:spPr>
          <a:xfrm>
            <a:off x="8560518" y="5821363"/>
            <a:ext cx="3201987"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pic>
        <p:nvPicPr>
          <p:cNvPr id="2" name="Picture 1">
            <a:extLst>
              <a:ext uri="{FF2B5EF4-FFF2-40B4-BE49-F238E27FC236}">
                <a16:creationId xmlns:a16="http://schemas.microsoft.com/office/drawing/2014/main" id="{AC2C64BE-A9D6-3507-A9E2-CEA0661BEA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5" cy="958850"/>
          </a:xfrm>
          <a:prstGeom prst="rect">
            <a:avLst/>
          </a:prstGeom>
        </p:spPr>
      </p:pic>
      <p:sp>
        <p:nvSpPr>
          <p:cNvPr id="4" name="Title 3">
            <a:extLst>
              <a:ext uri="{FF2B5EF4-FFF2-40B4-BE49-F238E27FC236}">
                <a16:creationId xmlns:a16="http://schemas.microsoft.com/office/drawing/2014/main" id="{60416411-EE9C-DEBB-EF8D-F0B8A07EEADD}"/>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A19EF554-D1C1-39C3-7B7C-5ABF33E6F1AB}"/>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5363ECBF-34F6-8C0C-138D-6DA74BF46260}"/>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10027357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ight_4 Columns">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525466" y="1891129"/>
            <a:ext cx="2336488" cy="3685329"/>
          </a:xfrm>
          <a:prstGeom prst="rect">
            <a:avLst/>
          </a:prstGeom>
        </p:spPr>
        <p:txBody>
          <a:bodyPr/>
          <a:lstStyle>
            <a:lvl1pPr marL="0" indent="0">
              <a:buNone/>
              <a:defRPr sz="1800"/>
            </a:lvl1pPr>
          </a:lstStyle>
          <a:p>
            <a:pPr lvl="0"/>
            <a:r>
              <a:rPr lang="en-US" dirty="0"/>
              <a:t>Insert Content Here</a:t>
            </a:r>
            <a:endParaRPr lang="en-VN" dirty="0"/>
          </a:p>
        </p:txBody>
      </p:sp>
      <p:cxnSp>
        <p:nvCxnSpPr>
          <p:cNvPr id="32" name="Straight Connector 31">
            <a:extLst>
              <a:ext uri="{FF2B5EF4-FFF2-40B4-BE49-F238E27FC236}">
                <a16:creationId xmlns:a16="http://schemas.microsoft.com/office/drawing/2014/main" id="{2BED7DC2-76AB-149E-169B-638E82B69D21}"/>
              </a:ext>
            </a:extLst>
          </p:cNvPr>
          <p:cNvCxnSpPr/>
          <p:nvPr userDrawn="1"/>
        </p:nvCxnSpPr>
        <p:spPr>
          <a:xfrm>
            <a:off x="3176146"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C9B904E-5F5B-4FB7-1313-61BF4DABD08B}"/>
              </a:ext>
            </a:extLst>
          </p:cNvPr>
          <p:cNvCxnSpPr/>
          <p:nvPr userDrawn="1"/>
        </p:nvCxnSpPr>
        <p:spPr>
          <a:xfrm>
            <a:off x="6141018"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Text Placeholder 40">
            <a:extLst>
              <a:ext uri="{FF2B5EF4-FFF2-40B4-BE49-F238E27FC236}">
                <a16:creationId xmlns:a16="http://schemas.microsoft.com/office/drawing/2014/main" id="{9B0E3C92-C6F1-B2D1-6CC0-B5F33FC28E97}"/>
              </a:ext>
            </a:extLst>
          </p:cNvPr>
          <p:cNvSpPr>
            <a:spLocks noGrp="1"/>
          </p:cNvSpPr>
          <p:nvPr>
            <p:ph type="body" sz="quarter" idx="22" hasCustomPrompt="1"/>
          </p:nvPr>
        </p:nvSpPr>
        <p:spPr>
          <a:xfrm>
            <a:off x="525464" y="5821363"/>
            <a:ext cx="2336914"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cxnSp>
        <p:nvCxnSpPr>
          <p:cNvPr id="2" name="Straight Connector 1">
            <a:extLst>
              <a:ext uri="{FF2B5EF4-FFF2-40B4-BE49-F238E27FC236}">
                <a16:creationId xmlns:a16="http://schemas.microsoft.com/office/drawing/2014/main" id="{EDB0BCBF-511D-DFD7-D566-008BD35F1FC9}"/>
              </a:ext>
            </a:extLst>
          </p:cNvPr>
          <p:cNvCxnSpPr/>
          <p:nvPr userDrawn="1"/>
        </p:nvCxnSpPr>
        <p:spPr>
          <a:xfrm>
            <a:off x="9105890" y="1296989"/>
            <a:ext cx="0" cy="48894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17">
            <a:extLst>
              <a:ext uri="{FF2B5EF4-FFF2-40B4-BE49-F238E27FC236}">
                <a16:creationId xmlns:a16="http://schemas.microsoft.com/office/drawing/2014/main" id="{CB40C77F-546D-553A-E559-516E9D0FB8DA}"/>
              </a:ext>
            </a:extLst>
          </p:cNvPr>
          <p:cNvSpPr>
            <a:spLocks noGrp="1"/>
          </p:cNvSpPr>
          <p:nvPr>
            <p:ph sz="quarter" idx="23" hasCustomPrompt="1"/>
          </p:nvPr>
        </p:nvSpPr>
        <p:spPr>
          <a:xfrm>
            <a:off x="3490338" y="1891129"/>
            <a:ext cx="2336488" cy="3685329"/>
          </a:xfrm>
          <a:prstGeom prst="rect">
            <a:avLst/>
          </a:prstGeom>
        </p:spPr>
        <p:txBody>
          <a:bodyPr/>
          <a:lstStyle>
            <a:lvl1pPr marL="0" indent="0">
              <a:buNone/>
              <a:defRPr sz="1800"/>
            </a:lvl1pPr>
          </a:lstStyle>
          <a:p>
            <a:pPr lvl="0"/>
            <a:r>
              <a:rPr lang="en-US" dirty="0"/>
              <a:t>Insert Content Here</a:t>
            </a:r>
            <a:endParaRPr lang="en-VN" dirty="0"/>
          </a:p>
        </p:txBody>
      </p:sp>
      <p:sp>
        <p:nvSpPr>
          <p:cNvPr id="16" name="Content Placeholder 17">
            <a:extLst>
              <a:ext uri="{FF2B5EF4-FFF2-40B4-BE49-F238E27FC236}">
                <a16:creationId xmlns:a16="http://schemas.microsoft.com/office/drawing/2014/main" id="{7960E3A8-3245-0082-B8C1-F7185F834982}"/>
              </a:ext>
            </a:extLst>
          </p:cNvPr>
          <p:cNvSpPr>
            <a:spLocks noGrp="1"/>
          </p:cNvSpPr>
          <p:nvPr>
            <p:ph sz="quarter" idx="24" hasCustomPrompt="1"/>
          </p:nvPr>
        </p:nvSpPr>
        <p:spPr>
          <a:xfrm>
            <a:off x="6455210" y="1891129"/>
            <a:ext cx="2336488" cy="3685329"/>
          </a:xfrm>
          <a:prstGeom prst="rect">
            <a:avLst/>
          </a:prstGeom>
        </p:spPr>
        <p:txBody>
          <a:bodyPr/>
          <a:lstStyle>
            <a:lvl1pPr marL="0" indent="0">
              <a:buNone/>
              <a:defRPr sz="1800"/>
            </a:lvl1pPr>
          </a:lstStyle>
          <a:p>
            <a:pPr lvl="0"/>
            <a:r>
              <a:rPr lang="en-US" dirty="0"/>
              <a:t>Insert Content Here</a:t>
            </a:r>
            <a:endParaRPr lang="en-VN" dirty="0"/>
          </a:p>
        </p:txBody>
      </p:sp>
      <p:sp>
        <p:nvSpPr>
          <p:cNvPr id="17" name="Content Placeholder 17">
            <a:extLst>
              <a:ext uri="{FF2B5EF4-FFF2-40B4-BE49-F238E27FC236}">
                <a16:creationId xmlns:a16="http://schemas.microsoft.com/office/drawing/2014/main" id="{272E51E7-ACB2-E33A-A245-6B4E02D3A2A0}"/>
              </a:ext>
            </a:extLst>
          </p:cNvPr>
          <p:cNvSpPr>
            <a:spLocks noGrp="1"/>
          </p:cNvSpPr>
          <p:nvPr>
            <p:ph sz="quarter" idx="25" hasCustomPrompt="1"/>
          </p:nvPr>
        </p:nvSpPr>
        <p:spPr>
          <a:xfrm>
            <a:off x="9420085" y="1891129"/>
            <a:ext cx="2336488" cy="3685329"/>
          </a:xfrm>
          <a:prstGeom prst="rect">
            <a:avLst/>
          </a:prstGeom>
        </p:spPr>
        <p:txBody>
          <a:bodyPr/>
          <a:lstStyle>
            <a:lvl1pPr marL="0" indent="0">
              <a:buNone/>
              <a:defRPr sz="1800"/>
            </a:lvl1pPr>
          </a:lstStyle>
          <a:p>
            <a:pPr lvl="0"/>
            <a:r>
              <a:rPr lang="en-US" dirty="0"/>
              <a:t>Insert Content Here</a:t>
            </a:r>
            <a:endParaRPr lang="en-VN" dirty="0"/>
          </a:p>
        </p:txBody>
      </p:sp>
      <p:sp>
        <p:nvSpPr>
          <p:cNvPr id="19" name="Text Placeholder 17">
            <a:extLst>
              <a:ext uri="{FF2B5EF4-FFF2-40B4-BE49-F238E27FC236}">
                <a16:creationId xmlns:a16="http://schemas.microsoft.com/office/drawing/2014/main" id="{650DE883-044C-CCAC-DA75-24414351C8E5}"/>
              </a:ext>
            </a:extLst>
          </p:cNvPr>
          <p:cNvSpPr>
            <a:spLocks noGrp="1"/>
          </p:cNvSpPr>
          <p:nvPr>
            <p:ph type="body" sz="quarter" idx="26" hasCustomPrompt="1"/>
          </p:nvPr>
        </p:nvSpPr>
        <p:spPr>
          <a:xfrm>
            <a:off x="3470545"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0" name="Text Placeholder 17">
            <a:extLst>
              <a:ext uri="{FF2B5EF4-FFF2-40B4-BE49-F238E27FC236}">
                <a16:creationId xmlns:a16="http://schemas.microsoft.com/office/drawing/2014/main" id="{4C628426-8BA3-85BC-EA6A-418EB714BA33}"/>
              </a:ext>
            </a:extLst>
          </p:cNvPr>
          <p:cNvSpPr>
            <a:spLocks noGrp="1"/>
          </p:cNvSpPr>
          <p:nvPr>
            <p:ph type="body" sz="quarter" idx="27" hasCustomPrompt="1"/>
          </p:nvPr>
        </p:nvSpPr>
        <p:spPr>
          <a:xfrm>
            <a:off x="6451252"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1" name="Text Placeholder 17">
            <a:extLst>
              <a:ext uri="{FF2B5EF4-FFF2-40B4-BE49-F238E27FC236}">
                <a16:creationId xmlns:a16="http://schemas.microsoft.com/office/drawing/2014/main" id="{5A5ACC0C-A280-403A-DDE6-1AB2A143C527}"/>
              </a:ext>
            </a:extLst>
          </p:cNvPr>
          <p:cNvSpPr>
            <a:spLocks noGrp="1"/>
          </p:cNvSpPr>
          <p:nvPr>
            <p:ph type="body" sz="quarter" idx="28" hasCustomPrompt="1"/>
          </p:nvPr>
        </p:nvSpPr>
        <p:spPr>
          <a:xfrm>
            <a:off x="9420083" y="1296989"/>
            <a:ext cx="2336489" cy="365125"/>
          </a:xfrm>
          <a:prstGeom prst="rect">
            <a:avLst/>
          </a:prstGeom>
        </p:spPr>
        <p:txBody>
          <a:bodyPr/>
          <a:lstStyle>
            <a:lvl1pPr marL="0" indent="0">
              <a:buNone/>
              <a:defRPr sz="20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2" name="Text Placeholder 40">
            <a:extLst>
              <a:ext uri="{FF2B5EF4-FFF2-40B4-BE49-F238E27FC236}">
                <a16:creationId xmlns:a16="http://schemas.microsoft.com/office/drawing/2014/main" id="{4A460CC4-3D20-2636-DF17-50C8598CC183}"/>
              </a:ext>
            </a:extLst>
          </p:cNvPr>
          <p:cNvSpPr>
            <a:spLocks noGrp="1"/>
          </p:cNvSpPr>
          <p:nvPr>
            <p:ph type="body" sz="quarter" idx="29" hasCustomPrompt="1"/>
          </p:nvPr>
        </p:nvSpPr>
        <p:spPr>
          <a:xfrm>
            <a:off x="3470544" y="5821363"/>
            <a:ext cx="2336914"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sp>
        <p:nvSpPr>
          <p:cNvPr id="23" name="Text Placeholder 40">
            <a:extLst>
              <a:ext uri="{FF2B5EF4-FFF2-40B4-BE49-F238E27FC236}">
                <a16:creationId xmlns:a16="http://schemas.microsoft.com/office/drawing/2014/main" id="{044D8F02-86A0-9385-42F0-47E5BE44A932}"/>
              </a:ext>
            </a:extLst>
          </p:cNvPr>
          <p:cNvSpPr>
            <a:spLocks noGrp="1"/>
          </p:cNvSpPr>
          <p:nvPr>
            <p:ph type="body" sz="quarter" idx="30" hasCustomPrompt="1"/>
          </p:nvPr>
        </p:nvSpPr>
        <p:spPr>
          <a:xfrm>
            <a:off x="6451251" y="5821363"/>
            <a:ext cx="2336914"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sp>
        <p:nvSpPr>
          <p:cNvPr id="24" name="Text Placeholder 40">
            <a:extLst>
              <a:ext uri="{FF2B5EF4-FFF2-40B4-BE49-F238E27FC236}">
                <a16:creationId xmlns:a16="http://schemas.microsoft.com/office/drawing/2014/main" id="{EBB93CE2-BE01-EC6A-8CD4-78136C80B949}"/>
              </a:ext>
            </a:extLst>
          </p:cNvPr>
          <p:cNvSpPr>
            <a:spLocks noGrp="1"/>
          </p:cNvSpPr>
          <p:nvPr>
            <p:ph type="body" sz="quarter" idx="31" hasCustomPrompt="1"/>
          </p:nvPr>
        </p:nvSpPr>
        <p:spPr>
          <a:xfrm>
            <a:off x="9420082" y="5821363"/>
            <a:ext cx="2336914" cy="365125"/>
          </a:xfrm>
          <a:prstGeom prst="rect">
            <a:avLst/>
          </a:prstGeom>
        </p:spPr>
        <p:txBody>
          <a:bodyPr/>
          <a:lstStyle>
            <a:lvl1pPr marL="0" indent="0">
              <a:buNone/>
              <a:defRPr sz="1400">
                <a:solidFill>
                  <a:schemeClr val="bg1">
                    <a:lumMod val="50000"/>
                  </a:schemeClr>
                </a:solidFill>
              </a:defRPr>
            </a:lvl1pPr>
          </a:lstStyle>
          <a:p>
            <a:pPr lvl="0"/>
            <a:r>
              <a:rPr lang="en-US" dirty="0"/>
              <a:t>Optional Caption Here</a:t>
            </a:r>
            <a:endParaRPr lang="en-VN" dirty="0"/>
          </a:p>
        </p:txBody>
      </p:sp>
      <p:pic>
        <p:nvPicPr>
          <p:cNvPr id="25" name="Picture 24">
            <a:extLst>
              <a:ext uri="{FF2B5EF4-FFF2-40B4-BE49-F238E27FC236}">
                <a16:creationId xmlns:a16="http://schemas.microsoft.com/office/drawing/2014/main" id="{F9FC316E-23C1-4D94-1CA3-502EB7C8B7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26" name="Title 3">
            <a:extLst>
              <a:ext uri="{FF2B5EF4-FFF2-40B4-BE49-F238E27FC236}">
                <a16:creationId xmlns:a16="http://schemas.microsoft.com/office/drawing/2014/main" id="{31F83E7B-3111-7928-4D86-6FD39E208094}"/>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CA905B6F-9166-840C-8270-37CC765417AD}"/>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19E99759-8FC4-FA01-050A-8E050FEDA628}"/>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1295874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ight_4 Columns Stacke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525466" y="3794641"/>
            <a:ext cx="2565464" cy="2349920"/>
          </a:xfrm>
          <a:prstGeom prst="rect">
            <a:avLst/>
          </a:prstGeom>
        </p:spPr>
        <p:txBody>
          <a:bodyPr/>
          <a:lstStyle>
            <a:lvl1pPr marL="0" indent="0">
              <a:buNone/>
              <a:defRPr sz="1800"/>
            </a:lvl1pPr>
          </a:lstStyle>
          <a:p>
            <a:pPr lvl="0"/>
            <a:r>
              <a:rPr lang="en-US" dirty="0"/>
              <a:t>Insert Content Here</a:t>
            </a:r>
            <a:endParaRPr lang="en-VN" dirty="0"/>
          </a:p>
        </p:txBody>
      </p:sp>
      <p:sp>
        <p:nvSpPr>
          <p:cNvPr id="4" name="Content Placeholder 17">
            <a:extLst>
              <a:ext uri="{FF2B5EF4-FFF2-40B4-BE49-F238E27FC236}">
                <a16:creationId xmlns:a16="http://schemas.microsoft.com/office/drawing/2014/main" id="{CB40C77F-546D-553A-E559-516E9D0FB8DA}"/>
              </a:ext>
            </a:extLst>
          </p:cNvPr>
          <p:cNvSpPr>
            <a:spLocks noGrp="1"/>
          </p:cNvSpPr>
          <p:nvPr>
            <p:ph sz="quarter" idx="23" hasCustomPrompt="1"/>
          </p:nvPr>
        </p:nvSpPr>
        <p:spPr>
          <a:xfrm>
            <a:off x="3388869" y="3794641"/>
            <a:ext cx="2565464" cy="2349920"/>
          </a:xfrm>
          <a:prstGeom prst="rect">
            <a:avLst/>
          </a:prstGeom>
        </p:spPr>
        <p:txBody>
          <a:bodyPr/>
          <a:lstStyle>
            <a:lvl1pPr marL="0" indent="0">
              <a:buNone/>
              <a:defRPr sz="1800"/>
            </a:lvl1pPr>
          </a:lstStyle>
          <a:p>
            <a:pPr lvl="0"/>
            <a:r>
              <a:rPr lang="en-US" dirty="0"/>
              <a:t>Insert Content Here</a:t>
            </a:r>
            <a:endParaRPr lang="en-VN" dirty="0"/>
          </a:p>
        </p:txBody>
      </p:sp>
      <p:sp>
        <p:nvSpPr>
          <p:cNvPr id="16" name="Content Placeholder 17">
            <a:extLst>
              <a:ext uri="{FF2B5EF4-FFF2-40B4-BE49-F238E27FC236}">
                <a16:creationId xmlns:a16="http://schemas.microsoft.com/office/drawing/2014/main" id="{7960E3A8-3245-0082-B8C1-F7185F834982}"/>
              </a:ext>
            </a:extLst>
          </p:cNvPr>
          <p:cNvSpPr>
            <a:spLocks noGrp="1"/>
          </p:cNvSpPr>
          <p:nvPr>
            <p:ph sz="quarter" idx="24" hasCustomPrompt="1"/>
          </p:nvPr>
        </p:nvSpPr>
        <p:spPr>
          <a:xfrm>
            <a:off x="6252272" y="3794641"/>
            <a:ext cx="2565464" cy="2349920"/>
          </a:xfrm>
          <a:prstGeom prst="rect">
            <a:avLst/>
          </a:prstGeom>
        </p:spPr>
        <p:txBody>
          <a:bodyPr/>
          <a:lstStyle>
            <a:lvl1pPr marL="0" indent="0">
              <a:buNone/>
              <a:defRPr sz="1800"/>
            </a:lvl1pPr>
          </a:lstStyle>
          <a:p>
            <a:pPr lvl="0"/>
            <a:r>
              <a:rPr lang="en-US" dirty="0"/>
              <a:t>Insert Content Here</a:t>
            </a:r>
            <a:endParaRPr lang="en-VN" dirty="0"/>
          </a:p>
        </p:txBody>
      </p:sp>
      <p:sp>
        <p:nvSpPr>
          <p:cNvPr id="17" name="Content Placeholder 17">
            <a:extLst>
              <a:ext uri="{FF2B5EF4-FFF2-40B4-BE49-F238E27FC236}">
                <a16:creationId xmlns:a16="http://schemas.microsoft.com/office/drawing/2014/main" id="{272E51E7-ACB2-E33A-A245-6B4E02D3A2A0}"/>
              </a:ext>
            </a:extLst>
          </p:cNvPr>
          <p:cNvSpPr>
            <a:spLocks noGrp="1"/>
          </p:cNvSpPr>
          <p:nvPr>
            <p:ph sz="quarter" idx="25" hasCustomPrompt="1"/>
          </p:nvPr>
        </p:nvSpPr>
        <p:spPr>
          <a:xfrm>
            <a:off x="9115674" y="3794641"/>
            <a:ext cx="2565464" cy="2349920"/>
          </a:xfrm>
          <a:prstGeom prst="rect">
            <a:avLst/>
          </a:prstGeom>
        </p:spPr>
        <p:txBody>
          <a:bodyPr/>
          <a:lstStyle>
            <a:lvl1pPr marL="0" indent="0">
              <a:buNone/>
              <a:defRPr sz="1800"/>
            </a:lvl1pPr>
          </a:lstStyle>
          <a:p>
            <a:pPr lvl="0"/>
            <a:r>
              <a:rPr lang="en-US" dirty="0"/>
              <a:t>Insert Content Here</a:t>
            </a:r>
            <a:endParaRPr lang="en-VN" dirty="0"/>
          </a:p>
        </p:txBody>
      </p:sp>
      <p:sp>
        <p:nvSpPr>
          <p:cNvPr id="25" name="Text Placeholder 17">
            <a:extLst>
              <a:ext uri="{FF2B5EF4-FFF2-40B4-BE49-F238E27FC236}">
                <a16:creationId xmlns:a16="http://schemas.microsoft.com/office/drawing/2014/main" id="{BF138F4D-5604-E52A-C0CD-6277BC33DE18}"/>
              </a:ext>
            </a:extLst>
          </p:cNvPr>
          <p:cNvSpPr>
            <a:spLocks noGrp="1"/>
          </p:cNvSpPr>
          <p:nvPr>
            <p:ph type="body" sz="quarter" idx="15" hasCustomPrompt="1"/>
          </p:nvPr>
        </p:nvSpPr>
        <p:spPr>
          <a:xfrm>
            <a:off x="525463" y="1296989"/>
            <a:ext cx="11155675" cy="507256"/>
          </a:xfrm>
          <a:prstGeom prst="rect">
            <a:avLst/>
          </a:prstGeom>
        </p:spPr>
        <p:txBody>
          <a:bodyPr/>
          <a:lstStyle>
            <a:lvl1pPr marL="0" indent="0">
              <a:buNone/>
              <a:defRPr sz="3200"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Heading Here</a:t>
            </a:r>
          </a:p>
        </p:txBody>
      </p:sp>
      <p:sp>
        <p:nvSpPr>
          <p:cNvPr id="26" name="Text Placeholder 17">
            <a:extLst>
              <a:ext uri="{FF2B5EF4-FFF2-40B4-BE49-F238E27FC236}">
                <a16:creationId xmlns:a16="http://schemas.microsoft.com/office/drawing/2014/main" id="{A7063D67-05F5-E9BC-BB0E-DD2712C6DC76}"/>
              </a:ext>
            </a:extLst>
          </p:cNvPr>
          <p:cNvSpPr>
            <a:spLocks noGrp="1"/>
          </p:cNvSpPr>
          <p:nvPr>
            <p:ph type="body" sz="quarter" idx="16" hasCustomPrompt="1"/>
          </p:nvPr>
        </p:nvSpPr>
        <p:spPr>
          <a:xfrm>
            <a:off x="525463" y="2092855"/>
            <a:ext cx="11155675" cy="1413176"/>
          </a:xfrm>
          <a:prstGeom prst="rect">
            <a:avLst/>
          </a:prstGeom>
        </p:spPr>
        <p:txBody>
          <a:bodyPr/>
          <a:lstStyle>
            <a:lvl1pPr marL="0" indent="0">
              <a:buNone/>
              <a:defRPr sz="1600" b="0" i="0">
                <a:solidFill>
                  <a:schemeClr val="tx1"/>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pic>
        <p:nvPicPr>
          <p:cNvPr id="2" name="Picture 1">
            <a:extLst>
              <a:ext uri="{FF2B5EF4-FFF2-40B4-BE49-F238E27FC236}">
                <a16:creationId xmlns:a16="http://schemas.microsoft.com/office/drawing/2014/main" id="{E1FA4458-3F9E-8D7F-4376-B4A1A5404A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5" name="Title 3">
            <a:extLst>
              <a:ext uri="{FF2B5EF4-FFF2-40B4-BE49-F238E27FC236}">
                <a16:creationId xmlns:a16="http://schemas.microsoft.com/office/drawing/2014/main" id="{63E844CD-81B5-FC3F-4E5F-B3BBE48827F1}"/>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C5F7020E-5A47-8D7B-4150-005331BE0E78}"/>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2F252AC3-7D53-82C4-CCD6-94B82FECC1D4}"/>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34764622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ight_2 Rows">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8"/>
            <a:ext cx="2011670" cy="1201514"/>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2830782" y="1296987"/>
            <a:ext cx="8835751" cy="1935603"/>
          </a:xfrm>
          <a:prstGeom prst="rect">
            <a:avLst/>
          </a:prstGeom>
        </p:spPr>
        <p:txBody>
          <a:bodyPr/>
          <a:lstStyle>
            <a:lvl1pPr marL="0" indent="0">
              <a:buNone/>
              <a:defRPr sz="1800"/>
            </a:lvl1pPr>
          </a:lstStyle>
          <a:p>
            <a:pPr lvl="0"/>
            <a:r>
              <a:rPr lang="en-US" dirty="0"/>
              <a:t>Insert Content Here</a:t>
            </a:r>
            <a:endParaRPr lang="en-VN" dirty="0"/>
          </a:p>
        </p:txBody>
      </p:sp>
      <p:cxnSp>
        <p:nvCxnSpPr>
          <p:cNvPr id="32" name="Straight Connector 31">
            <a:extLst>
              <a:ext uri="{FF2B5EF4-FFF2-40B4-BE49-F238E27FC236}">
                <a16:creationId xmlns:a16="http://schemas.microsoft.com/office/drawing/2014/main" id="{2BED7DC2-76AB-149E-169B-638E82B69D21}"/>
              </a:ext>
            </a:extLst>
          </p:cNvPr>
          <p:cNvCxnSpPr>
            <a:cxnSpLocks/>
          </p:cNvCxnSpPr>
          <p:nvPr userDrawn="1"/>
        </p:nvCxnSpPr>
        <p:spPr>
          <a:xfrm flipH="1">
            <a:off x="525465" y="3647941"/>
            <a:ext cx="1114106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Content Placeholder 17">
            <a:extLst>
              <a:ext uri="{FF2B5EF4-FFF2-40B4-BE49-F238E27FC236}">
                <a16:creationId xmlns:a16="http://schemas.microsoft.com/office/drawing/2014/main" id="{683279F7-7FAD-DF6B-E822-DB923F8565A6}"/>
              </a:ext>
            </a:extLst>
          </p:cNvPr>
          <p:cNvSpPr>
            <a:spLocks noGrp="1"/>
          </p:cNvSpPr>
          <p:nvPr>
            <p:ph sz="quarter" idx="19" hasCustomPrompt="1"/>
          </p:nvPr>
        </p:nvSpPr>
        <p:spPr>
          <a:xfrm>
            <a:off x="2830782" y="4084521"/>
            <a:ext cx="8835751" cy="1935603"/>
          </a:xfrm>
          <a:prstGeom prst="rect">
            <a:avLst/>
          </a:prstGeom>
        </p:spPr>
        <p:txBody>
          <a:bodyPr/>
          <a:lstStyle>
            <a:lvl1pPr marL="0" indent="0">
              <a:buNone/>
              <a:defRPr sz="1800"/>
            </a:lvl1pPr>
          </a:lstStyle>
          <a:p>
            <a:pPr lvl="0"/>
            <a:r>
              <a:rPr lang="en-US" dirty="0"/>
              <a:t>Insert Content Here</a:t>
            </a:r>
            <a:endParaRPr lang="en-VN" dirty="0"/>
          </a:p>
        </p:txBody>
      </p:sp>
      <p:sp>
        <p:nvSpPr>
          <p:cNvPr id="19" name="Text Placeholder 40">
            <a:extLst>
              <a:ext uri="{FF2B5EF4-FFF2-40B4-BE49-F238E27FC236}">
                <a16:creationId xmlns:a16="http://schemas.microsoft.com/office/drawing/2014/main" id="{E4FBDA02-11B7-07A8-D0FF-D52FF87EE1DF}"/>
              </a:ext>
            </a:extLst>
          </p:cNvPr>
          <p:cNvSpPr>
            <a:spLocks noGrp="1"/>
          </p:cNvSpPr>
          <p:nvPr>
            <p:ph type="body" sz="quarter" idx="22" hasCustomPrompt="1"/>
          </p:nvPr>
        </p:nvSpPr>
        <p:spPr>
          <a:xfrm>
            <a:off x="525464" y="2698768"/>
            <a:ext cx="2011670" cy="548322"/>
          </a:xfrm>
          <a:prstGeom prst="rect">
            <a:avLst/>
          </a:prstGeom>
        </p:spPr>
        <p:txBody>
          <a:bodyPr/>
          <a:lstStyle>
            <a:lvl1pPr marL="0" indent="0">
              <a:buNone/>
              <a:defRPr sz="1400">
                <a:solidFill>
                  <a:schemeClr val="bg1">
                    <a:lumMod val="50000"/>
                  </a:schemeClr>
                </a:solidFill>
              </a:defRPr>
            </a:lvl1pPr>
          </a:lstStyle>
          <a:p>
            <a:pPr lvl="0"/>
            <a:r>
              <a:rPr lang="en-US" dirty="0"/>
              <a:t>Optional Subtitle Here</a:t>
            </a:r>
            <a:endParaRPr lang="en-VN" dirty="0"/>
          </a:p>
        </p:txBody>
      </p:sp>
      <p:sp>
        <p:nvSpPr>
          <p:cNvPr id="20" name="Text Placeholder 17">
            <a:extLst>
              <a:ext uri="{FF2B5EF4-FFF2-40B4-BE49-F238E27FC236}">
                <a16:creationId xmlns:a16="http://schemas.microsoft.com/office/drawing/2014/main" id="{20464899-F7FB-4852-5EBC-B89D9D935F13}"/>
              </a:ext>
            </a:extLst>
          </p:cNvPr>
          <p:cNvSpPr>
            <a:spLocks noGrp="1"/>
          </p:cNvSpPr>
          <p:nvPr>
            <p:ph type="body" sz="quarter" idx="23" hasCustomPrompt="1"/>
          </p:nvPr>
        </p:nvSpPr>
        <p:spPr>
          <a:xfrm>
            <a:off x="525465" y="4078825"/>
            <a:ext cx="2011670" cy="1201514"/>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21" name="Text Placeholder 40">
            <a:extLst>
              <a:ext uri="{FF2B5EF4-FFF2-40B4-BE49-F238E27FC236}">
                <a16:creationId xmlns:a16="http://schemas.microsoft.com/office/drawing/2014/main" id="{68B58503-CFF0-7611-500E-3B25C9324819}"/>
              </a:ext>
            </a:extLst>
          </p:cNvPr>
          <p:cNvSpPr>
            <a:spLocks noGrp="1"/>
          </p:cNvSpPr>
          <p:nvPr>
            <p:ph type="body" sz="quarter" idx="24" hasCustomPrompt="1"/>
          </p:nvPr>
        </p:nvSpPr>
        <p:spPr>
          <a:xfrm>
            <a:off x="525464" y="5480605"/>
            <a:ext cx="2011670" cy="548322"/>
          </a:xfrm>
          <a:prstGeom prst="rect">
            <a:avLst/>
          </a:prstGeom>
        </p:spPr>
        <p:txBody>
          <a:bodyPr/>
          <a:lstStyle>
            <a:lvl1pPr marL="0" indent="0">
              <a:buNone/>
              <a:defRPr sz="1400">
                <a:solidFill>
                  <a:schemeClr val="bg1">
                    <a:lumMod val="50000"/>
                  </a:schemeClr>
                </a:solidFill>
              </a:defRPr>
            </a:lvl1pPr>
          </a:lstStyle>
          <a:p>
            <a:pPr lvl="0"/>
            <a:r>
              <a:rPr lang="en-US" dirty="0"/>
              <a:t>Optional Subtitle Here</a:t>
            </a:r>
            <a:endParaRPr lang="en-VN" dirty="0"/>
          </a:p>
        </p:txBody>
      </p:sp>
      <p:pic>
        <p:nvPicPr>
          <p:cNvPr id="2" name="Picture 1">
            <a:extLst>
              <a:ext uri="{FF2B5EF4-FFF2-40B4-BE49-F238E27FC236}">
                <a16:creationId xmlns:a16="http://schemas.microsoft.com/office/drawing/2014/main" id="{C5F32A19-0C13-E518-CF5E-4127243D1A2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4" name="Title 3">
            <a:extLst>
              <a:ext uri="{FF2B5EF4-FFF2-40B4-BE49-F238E27FC236}">
                <a16:creationId xmlns:a16="http://schemas.microsoft.com/office/drawing/2014/main" id="{3CBDF7D2-6F49-BDD2-8B86-E50EF7F922E8}"/>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934AF66E-404A-FD25-4FE2-77C536446658}"/>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219600A7-07AC-3DA3-EC6E-A20E3793CA68}"/>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29847352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ght_3 Rows">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A3F9D6E4-1084-0D93-97FF-07D002D3A404}"/>
              </a:ext>
            </a:extLst>
          </p:cNvPr>
          <p:cNvSpPr>
            <a:spLocks noGrp="1"/>
          </p:cNvSpPr>
          <p:nvPr>
            <p:ph type="body" sz="quarter" idx="15" hasCustomPrompt="1"/>
          </p:nvPr>
        </p:nvSpPr>
        <p:spPr>
          <a:xfrm>
            <a:off x="525465" y="1296988"/>
            <a:ext cx="2011670" cy="1201514"/>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sp>
        <p:nvSpPr>
          <p:cNvPr id="18" name="Content Placeholder 17">
            <a:extLst>
              <a:ext uri="{FF2B5EF4-FFF2-40B4-BE49-F238E27FC236}">
                <a16:creationId xmlns:a16="http://schemas.microsoft.com/office/drawing/2014/main" id="{3E22DB00-9934-C4AC-4D06-84BE6ED41CDB}"/>
              </a:ext>
            </a:extLst>
          </p:cNvPr>
          <p:cNvSpPr>
            <a:spLocks noGrp="1"/>
          </p:cNvSpPr>
          <p:nvPr>
            <p:ph sz="quarter" idx="17" hasCustomPrompt="1"/>
          </p:nvPr>
        </p:nvSpPr>
        <p:spPr>
          <a:xfrm>
            <a:off x="2830782" y="1296988"/>
            <a:ext cx="8835751" cy="1201514"/>
          </a:xfrm>
          <a:prstGeom prst="rect">
            <a:avLst/>
          </a:prstGeom>
        </p:spPr>
        <p:txBody>
          <a:bodyPr/>
          <a:lstStyle>
            <a:lvl1pPr marL="0" indent="0">
              <a:buNone/>
              <a:defRPr sz="1800"/>
            </a:lvl1pPr>
          </a:lstStyle>
          <a:p>
            <a:pPr lvl="0"/>
            <a:r>
              <a:rPr lang="en-US" dirty="0"/>
              <a:t>Insert Content Here</a:t>
            </a:r>
            <a:endParaRPr lang="en-VN" dirty="0"/>
          </a:p>
        </p:txBody>
      </p:sp>
      <p:cxnSp>
        <p:nvCxnSpPr>
          <p:cNvPr id="32" name="Straight Connector 31">
            <a:extLst>
              <a:ext uri="{FF2B5EF4-FFF2-40B4-BE49-F238E27FC236}">
                <a16:creationId xmlns:a16="http://schemas.microsoft.com/office/drawing/2014/main" id="{2BED7DC2-76AB-149E-169B-638E82B69D21}"/>
              </a:ext>
            </a:extLst>
          </p:cNvPr>
          <p:cNvCxnSpPr>
            <a:cxnSpLocks/>
          </p:cNvCxnSpPr>
          <p:nvPr userDrawn="1"/>
        </p:nvCxnSpPr>
        <p:spPr>
          <a:xfrm flipH="1">
            <a:off x="525465" y="2816998"/>
            <a:ext cx="1114106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Content Placeholder 17">
            <a:extLst>
              <a:ext uri="{FF2B5EF4-FFF2-40B4-BE49-F238E27FC236}">
                <a16:creationId xmlns:a16="http://schemas.microsoft.com/office/drawing/2014/main" id="{683279F7-7FAD-DF6B-E822-DB923F8565A6}"/>
              </a:ext>
            </a:extLst>
          </p:cNvPr>
          <p:cNvSpPr>
            <a:spLocks noGrp="1"/>
          </p:cNvSpPr>
          <p:nvPr>
            <p:ph sz="quarter" idx="19" hasCustomPrompt="1"/>
          </p:nvPr>
        </p:nvSpPr>
        <p:spPr>
          <a:xfrm>
            <a:off x="2830782" y="3138341"/>
            <a:ext cx="8835751" cy="1195818"/>
          </a:xfrm>
          <a:prstGeom prst="rect">
            <a:avLst/>
          </a:prstGeom>
        </p:spPr>
        <p:txBody>
          <a:bodyPr/>
          <a:lstStyle>
            <a:lvl1pPr marL="0" indent="0">
              <a:buNone/>
              <a:defRPr sz="1800"/>
            </a:lvl1pPr>
          </a:lstStyle>
          <a:p>
            <a:pPr lvl="0"/>
            <a:r>
              <a:rPr lang="en-US" dirty="0"/>
              <a:t>Insert Content Here</a:t>
            </a:r>
            <a:endParaRPr lang="en-VN" dirty="0"/>
          </a:p>
        </p:txBody>
      </p:sp>
      <p:sp>
        <p:nvSpPr>
          <p:cNvPr id="20" name="Text Placeholder 17">
            <a:extLst>
              <a:ext uri="{FF2B5EF4-FFF2-40B4-BE49-F238E27FC236}">
                <a16:creationId xmlns:a16="http://schemas.microsoft.com/office/drawing/2014/main" id="{20464899-F7FB-4852-5EBC-B89D9D935F13}"/>
              </a:ext>
            </a:extLst>
          </p:cNvPr>
          <p:cNvSpPr>
            <a:spLocks noGrp="1"/>
          </p:cNvSpPr>
          <p:nvPr>
            <p:ph type="body" sz="quarter" idx="23" hasCustomPrompt="1"/>
          </p:nvPr>
        </p:nvSpPr>
        <p:spPr>
          <a:xfrm>
            <a:off x="525465" y="3135493"/>
            <a:ext cx="2011670" cy="1201514"/>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cxnSp>
        <p:nvCxnSpPr>
          <p:cNvPr id="2" name="Straight Connector 1">
            <a:extLst>
              <a:ext uri="{FF2B5EF4-FFF2-40B4-BE49-F238E27FC236}">
                <a16:creationId xmlns:a16="http://schemas.microsoft.com/office/drawing/2014/main" id="{AE85A9B0-64F1-3D11-7C1D-238C37F81352}"/>
              </a:ext>
            </a:extLst>
          </p:cNvPr>
          <p:cNvCxnSpPr>
            <a:cxnSpLocks/>
          </p:cNvCxnSpPr>
          <p:nvPr userDrawn="1"/>
        </p:nvCxnSpPr>
        <p:spPr>
          <a:xfrm flipH="1">
            <a:off x="525465" y="4655503"/>
            <a:ext cx="1114106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17">
            <a:extLst>
              <a:ext uri="{FF2B5EF4-FFF2-40B4-BE49-F238E27FC236}">
                <a16:creationId xmlns:a16="http://schemas.microsoft.com/office/drawing/2014/main" id="{CF7F2F74-F653-0F09-FE0E-76176E5D5D04}"/>
              </a:ext>
            </a:extLst>
          </p:cNvPr>
          <p:cNvSpPr>
            <a:spLocks noGrp="1"/>
          </p:cNvSpPr>
          <p:nvPr>
            <p:ph sz="quarter" idx="24" hasCustomPrompt="1"/>
          </p:nvPr>
        </p:nvSpPr>
        <p:spPr>
          <a:xfrm>
            <a:off x="2830782" y="4979695"/>
            <a:ext cx="8835751" cy="1195818"/>
          </a:xfrm>
          <a:prstGeom prst="rect">
            <a:avLst/>
          </a:prstGeom>
        </p:spPr>
        <p:txBody>
          <a:bodyPr/>
          <a:lstStyle>
            <a:lvl1pPr marL="0" indent="0">
              <a:buNone/>
              <a:defRPr sz="1800"/>
            </a:lvl1pPr>
          </a:lstStyle>
          <a:p>
            <a:pPr lvl="0"/>
            <a:r>
              <a:rPr lang="en-US" dirty="0"/>
              <a:t>Insert Content Here</a:t>
            </a:r>
            <a:endParaRPr lang="en-VN" dirty="0"/>
          </a:p>
        </p:txBody>
      </p:sp>
      <p:sp>
        <p:nvSpPr>
          <p:cNvPr id="16" name="Text Placeholder 17">
            <a:extLst>
              <a:ext uri="{FF2B5EF4-FFF2-40B4-BE49-F238E27FC236}">
                <a16:creationId xmlns:a16="http://schemas.microsoft.com/office/drawing/2014/main" id="{C0BBE84C-2A0F-42E5-6654-92E4C46711D2}"/>
              </a:ext>
            </a:extLst>
          </p:cNvPr>
          <p:cNvSpPr>
            <a:spLocks noGrp="1"/>
          </p:cNvSpPr>
          <p:nvPr>
            <p:ph type="body" sz="quarter" idx="25" hasCustomPrompt="1"/>
          </p:nvPr>
        </p:nvSpPr>
        <p:spPr>
          <a:xfrm>
            <a:off x="525465" y="4973998"/>
            <a:ext cx="2011670" cy="1201514"/>
          </a:xfrm>
          <a:prstGeom prst="rect">
            <a:avLst/>
          </a:prstGeom>
        </p:spPr>
        <p:txBody>
          <a:bodyPr/>
          <a:lstStyle>
            <a:lvl1pPr marL="0" indent="0">
              <a:buNone/>
              <a:defRPr b="1" i="0">
                <a:solidFill>
                  <a:schemeClr val="accent5"/>
                </a:solidFill>
              </a:defRPr>
            </a:lvl1pPr>
            <a:lvl2pPr marL="0" indent="0">
              <a:spcBef>
                <a:spcPts val="1200"/>
              </a:spcBef>
              <a:buNone/>
              <a:defRPr b="1"/>
            </a:lvl2pPr>
            <a:lvl3pPr marL="228600">
              <a:defRPr/>
            </a:lvl3pPr>
            <a:lvl4pPr marL="457200">
              <a:defRPr sz="1400"/>
            </a:lvl4pPr>
            <a:lvl5pPr marL="685800">
              <a:defRPr sz="1400"/>
            </a:lvl5pPr>
          </a:lstStyle>
          <a:p>
            <a:pPr lvl="0"/>
            <a:r>
              <a:rPr lang="en-US" dirty="0"/>
              <a:t>Insert Text Here</a:t>
            </a:r>
          </a:p>
        </p:txBody>
      </p:sp>
      <p:pic>
        <p:nvPicPr>
          <p:cNvPr id="19" name="Picture 18">
            <a:extLst>
              <a:ext uri="{FF2B5EF4-FFF2-40B4-BE49-F238E27FC236}">
                <a16:creationId xmlns:a16="http://schemas.microsoft.com/office/drawing/2014/main" id="{AA3171DD-34CE-C659-70AC-D5F8C3A474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21" name="Title 3">
            <a:extLst>
              <a:ext uri="{FF2B5EF4-FFF2-40B4-BE49-F238E27FC236}">
                <a16:creationId xmlns:a16="http://schemas.microsoft.com/office/drawing/2014/main" id="{1C520734-CDF9-31C4-EF5A-1C15F97F7852}"/>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2F9A3D80-1320-D0B0-7EFB-2B72431E466A}"/>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98F73E58-30FA-E30A-F04F-CBF55B2CE01E}"/>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16723729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ight_Organizational Chart">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0C19840-32F7-DE46-B2BC-767228E15B33}"/>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EC24A74-A217-A244-8E5E-725CBA69F673}"/>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FB2B6BA-9839-4346-8C17-5FEBDC196FD8}"/>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FB560BE9-4881-E640-B746-48E2960FB1D4}"/>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ADA3FBC9-F771-A94D-8F55-34A40C7DFEB7}"/>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4304818-7278-3045-AD37-3EACA5B19337}"/>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B5CC1C9-B1AF-DE46-B64D-05E162F783E3}"/>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 Diagonal Corner Rectangle 1">
            <a:extLst>
              <a:ext uri="{FF2B5EF4-FFF2-40B4-BE49-F238E27FC236}">
                <a16:creationId xmlns:a16="http://schemas.microsoft.com/office/drawing/2014/main" id="{3E1FFD64-7FE0-BC75-62BC-E2B0CE22F675}"/>
              </a:ext>
            </a:extLst>
          </p:cNvPr>
          <p:cNvSpPr/>
          <p:nvPr/>
        </p:nvSpPr>
        <p:spPr>
          <a:xfrm>
            <a:off x="4961919" y="1606660"/>
            <a:ext cx="2075489" cy="778903"/>
          </a:xfrm>
          <a:prstGeom prst="roundRect">
            <a:avLst>
              <a:gd name="adj" fmla="val 80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cxnSp>
        <p:nvCxnSpPr>
          <p:cNvPr id="58" name="Straight Connector 57">
            <a:extLst>
              <a:ext uri="{FF2B5EF4-FFF2-40B4-BE49-F238E27FC236}">
                <a16:creationId xmlns:a16="http://schemas.microsoft.com/office/drawing/2014/main" id="{707907A8-68A2-6DC9-C930-1E2F726E5C1A}"/>
              </a:ext>
            </a:extLst>
          </p:cNvPr>
          <p:cNvCxnSpPr>
            <a:cxnSpLocks/>
          </p:cNvCxnSpPr>
          <p:nvPr userDrawn="1"/>
        </p:nvCxnSpPr>
        <p:spPr>
          <a:xfrm flipV="1">
            <a:off x="5078579" y="2824353"/>
            <a:ext cx="0" cy="397949"/>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C80BE52-043B-E32D-D45A-A7FBB6A618F4}"/>
              </a:ext>
            </a:extLst>
          </p:cNvPr>
          <p:cNvCxnSpPr>
            <a:cxnSpLocks/>
          </p:cNvCxnSpPr>
          <p:nvPr userDrawn="1"/>
        </p:nvCxnSpPr>
        <p:spPr>
          <a:xfrm flipV="1">
            <a:off x="2264259" y="2824353"/>
            <a:ext cx="0" cy="397949"/>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20BBC29-6B08-899D-67CD-33BEE68E6C9C}"/>
              </a:ext>
            </a:extLst>
          </p:cNvPr>
          <p:cNvCxnSpPr>
            <a:cxnSpLocks/>
          </p:cNvCxnSpPr>
          <p:nvPr userDrawn="1"/>
        </p:nvCxnSpPr>
        <p:spPr>
          <a:xfrm flipV="1">
            <a:off x="10770856" y="2824353"/>
            <a:ext cx="0" cy="397949"/>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C3F5C13-FBC1-5B0E-8F55-8D503C563106}"/>
              </a:ext>
            </a:extLst>
          </p:cNvPr>
          <p:cNvCxnSpPr>
            <a:cxnSpLocks/>
          </p:cNvCxnSpPr>
          <p:nvPr userDrawn="1"/>
        </p:nvCxnSpPr>
        <p:spPr>
          <a:xfrm flipV="1">
            <a:off x="7956536" y="2824353"/>
            <a:ext cx="0" cy="397949"/>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2C67592-16AD-218E-2987-7AD0A54086F3}"/>
              </a:ext>
            </a:extLst>
          </p:cNvPr>
          <p:cNvCxnSpPr>
            <a:cxnSpLocks/>
          </p:cNvCxnSpPr>
          <p:nvPr userDrawn="1"/>
        </p:nvCxnSpPr>
        <p:spPr>
          <a:xfrm flipV="1">
            <a:off x="6034263" y="2385564"/>
            <a:ext cx="0" cy="451668"/>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C7ECF8A-4558-607C-7EE8-70044AC9CD5D}"/>
              </a:ext>
            </a:extLst>
          </p:cNvPr>
          <p:cNvCxnSpPr>
            <a:cxnSpLocks/>
          </p:cNvCxnSpPr>
          <p:nvPr userDrawn="1"/>
        </p:nvCxnSpPr>
        <p:spPr>
          <a:xfrm>
            <a:off x="2262348" y="2824353"/>
            <a:ext cx="8520083" cy="0"/>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43F703B-6FE5-6AC5-D028-0588A8BD5263}"/>
              </a:ext>
            </a:extLst>
          </p:cNvPr>
          <p:cNvCxnSpPr>
            <a:cxnSpLocks/>
          </p:cNvCxnSpPr>
          <p:nvPr userDrawn="1"/>
        </p:nvCxnSpPr>
        <p:spPr>
          <a:xfrm flipV="1">
            <a:off x="5078579" y="4462832"/>
            <a:ext cx="0" cy="397949"/>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D51561D-2BA2-0E55-5156-3DB19BD1D25F}"/>
              </a:ext>
            </a:extLst>
          </p:cNvPr>
          <p:cNvCxnSpPr>
            <a:cxnSpLocks/>
          </p:cNvCxnSpPr>
          <p:nvPr userDrawn="1"/>
        </p:nvCxnSpPr>
        <p:spPr>
          <a:xfrm flipV="1">
            <a:off x="10770856" y="4462832"/>
            <a:ext cx="0" cy="397949"/>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386B631-909D-B846-3B6C-83FDEB20262C}"/>
              </a:ext>
            </a:extLst>
          </p:cNvPr>
          <p:cNvCxnSpPr>
            <a:cxnSpLocks/>
          </p:cNvCxnSpPr>
          <p:nvPr userDrawn="1"/>
        </p:nvCxnSpPr>
        <p:spPr>
          <a:xfrm flipV="1">
            <a:off x="7956536" y="4011164"/>
            <a:ext cx="0" cy="832698"/>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87A9BC3-EE66-E8FC-C302-85BFD06CAAFF}"/>
              </a:ext>
            </a:extLst>
          </p:cNvPr>
          <p:cNvCxnSpPr>
            <a:cxnSpLocks/>
          </p:cNvCxnSpPr>
          <p:nvPr userDrawn="1"/>
        </p:nvCxnSpPr>
        <p:spPr>
          <a:xfrm>
            <a:off x="5068419" y="4462832"/>
            <a:ext cx="5702437" cy="0"/>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EAD57B-19F3-82EB-7B5B-AF5B14C35BF2}"/>
              </a:ext>
            </a:extLst>
          </p:cNvPr>
          <p:cNvCxnSpPr>
            <a:cxnSpLocks/>
          </p:cNvCxnSpPr>
          <p:nvPr userDrawn="1"/>
        </p:nvCxnSpPr>
        <p:spPr>
          <a:xfrm flipV="1">
            <a:off x="2264259" y="4011164"/>
            <a:ext cx="0" cy="832698"/>
          </a:xfrm>
          <a:prstGeom prst="line">
            <a:avLst/>
          </a:prstGeom>
          <a:ln w="19050">
            <a:solidFill>
              <a:schemeClr val="tx1">
                <a:lumMod val="25000"/>
                <a:lumOff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F1AD4DAF-AA78-532E-AD99-839EB37B2693}"/>
              </a:ext>
            </a:extLst>
          </p:cNvPr>
          <p:cNvSpPr/>
          <p:nvPr userDrawn="1"/>
        </p:nvSpPr>
        <p:spPr>
          <a:xfrm>
            <a:off x="4464474" y="1493773"/>
            <a:ext cx="994890" cy="99488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7" name="Picture Placeholder 76">
            <a:extLst>
              <a:ext uri="{FF2B5EF4-FFF2-40B4-BE49-F238E27FC236}">
                <a16:creationId xmlns:a16="http://schemas.microsoft.com/office/drawing/2014/main" id="{A4FE0E58-817C-9A09-175F-EFD5C25FF850}"/>
              </a:ext>
            </a:extLst>
          </p:cNvPr>
          <p:cNvSpPr>
            <a:spLocks noGrp="1"/>
          </p:cNvSpPr>
          <p:nvPr>
            <p:ph type="pic" sz="quarter" idx="13"/>
          </p:nvPr>
        </p:nvSpPr>
        <p:spPr>
          <a:xfrm>
            <a:off x="4514526" y="1542997"/>
            <a:ext cx="894785" cy="894785"/>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600" b="1"/>
            </a:lvl1pPr>
          </a:lstStyle>
          <a:p>
            <a:endParaRPr lang="en-VN" dirty="0"/>
          </a:p>
        </p:txBody>
      </p:sp>
      <p:sp>
        <p:nvSpPr>
          <p:cNvPr id="79" name="Text Placeholder 78">
            <a:extLst>
              <a:ext uri="{FF2B5EF4-FFF2-40B4-BE49-F238E27FC236}">
                <a16:creationId xmlns:a16="http://schemas.microsoft.com/office/drawing/2014/main" id="{ABD5C2BF-20A9-8C5D-15A9-539082595E6C}"/>
              </a:ext>
            </a:extLst>
          </p:cNvPr>
          <p:cNvSpPr>
            <a:spLocks noGrp="1"/>
          </p:cNvSpPr>
          <p:nvPr>
            <p:ph type="body" sz="quarter" idx="14" hasCustomPrompt="1"/>
          </p:nvPr>
        </p:nvSpPr>
        <p:spPr>
          <a:xfrm>
            <a:off x="5480489" y="1748584"/>
            <a:ext cx="1400459" cy="566737"/>
          </a:xfrm>
          <a:prstGeom prst="rect">
            <a:avLst/>
          </a:prstGeom>
        </p:spPr>
        <p:txBody>
          <a:bodyPr/>
          <a:lstStyle>
            <a:lvl1pPr marL="0" indent="0">
              <a:buNone/>
              <a:defRPr sz="1400" b="1">
                <a:solidFill>
                  <a:schemeClr val="bg1"/>
                </a:solidFill>
              </a:defRPr>
            </a:lvl1pPr>
            <a:lvl2pPr marL="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80" name="Round Diagonal Corner Rectangle 1">
            <a:extLst>
              <a:ext uri="{FF2B5EF4-FFF2-40B4-BE49-F238E27FC236}">
                <a16:creationId xmlns:a16="http://schemas.microsoft.com/office/drawing/2014/main" id="{BD36152A-940B-E431-EB96-124E2CC8F4D9}"/>
              </a:ext>
            </a:extLst>
          </p:cNvPr>
          <p:cNvSpPr/>
          <p:nvPr userDrawn="1"/>
        </p:nvSpPr>
        <p:spPr>
          <a:xfrm>
            <a:off x="1121502" y="3255156"/>
            <a:ext cx="2075489"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81" name="Oval 80">
            <a:extLst>
              <a:ext uri="{FF2B5EF4-FFF2-40B4-BE49-F238E27FC236}">
                <a16:creationId xmlns:a16="http://schemas.microsoft.com/office/drawing/2014/main" id="{6D25EB14-3ED9-EB17-CCA3-62120D5CAAF8}"/>
              </a:ext>
            </a:extLst>
          </p:cNvPr>
          <p:cNvSpPr/>
          <p:nvPr userDrawn="1"/>
        </p:nvSpPr>
        <p:spPr>
          <a:xfrm>
            <a:off x="624057" y="3142269"/>
            <a:ext cx="994890" cy="99488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2" name="Picture Placeholder 81">
            <a:extLst>
              <a:ext uri="{FF2B5EF4-FFF2-40B4-BE49-F238E27FC236}">
                <a16:creationId xmlns:a16="http://schemas.microsoft.com/office/drawing/2014/main" id="{DEA747FD-646D-34DC-1B69-2745310C1AD6}"/>
              </a:ext>
            </a:extLst>
          </p:cNvPr>
          <p:cNvSpPr>
            <a:spLocks noGrp="1"/>
          </p:cNvSpPr>
          <p:nvPr>
            <p:ph type="pic" sz="quarter" idx="15"/>
          </p:nvPr>
        </p:nvSpPr>
        <p:spPr>
          <a:xfrm>
            <a:off x="674109" y="3191493"/>
            <a:ext cx="894785" cy="894785"/>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600" b="1"/>
            </a:lvl1pPr>
          </a:lstStyle>
          <a:p>
            <a:endParaRPr lang="en-VN" dirty="0"/>
          </a:p>
        </p:txBody>
      </p:sp>
      <p:sp>
        <p:nvSpPr>
          <p:cNvPr id="83" name="Text Placeholder 78">
            <a:extLst>
              <a:ext uri="{FF2B5EF4-FFF2-40B4-BE49-F238E27FC236}">
                <a16:creationId xmlns:a16="http://schemas.microsoft.com/office/drawing/2014/main" id="{80B8D0A0-8432-7FAA-9D3A-837B8AD05308}"/>
              </a:ext>
            </a:extLst>
          </p:cNvPr>
          <p:cNvSpPr>
            <a:spLocks noGrp="1"/>
          </p:cNvSpPr>
          <p:nvPr>
            <p:ph type="body" sz="quarter" idx="16" hasCustomPrompt="1"/>
          </p:nvPr>
        </p:nvSpPr>
        <p:spPr>
          <a:xfrm>
            <a:off x="1640072" y="3397080"/>
            <a:ext cx="1400459" cy="566737"/>
          </a:xfrm>
          <a:prstGeom prst="rect">
            <a:avLst/>
          </a:prstGeom>
        </p:spPr>
        <p:txBody>
          <a:bodyPr/>
          <a:lstStyle>
            <a:lvl1pPr marL="0" indent="0">
              <a:buNone/>
              <a:defRPr sz="1400" b="1">
                <a:solidFill>
                  <a:schemeClr val="accent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85" name="Round Diagonal Corner Rectangle 1">
            <a:extLst>
              <a:ext uri="{FF2B5EF4-FFF2-40B4-BE49-F238E27FC236}">
                <a16:creationId xmlns:a16="http://schemas.microsoft.com/office/drawing/2014/main" id="{E418E5D7-B024-A3DD-FB6F-8D7AB8A3B689}"/>
              </a:ext>
            </a:extLst>
          </p:cNvPr>
          <p:cNvSpPr/>
          <p:nvPr userDrawn="1"/>
        </p:nvSpPr>
        <p:spPr>
          <a:xfrm>
            <a:off x="3954854" y="3255156"/>
            <a:ext cx="2075489"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86" name="Oval 85">
            <a:extLst>
              <a:ext uri="{FF2B5EF4-FFF2-40B4-BE49-F238E27FC236}">
                <a16:creationId xmlns:a16="http://schemas.microsoft.com/office/drawing/2014/main" id="{2EB4AAAD-A1C4-B49E-2048-35BA3F23F5CE}"/>
              </a:ext>
            </a:extLst>
          </p:cNvPr>
          <p:cNvSpPr/>
          <p:nvPr userDrawn="1"/>
        </p:nvSpPr>
        <p:spPr>
          <a:xfrm>
            <a:off x="3457409" y="3142269"/>
            <a:ext cx="994890" cy="99488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7" name="Picture Placeholder 86">
            <a:extLst>
              <a:ext uri="{FF2B5EF4-FFF2-40B4-BE49-F238E27FC236}">
                <a16:creationId xmlns:a16="http://schemas.microsoft.com/office/drawing/2014/main" id="{ED969091-B14F-A806-C0D9-2796BB4F2C04}"/>
              </a:ext>
            </a:extLst>
          </p:cNvPr>
          <p:cNvSpPr>
            <a:spLocks noGrp="1"/>
          </p:cNvSpPr>
          <p:nvPr>
            <p:ph type="pic" sz="quarter" idx="17"/>
          </p:nvPr>
        </p:nvSpPr>
        <p:spPr>
          <a:xfrm>
            <a:off x="3507461" y="3191493"/>
            <a:ext cx="894785" cy="894785"/>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600" b="1"/>
            </a:lvl1pPr>
          </a:lstStyle>
          <a:p>
            <a:endParaRPr lang="en-VN" dirty="0"/>
          </a:p>
        </p:txBody>
      </p:sp>
      <p:sp>
        <p:nvSpPr>
          <p:cNvPr id="88" name="Text Placeholder 78">
            <a:extLst>
              <a:ext uri="{FF2B5EF4-FFF2-40B4-BE49-F238E27FC236}">
                <a16:creationId xmlns:a16="http://schemas.microsoft.com/office/drawing/2014/main" id="{CB915321-4383-C059-6601-8BD26BB1507F}"/>
              </a:ext>
            </a:extLst>
          </p:cNvPr>
          <p:cNvSpPr>
            <a:spLocks noGrp="1"/>
          </p:cNvSpPr>
          <p:nvPr>
            <p:ph type="body" sz="quarter" idx="18" hasCustomPrompt="1"/>
          </p:nvPr>
        </p:nvSpPr>
        <p:spPr>
          <a:xfrm>
            <a:off x="4473424" y="3397080"/>
            <a:ext cx="1400459" cy="566737"/>
          </a:xfrm>
          <a:prstGeom prst="rect">
            <a:avLst/>
          </a:prstGeom>
        </p:spPr>
        <p:txBody>
          <a:bodyPr/>
          <a:lstStyle>
            <a:lvl1pPr marL="0" indent="0">
              <a:buNone/>
              <a:defRPr sz="1400" b="1">
                <a:solidFill>
                  <a:schemeClr val="accent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90" name="Round Diagonal Corner Rectangle 1">
            <a:extLst>
              <a:ext uri="{FF2B5EF4-FFF2-40B4-BE49-F238E27FC236}">
                <a16:creationId xmlns:a16="http://schemas.microsoft.com/office/drawing/2014/main" id="{5560F083-17AA-A1B0-0D5B-EE1ABECFA3F0}"/>
              </a:ext>
            </a:extLst>
          </p:cNvPr>
          <p:cNvSpPr/>
          <p:nvPr userDrawn="1"/>
        </p:nvSpPr>
        <p:spPr>
          <a:xfrm>
            <a:off x="6788207" y="3255156"/>
            <a:ext cx="2075489"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91" name="Oval 90">
            <a:extLst>
              <a:ext uri="{FF2B5EF4-FFF2-40B4-BE49-F238E27FC236}">
                <a16:creationId xmlns:a16="http://schemas.microsoft.com/office/drawing/2014/main" id="{7420F0B3-35C8-2304-EE41-FBD3CA64F040}"/>
              </a:ext>
            </a:extLst>
          </p:cNvPr>
          <p:cNvSpPr/>
          <p:nvPr userDrawn="1"/>
        </p:nvSpPr>
        <p:spPr>
          <a:xfrm>
            <a:off x="6290762" y="3142269"/>
            <a:ext cx="994890" cy="99488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2" name="Picture Placeholder 91">
            <a:extLst>
              <a:ext uri="{FF2B5EF4-FFF2-40B4-BE49-F238E27FC236}">
                <a16:creationId xmlns:a16="http://schemas.microsoft.com/office/drawing/2014/main" id="{AC05E0DC-BDD6-13D1-3997-34D6A4AC89A5}"/>
              </a:ext>
            </a:extLst>
          </p:cNvPr>
          <p:cNvSpPr>
            <a:spLocks noGrp="1"/>
          </p:cNvSpPr>
          <p:nvPr>
            <p:ph type="pic" sz="quarter" idx="19"/>
          </p:nvPr>
        </p:nvSpPr>
        <p:spPr>
          <a:xfrm>
            <a:off x="6340814" y="3191493"/>
            <a:ext cx="894785" cy="894785"/>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600" b="1"/>
            </a:lvl1pPr>
          </a:lstStyle>
          <a:p>
            <a:endParaRPr lang="en-VN" dirty="0"/>
          </a:p>
        </p:txBody>
      </p:sp>
      <p:sp>
        <p:nvSpPr>
          <p:cNvPr id="93" name="Text Placeholder 78">
            <a:extLst>
              <a:ext uri="{FF2B5EF4-FFF2-40B4-BE49-F238E27FC236}">
                <a16:creationId xmlns:a16="http://schemas.microsoft.com/office/drawing/2014/main" id="{A4B24C30-2F7F-C1E9-11F5-FBF19D48690D}"/>
              </a:ext>
            </a:extLst>
          </p:cNvPr>
          <p:cNvSpPr>
            <a:spLocks noGrp="1"/>
          </p:cNvSpPr>
          <p:nvPr>
            <p:ph type="body" sz="quarter" idx="20" hasCustomPrompt="1"/>
          </p:nvPr>
        </p:nvSpPr>
        <p:spPr>
          <a:xfrm>
            <a:off x="7306777" y="3397080"/>
            <a:ext cx="1400459" cy="566737"/>
          </a:xfrm>
          <a:prstGeom prst="rect">
            <a:avLst/>
          </a:prstGeom>
        </p:spPr>
        <p:txBody>
          <a:bodyPr/>
          <a:lstStyle>
            <a:lvl1pPr marL="0" indent="0">
              <a:buNone/>
              <a:defRPr sz="1400" b="1">
                <a:solidFill>
                  <a:schemeClr val="accent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95" name="Round Diagonal Corner Rectangle 1">
            <a:extLst>
              <a:ext uri="{FF2B5EF4-FFF2-40B4-BE49-F238E27FC236}">
                <a16:creationId xmlns:a16="http://schemas.microsoft.com/office/drawing/2014/main" id="{9DE71CAA-EDA7-5838-A260-16469BCF746B}"/>
              </a:ext>
            </a:extLst>
          </p:cNvPr>
          <p:cNvSpPr/>
          <p:nvPr userDrawn="1"/>
        </p:nvSpPr>
        <p:spPr>
          <a:xfrm>
            <a:off x="9647317" y="3255156"/>
            <a:ext cx="2075489"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96" name="Oval 95">
            <a:extLst>
              <a:ext uri="{FF2B5EF4-FFF2-40B4-BE49-F238E27FC236}">
                <a16:creationId xmlns:a16="http://schemas.microsoft.com/office/drawing/2014/main" id="{B5985531-71FC-3F39-F304-6F499504839B}"/>
              </a:ext>
            </a:extLst>
          </p:cNvPr>
          <p:cNvSpPr/>
          <p:nvPr userDrawn="1"/>
        </p:nvSpPr>
        <p:spPr>
          <a:xfrm>
            <a:off x="9149872" y="3142269"/>
            <a:ext cx="994890" cy="99488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7" name="Picture Placeholder 96">
            <a:extLst>
              <a:ext uri="{FF2B5EF4-FFF2-40B4-BE49-F238E27FC236}">
                <a16:creationId xmlns:a16="http://schemas.microsoft.com/office/drawing/2014/main" id="{A98FA9C8-F24B-D7CE-0296-DA160F1A4443}"/>
              </a:ext>
            </a:extLst>
          </p:cNvPr>
          <p:cNvSpPr>
            <a:spLocks noGrp="1"/>
          </p:cNvSpPr>
          <p:nvPr>
            <p:ph type="pic" sz="quarter" idx="21"/>
          </p:nvPr>
        </p:nvSpPr>
        <p:spPr>
          <a:xfrm>
            <a:off x="9199924" y="3191493"/>
            <a:ext cx="894785" cy="894785"/>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600" b="1"/>
            </a:lvl1pPr>
          </a:lstStyle>
          <a:p>
            <a:endParaRPr lang="en-VN" dirty="0"/>
          </a:p>
        </p:txBody>
      </p:sp>
      <p:sp>
        <p:nvSpPr>
          <p:cNvPr id="98" name="Text Placeholder 78">
            <a:extLst>
              <a:ext uri="{FF2B5EF4-FFF2-40B4-BE49-F238E27FC236}">
                <a16:creationId xmlns:a16="http://schemas.microsoft.com/office/drawing/2014/main" id="{0AAFAA40-E099-D046-6892-4E6D6FC3FC93}"/>
              </a:ext>
            </a:extLst>
          </p:cNvPr>
          <p:cNvSpPr>
            <a:spLocks noGrp="1"/>
          </p:cNvSpPr>
          <p:nvPr>
            <p:ph type="body" sz="quarter" idx="22" hasCustomPrompt="1"/>
          </p:nvPr>
        </p:nvSpPr>
        <p:spPr>
          <a:xfrm>
            <a:off x="10165887" y="3397080"/>
            <a:ext cx="1400459" cy="566737"/>
          </a:xfrm>
          <a:prstGeom prst="rect">
            <a:avLst/>
          </a:prstGeom>
        </p:spPr>
        <p:txBody>
          <a:bodyPr/>
          <a:lstStyle>
            <a:lvl1pPr marL="0" indent="0">
              <a:buNone/>
              <a:defRPr sz="1400" b="1">
                <a:solidFill>
                  <a:schemeClr val="accent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99" name="Round Diagonal Corner Rectangle 1">
            <a:extLst>
              <a:ext uri="{FF2B5EF4-FFF2-40B4-BE49-F238E27FC236}">
                <a16:creationId xmlns:a16="http://schemas.microsoft.com/office/drawing/2014/main" id="{91A571BB-EFAA-38B3-5B0D-52E544BB5EDF}"/>
              </a:ext>
            </a:extLst>
          </p:cNvPr>
          <p:cNvSpPr/>
          <p:nvPr userDrawn="1"/>
        </p:nvSpPr>
        <p:spPr>
          <a:xfrm>
            <a:off x="1314606" y="4824843"/>
            <a:ext cx="1725925"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100" name="Oval 99">
            <a:extLst>
              <a:ext uri="{FF2B5EF4-FFF2-40B4-BE49-F238E27FC236}">
                <a16:creationId xmlns:a16="http://schemas.microsoft.com/office/drawing/2014/main" id="{FE027193-D5AA-8222-23A9-3D1E2C9A06E2}"/>
              </a:ext>
            </a:extLst>
          </p:cNvPr>
          <p:cNvSpPr/>
          <p:nvPr userDrawn="1"/>
        </p:nvSpPr>
        <p:spPr>
          <a:xfrm>
            <a:off x="887946" y="4782741"/>
            <a:ext cx="853320" cy="85331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1" name="Picture Placeholder 100">
            <a:extLst>
              <a:ext uri="{FF2B5EF4-FFF2-40B4-BE49-F238E27FC236}">
                <a16:creationId xmlns:a16="http://schemas.microsoft.com/office/drawing/2014/main" id="{756CBA18-C67C-2799-672D-B16C65C3D1D9}"/>
              </a:ext>
            </a:extLst>
          </p:cNvPr>
          <p:cNvSpPr>
            <a:spLocks noGrp="1"/>
          </p:cNvSpPr>
          <p:nvPr>
            <p:ph type="pic" sz="quarter" idx="23"/>
          </p:nvPr>
        </p:nvSpPr>
        <p:spPr>
          <a:xfrm>
            <a:off x="930876" y="4824844"/>
            <a:ext cx="767460" cy="767458"/>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200" b="1"/>
            </a:lvl1pPr>
          </a:lstStyle>
          <a:p>
            <a:endParaRPr lang="en-VN" dirty="0"/>
          </a:p>
        </p:txBody>
      </p:sp>
      <p:sp>
        <p:nvSpPr>
          <p:cNvPr id="102" name="Text Placeholder 78">
            <a:extLst>
              <a:ext uri="{FF2B5EF4-FFF2-40B4-BE49-F238E27FC236}">
                <a16:creationId xmlns:a16="http://schemas.microsoft.com/office/drawing/2014/main" id="{BF260D43-ABE1-68B1-E8A8-1CB9538B6886}"/>
              </a:ext>
            </a:extLst>
          </p:cNvPr>
          <p:cNvSpPr>
            <a:spLocks noGrp="1"/>
          </p:cNvSpPr>
          <p:nvPr>
            <p:ph type="body" sz="quarter" idx="24" hasCustomPrompt="1"/>
          </p:nvPr>
        </p:nvSpPr>
        <p:spPr>
          <a:xfrm>
            <a:off x="1756576" y="4966767"/>
            <a:ext cx="1283956" cy="566737"/>
          </a:xfrm>
          <a:prstGeom prst="rect">
            <a:avLst/>
          </a:prstGeom>
        </p:spPr>
        <p:txBody>
          <a:bodyPr/>
          <a:lstStyle>
            <a:lvl1pPr marL="0" indent="0">
              <a:buNone/>
              <a:defRPr sz="1400" b="1">
                <a:solidFill>
                  <a:schemeClr val="tx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103" name="Round Diagonal Corner Rectangle 1">
            <a:extLst>
              <a:ext uri="{FF2B5EF4-FFF2-40B4-BE49-F238E27FC236}">
                <a16:creationId xmlns:a16="http://schemas.microsoft.com/office/drawing/2014/main" id="{7D75CAF0-2813-28DB-F285-5B7371D23772}"/>
              </a:ext>
            </a:extLst>
          </p:cNvPr>
          <p:cNvSpPr/>
          <p:nvPr userDrawn="1"/>
        </p:nvSpPr>
        <p:spPr>
          <a:xfrm>
            <a:off x="4651572" y="4824843"/>
            <a:ext cx="1725925"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104" name="Oval 103">
            <a:extLst>
              <a:ext uri="{FF2B5EF4-FFF2-40B4-BE49-F238E27FC236}">
                <a16:creationId xmlns:a16="http://schemas.microsoft.com/office/drawing/2014/main" id="{10517B3C-BF15-717A-6B34-EEF6B5791AD0}"/>
              </a:ext>
            </a:extLst>
          </p:cNvPr>
          <p:cNvSpPr/>
          <p:nvPr userDrawn="1"/>
        </p:nvSpPr>
        <p:spPr>
          <a:xfrm>
            <a:off x="4224912" y="4782741"/>
            <a:ext cx="853320" cy="85331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5" name="Picture Placeholder 104">
            <a:extLst>
              <a:ext uri="{FF2B5EF4-FFF2-40B4-BE49-F238E27FC236}">
                <a16:creationId xmlns:a16="http://schemas.microsoft.com/office/drawing/2014/main" id="{3059394D-6DE8-9BF4-FE08-A93C3124A1A7}"/>
              </a:ext>
            </a:extLst>
          </p:cNvPr>
          <p:cNvSpPr>
            <a:spLocks noGrp="1"/>
          </p:cNvSpPr>
          <p:nvPr>
            <p:ph type="pic" sz="quarter" idx="25"/>
          </p:nvPr>
        </p:nvSpPr>
        <p:spPr>
          <a:xfrm>
            <a:off x="4267842" y="4824844"/>
            <a:ext cx="767460" cy="767458"/>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200" b="1"/>
            </a:lvl1pPr>
          </a:lstStyle>
          <a:p>
            <a:endParaRPr lang="en-VN" dirty="0"/>
          </a:p>
        </p:txBody>
      </p:sp>
      <p:sp>
        <p:nvSpPr>
          <p:cNvPr id="106" name="Text Placeholder 78">
            <a:extLst>
              <a:ext uri="{FF2B5EF4-FFF2-40B4-BE49-F238E27FC236}">
                <a16:creationId xmlns:a16="http://schemas.microsoft.com/office/drawing/2014/main" id="{DAF7341B-A55A-9DDE-9ADB-6FDF6AFA0047}"/>
              </a:ext>
            </a:extLst>
          </p:cNvPr>
          <p:cNvSpPr>
            <a:spLocks noGrp="1"/>
          </p:cNvSpPr>
          <p:nvPr>
            <p:ph type="body" sz="quarter" idx="26" hasCustomPrompt="1"/>
          </p:nvPr>
        </p:nvSpPr>
        <p:spPr>
          <a:xfrm>
            <a:off x="5093542" y="4966767"/>
            <a:ext cx="1283956" cy="566737"/>
          </a:xfrm>
          <a:prstGeom prst="rect">
            <a:avLst/>
          </a:prstGeom>
        </p:spPr>
        <p:txBody>
          <a:bodyPr/>
          <a:lstStyle>
            <a:lvl1pPr marL="0" indent="0">
              <a:buNone/>
              <a:defRPr sz="1400" b="1">
                <a:solidFill>
                  <a:schemeClr val="tx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107" name="Round Diagonal Corner Rectangle 1">
            <a:extLst>
              <a:ext uri="{FF2B5EF4-FFF2-40B4-BE49-F238E27FC236}">
                <a16:creationId xmlns:a16="http://schemas.microsoft.com/office/drawing/2014/main" id="{2D69EE5B-D4F9-B1ED-CA56-5DAC3BBE620D}"/>
              </a:ext>
            </a:extLst>
          </p:cNvPr>
          <p:cNvSpPr/>
          <p:nvPr userDrawn="1"/>
        </p:nvSpPr>
        <p:spPr>
          <a:xfrm>
            <a:off x="6991010" y="4824843"/>
            <a:ext cx="1725925"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108" name="Oval 107">
            <a:extLst>
              <a:ext uri="{FF2B5EF4-FFF2-40B4-BE49-F238E27FC236}">
                <a16:creationId xmlns:a16="http://schemas.microsoft.com/office/drawing/2014/main" id="{8855C261-3EDA-BFB0-C1E4-72DE85859B17}"/>
              </a:ext>
            </a:extLst>
          </p:cNvPr>
          <p:cNvSpPr/>
          <p:nvPr userDrawn="1"/>
        </p:nvSpPr>
        <p:spPr>
          <a:xfrm>
            <a:off x="6564350" y="4782741"/>
            <a:ext cx="853320" cy="85331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9" name="Picture Placeholder 108">
            <a:extLst>
              <a:ext uri="{FF2B5EF4-FFF2-40B4-BE49-F238E27FC236}">
                <a16:creationId xmlns:a16="http://schemas.microsoft.com/office/drawing/2014/main" id="{2F30C2E1-24D6-5580-CA0C-B00E253B4DB1}"/>
              </a:ext>
            </a:extLst>
          </p:cNvPr>
          <p:cNvSpPr>
            <a:spLocks noGrp="1"/>
          </p:cNvSpPr>
          <p:nvPr>
            <p:ph type="pic" sz="quarter" idx="27"/>
          </p:nvPr>
        </p:nvSpPr>
        <p:spPr>
          <a:xfrm>
            <a:off x="6607280" y="4824844"/>
            <a:ext cx="767460" cy="767458"/>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200" b="1"/>
            </a:lvl1pPr>
          </a:lstStyle>
          <a:p>
            <a:endParaRPr lang="en-VN" dirty="0"/>
          </a:p>
        </p:txBody>
      </p:sp>
      <p:sp>
        <p:nvSpPr>
          <p:cNvPr id="110" name="Text Placeholder 78">
            <a:extLst>
              <a:ext uri="{FF2B5EF4-FFF2-40B4-BE49-F238E27FC236}">
                <a16:creationId xmlns:a16="http://schemas.microsoft.com/office/drawing/2014/main" id="{D666F412-91F0-011E-046D-C30EF69E1EE0}"/>
              </a:ext>
            </a:extLst>
          </p:cNvPr>
          <p:cNvSpPr>
            <a:spLocks noGrp="1"/>
          </p:cNvSpPr>
          <p:nvPr>
            <p:ph type="body" sz="quarter" idx="28" hasCustomPrompt="1"/>
          </p:nvPr>
        </p:nvSpPr>
        <p:spPr>
          <a:xfrm>
            <a:off x="7432980" y="4966767"/>
            <a:ext cx="1283956" cy="566737"/>
          </a:xfrm>
          <a:prstGeom prst="rect">
            <a:avLst/>
          </a:prstGeom>
        </p:spPr>
        <p:txBody>
          <a:bodyPr/>
          <a:lstStyle>
            <a:lvl1pPr marL="0" indent="0">
              <a:buNone/>
              <a:defRPr sz="1400" b="1">
                <a:solidFill>
                  <a:schemeClr val="tx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sp>
        <p:nvSpPr>
          <p:cNvPr id="111" name="Round Diagonal Corner Rectangle 1">
            <a:extLst>
              <a:ext uri="{FF2B5EF4-FFF2-40B4-BE49-F238E27FC236}">
                <a16:creationId xmlns:a16="http://schemas.microsoft.com/office/drawing/2014/main" id="{EB9BBFBC-2763-1348-980C-DACBD042053F}"/>
              </a:ext>
            </a:extLst>
          </p:cNvPr>
          <p:cNvSpPr/>
          <p:nvPr userDrawn="1"/>
        </p:nvSpPr>
        <p:spPr>
          <a:xfrm>
            <a:off x="9318575" y="4824843"/>
            <a:ext cx="1725925" cy="778903"/>
          </a:xfrm>
          <a:prstGeom prst="roundRect">
            <a:avLst>
              <a:gd name="adj" fmla="val 8085"/>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p>
        </p:txBody>
      </p:sp>
      <p:sp>
        <p:nvSpPr>
          <p:cNvPr id="112" name="Oval 111">
            <a:extLst>
              <a:ext uri="{FF2B5EF4-FFF2-40B4-BE49-F238E27FC236}">
                <a16:creationId xmlns:a16="http://schemas.microsoft.com/office/drawing/2014/main" id="{CA52AD08-0A7C-406F-50A9-7E562890A380}"/>
              </a:ext>
            </a:extLst>
          </p:cNvPr>
          <p:cNvSpPr/>
          <p:nvPr userDrawn="1"/>
        </p:nvSpPr>
        <p:spPr>
          <a:xfrm>
            <a:off x="8891915" y="4782741"/>
            <a:ext cx="853320" cy="85331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3" name="Picture Placeholder 112">
            <a:extLst>
              <a:ext uri="{FF2B5EF4-FFF2-40B4-BE49-F238E27FC236}">
                <a16:creationId xmlns:a16="http://schemas.microsoft.com/office/drawing/2014/main" id="{443F37EA-468B-C109-E0F3-533D9A18D95F}"/>
              </a:ext>
            </a:extLst>
          </p:cNvPr>
          <p:cNvSpPr>
            <a:spLocks noGrp="1"/>
          </p:cNvSpPr>
          <p:nvPr>
            <p:ph type="pic" sz="quarter" idx="29"/>
          </p:nvPr>
        </p:nvSpPr>
        <p:spPr>
          <a:xfrm>
            <a:off x="8934845" y="4824844"/>
            <a:ext cx="767460" cy="767458"/>
          </a:xfrm>
          <a:custGeom>
            <a:avLst/>
            <a:gdLst>
              <a:gd name="connsiteX0" fmla="*/ 536124 w 1072248"/>
              <a:gd name="connsiteY0" fmla="*/ 0 h 1072248"/>
              <a:gd name="connsiteX1" fmla="*/ 1072248 w 1072248"/>
              <a:gd name="connsiteY1" fmla="*/ 536124 h 1072248"/>
              <a:gd name="connsiteX2" fmla="*/ 536124 w 1072248"/>
              <a:gd name="connsiteY2" fmla="*/ 1072248 h 1072248"/>
              <a:gd name="connsiteX3" fmla="*/ 0 w 1072248"/>
              <a:gd name="connsiteY3" fmla="*/ 536124 h 1072248"/>
              <a:gd name="connsiteX4" fmla="*/ 536124 w 1072248"/>
              <a:gd name="connsiteY4" fmla="*/ 0 h 1072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248" h="1072248">
                <a:moveTo>
                  <a:pt x="536124" y="0"/>
                </a:moveTo>
                <a:cubicBezTo>
                  <a:pt x="832217" y="0"/>
                  <a:pt x="1072248" y="240031"/>
                  <a:pt x="1072248" y="536124"/>
                </a:cubicBezTo>
                <a:cubicBezTo>
                  <a:pt x="1072248" y="832217"/>
                  <a:pt x="832217" y="1072248"/>
                  <a:pt x="536124" y="1072248"/>
                </a:cubicBezTo>
                <a:cubicBezTo>
                  <a:pt x="240031" y="1072248"/>
                  <a:pt x="0" y="832217"/>
                  <a:pt x="0" y="536124"/>
                </a:cubicBezTo>
                <a:cubicBezTo>
                  <a:pt x="0" y="240031"/>
                  <a:pt x="240031" y="0"/>
                  <a:pt x="536124" y="0"/>
                </a:cubicBezTo>
                <a:close/>
              </a:path>
            </a:pathLst>
          </a:custGeom>
          <a:solidFill>
            <a:schemeClr val="bg1"/>
          </a:solidFill>
        </p:spPr>
        <p:txBody>
          <a:bodyPr wrap="square" anchor="ctr">
            <a:noAutofit/>
          </a:bodyPr>
          <a:lstStyle>
            <a:lvl1pPr marL="0" indent="0" algn="ctr">
              <a:buNone/>
              <a:defRPr sz="1200" b="1"/>
            </a:lvl1pPr>
          </a:lstStyle>
          <a:p>
            <a:endParaRPr lang="en-VN" dirty="0"/>
          </a:p>
        </p:txBody>
      </p:sp>
      <p:sp>
        <p:nvSpPr>
          <p:cNvPr id="114" name="Text Placeholder 78">
            <a:extLst>
              <a:ext uri="{FF2B5EF4-FFF2-40B4-BE49-F238E27FC236}">
                <a16:creationId xmlns:a16="http://schemas.microsoft.com/office/drawing/2014/main" id="{3EDD8F6D-10D8-B2DD-1B82-886FC23209E6}"/>
              </a:ext>
            </a:extLst>
          </p:cNvPr>
          <p:cNvSpPr>
            <a:spLocks noGrp="1"/>
          </p:cNvSpPr>
          <p:nvPr>
            <p:ph type="body" sz="quarter" idx="30" hasCustomPrompt="1"/>
          </p:nvPr>
        </p:nvSpPr>
        <p:spPr>
          <a:xfrm>
            <a:off x="9760545" y="4966767"/>
            <a:ext cx="1283956" cy="566737"/>
          </a:xfrm>
          <a:prstGeom prst="rect">
            <a:avLst/>
          </a:prstGeom>
        </p:spPr>
        <p:txBody>
          <a:bodyPr/>
          <a:lstStyle>
            <a:lvl1pPr marL="0" indent="0">
              <a:buNone/>
              <a:defRPr sz="1400" b="1">
                <a:solidFill>
                  <a:schemeClr val="tx1"/>
                </a:solidFill>
              </a:defRPr>
            </a:lvl1pPr>
            <a:lvl2pPr marL="0" indent="0">
              <a:buNone/>
              <a:defRPr sz="1200" i="1">
                <a:solidFill>
                  <a:schemeClr val="tx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Insert Name</a:t>
            </a:r>
          </a:p>
          <a:p>
            <a:pPr lvl="1"/>
            <a:r>
              <a:rPr lang="en-US" dirty="0"/>
              <a:t>Insert Title</a:t>
            </a:r>
            <a:endParaRPr lang="en-VN" dirty="0"/>
          </a:p>
        </p:txBody>
      </p:sp>
      <p:pic>
        <p:nvPicPr>
          <p:cNvPr id="2" name="Picture 1">
            <a:extLst>
              <a:ext uri="{FF2B5EF4-FFF2-40B4-BE49-F238E27FC236}">
                <a16:creationId xmlns:a16="http://schemas.microsoft.com/office/drawing/2014/main" id="{1508E5B9-FDF7-D1F5-0E67-A0BF2D4E94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00" y="3175"/>
            <a:ext cx="12192000" cy="958850"/>
          </a:xfrm>
          <a:prstGeom prst="rect">
            <a:avLst/>
          </a:prstGeom>
        </p:spPr>
      </p:pic>
      <p:sp>
        <p:nvSpPr>
          <p:cNvPr id="5" name="Title 3">
            <a:extLst>
              <a:ext uri="{FF2B5EF4-FFF2-40B4-BE49-F238E27FC236}">
                <a16:creationId xmlns:a16="http://schemas.microsoft.com/office/drawing/2014/main" id="{4DF36B96-2705-F251-6C34-9B095B593328}"/>
              </a:ext>
            </a:extLst>
          </p:cNvPr>
          <p:cNvSpPr>
            <a:spLocks noGrp="1"/>
          </p:cNvSpPr>
          <p:nvPr>
            <p:ph type="title" hasCustomPrompt="1"/>
          </p:nvPr>
        </p:nvSpPr>
        <p:spPr>
          <a:xfrm>
            <a:off x="525780" y="190527"/>
            <a:ext cx="10515600" cy="711081"/>
          </a:xfrm>
        </p:spPr>
        <p:txBody>
          <a:bodyPr>
            <a:normAutofit/>
          </a:bodyPr>
          <a:lstStyle>
            <a:lvl1pPr algn="l">
              <a:defRPr sz="2800">
                <a:solidFill>
                  <a:schemeClr val="accent5"/>
                </a:solidFill>
                <a:latin typeface="+mj-lt"/>
              </a:defRPr>
            </a:lvl1pPr>
          </a:lstStyle>
          <a:p>
            <a:r>
              <a:rPr lang="en-US" dirty="0"/>
              <a:t>INSERT TITLE HERE</a:t>
            </a:r>
            <a:endParaRPr lang="en-VN" dirty="0"/>
          </a:p>
        </p:txBody>
      </p:sp>
      <p:sp>
        <p:nvSpPr>
          <p:cNvPr id="3" name="Slide Number Placeholder 3">
            <a:extLst>
              <a:ext uri="{FF2B5EF4-FFF2-40B4-BE49-F238E27FC236}">
                <a16:creationId xmlns:a16="http://schemas.microsoft.com/office/drawing/2014/main" id="{3F3DD903-409B-280B-2BA0-86FE827BCD86}"/>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14" name="Footer Placeholder 2">
            <a:extLst>
              <a:ext uri="{FF2B5EF4-FFF2-40B4-BE49-F238E27FC236}">
                <a16:creationId xmlns:a16="http://schemas.microsoft.com/office/drawing/2014/main" id="{10C6602A-E8B7-1CB8-016B-E29FC6712ADF}"/>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23098685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009A1E-0F7D-3DC1-CD15-AE44171D8A8F}"/>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rcRect l="37255" t="17231"/>
          <a:stretch/>
        </p:blipFill>
        <p:spPr>
          <a:xfrm>
            <a:off x="7315200" y="3641414"/>
            <a:ext cx="4876800" cy="3216586"/>
          </a:xfrm>
          <a:prstGeom prst="rect">
            <a:avLst/>
          </a:prstGeom>
        </p:spPr>
      </p:pic>
      <p:pic>
        <p:nvPicPr>
          <p:cNvPr id="5" name="Picture 4">
            <a:extLst>
              <a:ext uri="{FF2B5EF4-FFF2-40B4-BE49-F238E27FC236}">
                <a16:creationId xmlns:a16="http://schemas.microsoft.com/office/drawing/2014/main" id="{E873FA08-F3FB-8842-FEEF-D67CC5BC1216}"/>
              </a:ext>
            </a:extLst>
          </p:cNvPr>
          <p:cNvPicPr>
            <a:picLocks noChangeAspect="1"/>
          </p:cNvPicPr>
          <p:nvPr userDrawn="1"/>
        </p:nvPicPr>
        <p:blipFill>
          <a:blip r:embed="rId3" cstate="screen">
            <a:alphaModFix amt="30000"/>
            <a:extLst>
              <a:ext uri="{28A0092B-C50C-407E-A947-70E740481C1C}">
                <a14:useLocalDpi xmlns:a14="http://schemas.microsoft.com/office/drawing/2010/main"/>
              </a:ext>
            </a:extLst>
          </a:blip>
          <a:srcRect l="12096" r="12096"/>
          <a:stretch/>
        </p:blipFill>
        <p:spPr>
          <a:xfrm>
            <a:off x="0" y="-1035"/>
            <a:ext cx="4876800" cy="3216586"/>
          </a:xfrm>
          <a:prstGeom prst="rect">
            <a:avLst/>
          </a:prstGeom>
        </p:spPr>
      </p:pic>
      <p:pic>
        <p:nvPicPr>
          <p:cNvPr id="6" name="Google Shape;1394;p1">
            <a:extLst>
              <a:ext uri="{FF2B5EF4-FFF2-40B4-BE49-F238E27FC236}">
                <a16:creationId xmlns:a16="http://schemas.microsoft.com/office/drawing/2014/main" id="{DECCCDCB-CEC5-7161-0190-57B5A1976037}"/>
              </a:ext>
            </a:extLst>
          </p:cNvPr>
          <p:cNvPicPr preferRelativeResize="0"/>
          <p:nvPr userDrawn="1"/>
        </p:nvPicPr>
        <p:blipFill rotWithShape="1">
          <a:blip r:embed="rId4" cstate="screen">
            <a:extLst>
              <a:ext uri="{28A0092B-C50C-407E-A947-70E740481C1C}">
                <a14:useLocalDpi xmlns:a14="http://schemas.microsoft.com/office/drawing/2010/main"/>
              </a:ext>
            </a:extLst>
          </a:blip>
          <a:srcRect l="33620" t="33620" r="33620" b="33620"/>
          <a:stretch/>
        </p:blipFill>
        <p:spPr>
          <a:xfrm>
            <a:off x="11237579" y="190528"/>
            <a:ext cx="670494" cy="475899"/>
          </a:xfrm>
          <a:prstGeom prst="rect">
            <a:avLst/>
          </a:prstGeom>
          <a:noFill/>
          <a:ln>
            <a:noFill/>
          </a:ln>
        </p:spPr>
      </p:pic>
      <p:sp>
        <p:nvSpPr>
          <p:cNvPr id="7" name="Rounded Rectangle 6">
            <a:extLst>
              <a:ext uri="{FF2B5EF4-FFF2-40B4-BE49-F238E27FC236}">
                <a16:creationId xmlns:a16="http://schemas.microsoft.com/office/drawing/2014/main" id="{0A23207F-7F2B-6847-B1E2-6F312566FA50}"/>
              </a:ext>
            </a:extLst>
          </p:cNvPr>
          <p:cNvSpPr/>
          <p:nvPr userDrawn="1"/>
        </p:nvSpPr>
        <p:spPr>
          <a:xfrm>
            <a:off x="-426720" y="1118429"/>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92863A1F-56A7-4D4F-B1F1-56A6D63FE859}"/>
              </a:ext>
            </a:extLst>
          </p:cNvPr>
          <p:cNvSpPr/>
          <p:nvPr userDrawn="1"/>
        </p:nvSpPr>
        <p:spPr>
          <a:xfrm>
            <a:off x="-426720" y="1914296"/>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35EFEFDF-1FED-D24B-89C1-F137C46A7294}"/>
              </a:ext>
            </a:extLst>
          </p:cNvPr>
          <p:cNvSpPr/>
          <p:nvPr userDrawn="1"/>
        </p:nvSpPr>
        <p:spPr>
          <a:xfrm>
            <a:off x="-426720" y="2710163"/>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E58113C5-FBC8-2C4C-9C32-170C7AF3F218}"/>
              </a:ext>
            </a:extLst>
          </p:cNvPr>
          <p:cNvSpPr/>
          <p:nvPr userDrawn="1"/>
        </p:nvSpPr>
        <p:spPr>
          <a:xfrm>
            <a:off x="-426720" y="3506030"/>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2DD20727-BEC2-CA46-B768-7270590A7D3A}"/>
              </a:ext>
            </a:extLst>
          </p:cNvPr>
          <p:cNvSpPr/>
          <p:nvPr userDrawn="1"/>
        </p:nvSpPr>
        <p:spPr>
          <a:xfrm>
            <a:off x="-426720" y="4301897"/>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1D33F4F9-294B-9741-AEBE-A56B07736D0D}"/>
              </a:ext>
            </a:extLst>
          </p:cNvPr>
          <p:cNvSpPr/>
          <p:nvPr userDrawn="1"/>
        </p:nvSpPr>
        <p:spPr>
          <a:xfrm>
            <a:off x="-426720" y="5097764"/>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01D17853-9707-8E4D-B4BC-8AEEE936309A}"/>
              </a:ext>
            </a:extLst>
          </p:cNvPr>
          <p:cNvSpPr/>
          <p:nvPr userDrawn="1"/>
        </p:nvSpPr>
        <p:spPr>
          <a:xfrm>
            <a:off x="-426720" y="5893631"/>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3">
            <a:extLst>
              <a:ext uri="{FF2B5EF4-FFF2-40B4-BE49-F238E27FC236}">
                <a16:creationId xmlns:a16="http://schemas.microsoft.com/office/drawing/2014/main" id="{30A687C4-CFAB-9F91-AC2D-F13A384FA216}"/>
              </a:ext>
            </a:extLst>
          </p:cNvPr>
          <p:cNvSpPr>
            <a:spLocks noGrp="1"/>
          </p:cNvSpPr>
          <p:nvPr>
            <p:ph type="sldNum" sz="quarter" idx="12"/>
          </p:nvPr>
        </p:nvSpPr>
        <p:spPr>
          <a:xfrm>
            <a:off x="10330249" y="6415503"/>
            <a:ext cx="1577824" cy="251969"/>
          </a:xfrm>
          <a:prstGeom prst="rect">
            <a:avLst/>
          </a:prstGeom>
        </p:spPr>
        <p:txBody>
          <a:bodyPr/>
          <a:lstStyle>
            <a:lvl1pPr algn="r">
              <a:defRPr sz="1050">
                <a:solidFill>
                  <a:schemeClr val="accent6">
                    <a:lumMod val="60000"/>
                    <a:lumOff val="40000"/>
                  </a:schemeClr>
                </a:solidFill>
              </a:defRPr>
            </a:lvl1pPr>
          </a:lstStyle>
          <a:p>
            <a:r>
              <a:rPr lang="en-US"/>
              <a:t>fptsoftware.com | </a:t>
            </a:r>
            <a:fld id="{E012F146-47F9-A646-B182-8CC39B8AD32B}" type="slidenum">
              <a:rPr lang="x-none" smtClean="0"/>
              <a:pPr/>
              <a:t>‹#›</a:t>
            </a:fld>
            <a:endParaRPr lang="x-none"/>
          </a:p>
        </p:txBody>
      </p:sp>
      <p:sp>
        <p:nvSpPr>
          <p:cNvPr id="3" name="Footer Placeholder 2">
            <a:extLst>
              <a:ext uri="{FF2B5EF4-FFF2-40B4-BE49-F238E27FC236}">
                <a16:creationId xmlns:a16="http://schemas.microsoft.com/office/drawing/2014/main" id="{E9EAF736-4D3D-0FDA-3EB6-2BB63CE8A650}"/>
              </a:ext>
            </a:extLst>
          </p:cNvPr>
          <p:cNvSpPr txBox="1">
            <a:spLocks/>
          </p:cNvSpPr>
          <p:nvPr userDrawn="1"/>
        </p:nvSpPr>
        <p:spPr>
          <a:xfrm>
            <a:off x="525780" y="6415503"/>
            <a:ext cx="4114800" cy="251969"/>
          </a:xfrm>
          <a:prstGeom prst="rect">
            <a:avLst/>
          </a:prstGeom>
        </p:spPr>
        <p:txBody>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050" dirty="0">
                <a:solidFill>
                  <a:schemeClr val="accent6">
                    <a:lumMod val="60000"/>
                    <a:lumOff val="40000"/>
                  </a:schemeClr>
                </a:solidFill>
              </a:rPr>
              <a:t>© Copyright FPT</a:t>
            </a:r>
            <a:endParaRPr lang="x-none" sz="1050" dirty="0">
              <a:solidFill>
                <a:schemeClr val="accent6">
                  <a:lumMod val="60000"/>
                  <a:lumOff val="40000"/>
                </a:schemeClr>
              </a:solidFill>
            </a:endParaRPr>
          </a:p>
        </p:txBody>
      </p:sp>
    </p:spTree>
    <p:extLst>
      <p:ext uri="{BB962C8B-B14F-4D97-AF65-F5344CB8AC3E}">
        <p14:creationId xmlns:p14="http://schemas.microsoft.com/office/powerpoint/2010/main" val="39243935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9C98C-2252-4CCA-96B6-54A8A8C696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24413F-E602-4DB1-B150-905B633D41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EEBDF8-C994-404F-AF24-0DC0374270B4}"/>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5" name="Footer Placeholder 4">
            <a:extLst>
              <a:ext uri="{FF2B5EF4-FFF2-40B4-BE49-F238E27FC236}">
                <a16:creationId xmlns:a16="http://schemas.microsoft.com/office/drawing/2014/main" id="{56E52B64-C4C0-4B38-9220-8E3B4CA10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84FEED-00F3-47AB-8F69-65D05B981A4D}"/>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35458300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6E778-C456-43FB-96C4-ED4278580E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EB2509-987A-49A2-94C4-74036B8511C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BD1A9-8B53-41FB-A292-C3A1E7B22242}"/>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5" name="Footer Placeholder 4">
            <a:extLst>
              <a:ext uri="{FF2B5EF4-FFF2-40B4-BE49-F238E27FC236}">
                <a16:creationId xmlns:a16="http://schemas.microsoft.com/office/drawing/2014/main" id="{766FE206-46DE-421F-AE7B-18B147629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BFC7D-9F7D-4800-B3EA-0D9C419731B3}"/>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10150768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91F5-A756-499D-8A2E-35AAFBF5F2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78AAEA-BA0A-4787-B81A-5106360BE7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1604856-8494-40D7-8AC7-4C9A5C4C6D98}"/>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5" name="Footer Placeholder 4">
            <a:extLst>
              <a:ext uri="{FF2B5EF4-FFF2-40B4-BE49-F238E27FC236}">
                <a16:creationId xmlns:a16="http://schemas.microsoft.com/office/drawing/2014/main" id="{E376239F-4B43-4963-840F-871DC69554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56884A-6657-4D36-88EA-14828025EFBE}"/>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20757327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5DBC1-8C72-455A-A054-C2A9413426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58B6A6-5E98-4B1D-9222-358C4504F91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7D7AB0-31B8-48A3-A281-3A3C8E42607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AFB643-4221-404C-A4FA-49E0A72F4F73}"/>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6" name="Footer Placeholder 5">
            <a:extLst>
              <a:ext uri="{FF2B5EF4-FFF2-40B4-BE49-F238E27FC236}">
                <a16:creationId xmlns:a16="http://schemas.microsoft.com/office/drawing/2014/main" id="{0313C509-3129-4041-AA04-CFA6B9DB64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7C1981-C5CC-46D2-8C1F-F74759415FC5}"/>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40916531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92151-874E-4115-A050-A8E37717E0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B7D964-B29E-4F3C-9882-36CC614893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D93BE02-547D-4410-A7A2-9B7746DD618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AD5A64-9E90-4C20-B2E6-DDF8A218E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5053E90-593D-4A08-A8A5-F5994454E29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556EB9-E6E5-474E-8574-0355F99A597D}"/>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8" name="Footer Placeholder 7">
            <a:extLst>
              <a:ext uri="{FF2B5EF4-FFF2-40B4-BE49-F238E27FC236}">
                <a16:creationId xmlns:a16="http://schemas.microsoft.com/office/drawing/2014/main" id="{18ABD058-D365-486F-AC40-094F330289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29F9A-54DD-44D5-A3F1-969A4E89E192}"/>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20841421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DDA20-024D-432C-8600-E641F03392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7F9096-1DCE-42BA-BC98-7C8AA0FBE078}"/>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4" name="Footer Placeholder 3">
            <a:extLst>
              <a:ext uri="{FF2B5EF4-FFF2-40B4-BE49-F238E27FC236}">
                <a16:creationId xmlns:a16="http://schemas.microsoft.com/office/drawing/2014/main" id="{78005E61-1D38-4D73-A14F-B1A7B8373B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9F9E4E-840B-4051-A856-53867761FFD2}"/>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28507389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678F78-3D99-4CD0-9D92-A0A44800280E}"/>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3" name="Footer Placeholder 2">
            <a:extLst>
              <a:ext uri="{FF2B5EF4-FFF2-40B4-BE49-F238E27FC236}">
                <a16:creationId xmlns:a16="http://schemas.microsoft.com/office/drawing/2014/main" id="{F365E91D-F8AC-4F1A-9C9B-1CDA7B9DE4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8AC464-7757-4C6A-B4F0-A1DBE0DA3686}"/>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28172587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98FAE-3DCC-4F1D-8249-0D118EB6B3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370CE4-4E01-47F7-BA77-7C5E021DEB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416363-231D-4764-BE48-37E20D67F6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032F6E4-047D-4B87-9E31-8BB25DE21BB0}"/>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6" name="Footer Placeholder 5">
            <a:extLst>
              <a:ext uri="{FF2B5EF4-FFF2-40B4-BE49-F238E27FC236}">
                <a16:creationId xmlns:a16="http://schemas.microsoft.com/office/drawing/2014/main" id="{38E7F5F7-49B5-46ED-935C-9C9FCE9C1E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1E560A-90F9-406E-95A1-86BD84CDD4C3}"/>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29895437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03A4-C134-4524-91DE-0F6C48BEA5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4D8B06-AA3D-4AF9-82CC-DB8533E664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0F1C03-E010-4256-A997-CDB990CFAB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E367226-1D95-4451-9DFA-6AC382A51D91}"/>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6" name="Footer Placeholder 5">
            <a:extLst>
              <a:ext uri="{FF2B5EF4-FFF2-40B4-BE49-F238E27FC236}">
                <a16:creationId xmlns:a16="http://schemas.microsoft.com/office/drawing/2014/main" id="{4CDCE560-74ED-48F4-A2F5-78EF5DB06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9C629D-F40D-4F0A-9AB5-13CBCBEF5FD2}"/>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5064047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68E4-EDDB-4C8B-853D-25A8B6D87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544A9F-E08C-4085-B605-B6F80BBD04B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F789FB-FC5E-46E6-BF35-CCB5B37445D7}"/>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5" name="Footer Placeholder 4">
            <a:extLst>
              <a:ext uri="{FF2B5EF4-FFF2-40B4-BE49-F238E27FC236}">
                <a16:creationId xmlns:a16="http://schemas.microsoft.com/office/drawing/2014/main" id="{4F4807E7-867D-4E92-8A84-44BD2B84C2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60933C-4581-4A0B-AF09-04B9446D2D20}"/>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4325083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7B960B-EF0C-4B6E-88E9-6B02764CD0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766552-0BA1-4B92-9428-7A7FED26A25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CE344-6719-4397-A673-BCFBDDE888A9}"/>
              </a:ext>
            </a:extLst>
          </p:cNvPr>
          <p:cNvSpPr>
            <a:spLocks noGrp="1"/>
          </p:cNvSpPr>
          <p:nvPr>
            <p:ph type="dt" sz="half" idx="10"/>
          </p:nvPr>
        </p:nvSpPr>
        <p:spPr/>
        <p:txBody>
          <a:bodyPr/>
          <a:lstStyle/>
          <a:p>
            <a:fld id="{C2D86EA1-DCD4-4F8B-9E03-7CB63C764321}" type="datetimeFigureOut">
              <a:rPr lang="en-US" smtClean="0"/>
              <a:t>4/16/2026</a:t>
            </a:fld>
            <a:endParaRPr lang="en-US"/>
          </a:p>
        </p:txBody>
      </p:sp>
      <p:sp>
        <p:nvSpPr>
          <p:cNvPr id="5" name="Footer Placeholder 4">
            <a:extLst>
              <a:ext uri="{FF2B5EF4-FFF2-40B4-BE49-F238E27FC236}">
                <a16:creationId xmlns:a16="http://schemas.microsoft.com/office/drawing/2014/main" id="{E931A209-D346-4E49-BCE9-11EB321F6F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0454E-A1C9-446F-B718-7B1E38908280}"/>
              </a:ext>
            </a:extLst>
          </p:cNvPr>
          <p:cNvSpPr>
            <a:spLocks noGrp="1"/>
          </p:cNvSpPr>
          <p:nvPr>
            <p:ph type="sldNum" sz="quarter" idx="12"/>
          </p:nvPr>
        </p:nvSpPr>
        <p:spPr/>
        <p:txBody>
          <a:bodyPr/>
          <a:lstStyle/>
          <a:p>
            <a:fld id="{C2E90ABA-0DD8-46A5-AC73-06E2825A367D}" type="slidenum">
              <a:rPr lang="en-US" smtClean="0"/>
              <a:t>‹#›</a:t>
            </a:fld>
            <a:endParaRPr lang="en-US"/>
          </a:p>
        </p:txBody>
      </p:sp>
    </p:spTree>
    <p:extLst>
      <p:ext uri="{BB962C8B-B14F-4D97-AF65-F5344CB8AC3E}">
        <p14:creationId xmlns:p14="http://schemas.microsoft.com/office/powerpoint/2010/main" val="604608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theme" Target="../theme/theme2.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3.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392707"/>
            <a:ext cx="10515600" cy="1325563"/>
          </a:xfrm>
          <a:prstGeom prst="rect">
            <a:avLst/>
          </a:prstGeom>
        </p:spPr>
        <p:txBody>
          <a:bodyPr vert="horz" lIns="91440" tIns="45720" rIns="91440" bIns="45720" rtlCol="0" anchor="ctr">
            <a:normAutofit/>
          </a:bodyPr>
          <a:lstStyle/>
          <a:p>
            <a:r>
              <a:rPr lang="en-US" dirty="0"/>
              <a:t>FPT SOFTWARE – SLIDE MASTER</a:t>
            </a:r>
          </a:p>
        </p:txBody>
      </p:sp>
    </p:spTree>
    <p:extLst>
      <p:ext uri="{BB962C8B-B14F-4D97-AF65-F5344CB8AC3E}">
        <p14:creationId xmlns:p14="http://schemas.microsoft.com/office/powerpoint/2010/main" val="2455494593"/>
      </p:ext>
    </p:extLst>
  </p:cSld>
  <p:clrMap bg1="lt1" tx1="dk1" bg2="lt2" tx2="dk2" accent1="accent1" accent2="accent2" accent3="accent3" accent4="accent4" accent5="accent5" accent6="accent6" hlink="hlink" folHlink="folHlink"/>
  <p:sldLayoutIdLst>
    <p:sldLayoutId id="2147483650" r:id="rId1"/>
    <p:sldLayoutId id="2147483653" r:id="rId2"/>
    <p:sldLayoutId id="2147483663" r:id="rId3"/>
    <p:sldLayoutId id="2147483662" r:id="rId4"/>
    <p:sldLayoutId id="2147483667" r:id="rId5"/>
    <p:sldLayoutId id="2147483659" r:id="rId6"/>
    <p:sldLayoutId id="2147483660" r:id="rId7"/>
    <p:sldLayoutId id="2147483652" r:id="rId8"/>
    <p:sldLayoutId id="2147483665" r:id="rId9"/>
    <p:sldLayoutId id="2147483658" r:id="rId10"/>
    <p:sldLayoutId id="2147483657" r:id="rId11"/>
    <p:sldLayoutId id="2147483664" r:id="rId12"/>
    <p:sldLayoutId id="2147483661" r:id="rId13"/>
    <p:sldLayoutId id="2147483656" r:id="rId14"/>
    <p:sldLayoutId id="2147483666" r:id="rId15"/>
    <p:sldLayoutId id="2147483651" r:id="rId16"/>
    <p:sldLayoutId id="2147483655" r:id="rId17"/>
    <p:sldLayoutId id="2147483649" r:id="rId18"/>
    <p:sldLayoutId id="2147483668" r:id="rId19"/>
    <p:sldLayoutId id="2147483670" r:id="rId20"/>
    <p:sldLayoutId id="2147483671" r:id="rId21"/>
    <p:sldLayoutId id="2147483688" r:id="rId22"/>
    <p:sldLayoutId id="2147483687" r:id="rId23"/>
  </p:sldLayoutIdLst>
  <p:hf hdr="0" dt="0"/>
  <p:txStyles>
    <p:titleStyle>
      <a:lvl1pPr algn="ctr" defTabSz="914400" rtl="0" eaLnBrk="1" latinLnBrk="0" hangingPunct="1">
        <a:lnSpc>
          <a:spcPct val="90000"/>
        </a:lnSpc>
        <a:spcBef>
          <a:spcPct val="0"/>
        </a:spcBef>
        <a:buNone/>
        <a:defRPr sz="4400" b="1" kern="1200" baseline="0">
          <a:solidFill>
            <a:schemeClr val="tx1"/>
          </a:solidFill>
          <a:latin typeface="BR Omega VN"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637405"/>
            <a:ext cx="10515600" cy="1325563"/>
          </a:xfrm>
          <a:prstGeom prst="rect">
            <a:avLst/>
          </a:prstGeom>
        </p:spPr>
        <p:txBody>
          <a:bodyPr vert="horz" lIns="91440" tIns="45720" rIns="91440" bIns="45720" rtlCol="0" anchor="ctr">
            <a:normAutofit/>
          </a:bodyPr>
          <a:lstStyle/>
          <a:p>
            <a:r>
              <a:rPr lang="en-US" dirty="0"/>
              <a:t>FPT SOFTWARE – SLIDE MASTER</a:t>
            </a:r>
          </a:p>
        </p:txBody>
      </p:sp>
    </p:spTree>
    <p:extLst>
      <p:ext uri="{BB962C8B-B14F-4D97-AF65-F5344CB8AC3E}">
        <p14:creationId xmlns:p14="http://schemas.microsoft.com/office/powerpoint/2010/main" val="383036073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hf hdr="0" dt="0"/>
  <p:txStyles>
    <p:titleStyle>
      <a:lvl1pPr algn="ctr" defTabSz="914400" rtl="0" eaLnBrk="1" latinLnBrk="0" hangingPunct="1">
        <a:lnSpc>
          <a:spcPct val="90000"/>
        </a:lnSpc>
        <a:spcBef>
          <a:spcPct val="0"/>
        </a:spcBef>
        <a:buNone/>
        <a:defRPr sz="4400" b="1" kern="1200" baseline="0">
          <a:solidFill>
            <a:schemeClr val="tx1"/>
          </a:solidFill>
          <a:latin typeface="BR Omega VN"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8A3D10-8DA2-44EC-967D-8F3155F829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704C5E4-9781-4EB7-BF59-CE00BC197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85D9F6-F38E-4033-AD6B-6826CA2CC0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D86EA1-DCD4-4F8B-9E03-7CB63C764321}" type="datetimeFigureOut">
              <a:rPr lang="en-US" smtClean="0"/>
              <a:t>4/16/2026</a:t>
            </a:fld>
            <a:endParaRPr lang="en-US"/>
          </a:p>
        </p:txBody>
      </p:sp>
      <p:sp>
        <p:nvSpPr>
          <p:cNvPr id="5" name="Footer Placeholder 4">
            <a:extLst>
              <a:ext uri="{FF2B5EF4-FFF2-40B4-BE49-F238E27FC236}">
                <a16:creationId xmlns:a16="http://schemas.microsoft.com/office/drawing/2014/main" id="{85714DF9-737A-4809-A776-80BAEB0197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5BB596-79E2-48E2-9A13-7934B7EF1A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E90ABA-0DD8-46A5-AC73-06E2825A367D}" type="slidenum">
              <a:rPr lang="en-US" smtClean="0"/>
              <a:t>‹#›</a:t>
            </a:fld>
            <a:endParaRPr lang="en-US"/>
          </a:p>
        </p:txBody>
      </p:sp>
    </p:spTree>
    <p:extLst>
      <p:ext uri="{BB962C8B-B14F-4D97-AF65-F5344CB8AC3E}">
        <p14:creationId xmlns:p14="http://schemas.microsoft.com/office/powerpoint/2010/main" val="302811890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4.xml"/><Relationship Id="rId4" Type="http://schemas.openxmlformats.org/officeDocument/2006/relationships/image" Target="../media/image1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hyperlink" Target="http://www.congress.gov.ph/legisdocs/basic_17/HB03788.pdf" TargetMode="Externa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emf"/><Relationship Id="rId5" Type="http://schemas.openxmlformats.org/officeDocument/2006/relationships/image" Target="../media/image28.png"/><Relationship Id="rId4" Type="http://schemas.openxmlformats.org/officeDocument/2006/relationships/hyperlink" Target="http://../Onboarding_July%202016/Leave%20Communication_Original.ppt"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12.emf"/><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hyperlink" Target="http://../Onboarding_July%202016/Leave%20Communication_Original.ppt"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emf"/><Relationship Id="rId5" Type="http://schemas.openxmlformats.org/officeDocument/2006/relationships/image" Target="../media/image28.png"/><Relationship Id="rId4" Type="http://schemas.openxmlformats.org/officeDocument/2006/relationships/hyperlink" Target="http://../Onboarding_July%202016/Leave%20Communication_Original.ppt"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emf"/><Relationship Id="rId5" Type="http://schemas.openxmlformats.org/officeDocument/2006/relationships/image" Target="../media/image28.png"/><Relationship Id="rId4" Type="http://schemas.openxmlformats.org/officeDocument/2006/relationships/hyperlink" Target="http://../Onboarding_July%202016/Leave%20Communication_Original.ppt"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emf"/><Relationship Id="rId5" Type="http://schemas.openxmlformats.org/officeDocument/2006/relationships/image" Target="../media/image28.png"/><Relationship Id="rId4" Type="http://schemas.openxmlformats.org/officeDocument/2006/relationships/hyperlink" Target="http://../Onboarding_July%202016/Leave%20Communication_Original.ppt"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about:blank" TargetMode="External"/><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3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about:blank" TargetMode="External"/><Relationship Id="rId1" Type="http://schemas.openxmlformats.org/officeDocument/2006/relationships/slideLayout" Target="../slideLayouts/slideLayout3.xml"/><Relationship Id="rId5" Type="http://schemas.openxmlformats.org/officeDocument/2006/relationships/image" Target="../media/image12.emf"/><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3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5 Different Types of Employee Benefits for a small business to know">
            <a:extLst>
              <a:ext uri="{FF2B5EF4-FFF2-40B4-BE49-F238E27FC236}">
                <a16:creationId xmlns:a16="http://schemas.microsoft.com/office/drawing/2014/main" id="{D638B713-0F03-441F-9855-ADF2CA4331F3}"/>
              </a:ext>
            </a:extLst>
          </p:cNvPr>
          <p:cNvPicPr>
            <a:picLocks noChangeAspect="1" noChangeArrowheads="1"/>
          </p:cNvPicPr>
          <p:nvPr/>
        </p:nvPicPr>
        <p:blipFill>
          <a:blip r:embed="rId2">
            <a:alphaModFix amt="37000"/>
            <a:duotone>
              <a:schemeClr val="accent6">
                <a:shade val="45000"/>
                <a:satMod val="135000"/>
              </a:schemeClr>
              <a:prstClr val="white"/>
            </a:duotone>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938463" y="1058779"/>
            <a:ext cx="10426223" cy="4934397"/>
          </a:xfrm>
          <a:prstGeom prst="roundRect">
            <a:avLst>
              <a:gd name="adj" fmla="val 8594"/>
            </a:avLst>
          </a:prstGeom>
          <a:blipFill>
            <a:blip r:embed="rId4">
              <a:alphaModFix amt="0"/>
              <a:duotone>
                <a:schemeClr val="accent6">
                  <a:shade val="45000"/>
                  <a:satMod val="135000"/>
                </a:schemeClr>
                <a:prstClr val="white"/>
              </a:duotone>
            </a:blip>
            <a:tile tx="0" ty="0" sx="100000" sy="100000" flip="none" algn="tl"/>
          </a:blipFill>
          <a:ln>
            <a:noFill/>
          </a:ln>
          <a:effectLst>
            <a:softEdge rad="139700"/>
          </a:effectLst>
        </p:spPr>
      </p:pic>
      <p:sp>
        <p:nvSpPr>
          <p:cNvPr id="2" name="Title 1">
            <a:extLst>
              <a:ext uri="{FF2B5EF4-FFF2-40B4-BE49-F238E27FC236}">
                <a16:creationId xmlns:a16="http://schemas.microsoft.com/office/drawing/2014/main" id="{2F4105FB-CBB2-49F4-9315-3DC5D84EF701}"/>
              </a:ext>
            </a:extLst>
          </p:cNvPr>
          <p:cNvSpPr>
            <a:spLocks noGrp="1"/>
          </p:cNvSpPr>
          <p:nvPr>
            <p:ph type="title"/>
          </p:nvPr>
        </p:nvSpPr>
        <p:spPr/>
        <p:txBody>
          <a:bodyPr/>
          <a:lstStyle/>
          <a:p>
            <a:r>
              <a:rPr lang="vi-VN" dirty="0">
                <a:solidFill>
                  <a:srgbClr val="034EA2"/>
                </a:solidFill>
              </a:rPr>
              <a:t>EMPLOYEE </a:t>
            </a:r>
            <a:r>
              <a:rPr lang="en-US" dirty="0">
                <a:solidFill>
                  <a:srgbClr val="034EA2"/>
                </a:solidFill>
              </a:rPr>
              <a:t>BENEFITS</a:t>
            </a:r>
          </a:p>
        </p:txBody>
      </p:sp>
      <p:sp>
        <p:nvSpPr>
          <p:cNvPr id="3" name="Text Placeholder 2">
            <a:extLst>
              <a:ext uri="{FF2B5EF4-FFF2-40B4-BE49-F238E27FC236}">
                <a16:creationId xmlns:a16="http://schemas.microsoft.com/office/drawing/2014/main" id="{AB7EB72B-43C1-4D3E-AF0E-BD240BA672C0}"/>
              </a:ext>
            </a:extLst>
          </p:cNvPr>
          <p:cNvSpPr>
            <a:spLocks noGrp="1"/>
          </p:cNvSpPr>
          <p:nvPr>
            <p:ph type="body" sz="quarter" idx="11"/>
          </p:nvPr>
        </p:nvSpPr>
        <p:spPr>
          <a:xfrm>
            <a:off x="673100" y="3440881"/>
            <a:ext cx="4470400" cy="512763"/>
          </a:xfrm>
        </p:spPr>
        <p:txBody>
          <a:bodyPr/>
          <a:lstStyle/>
          <a:p>
            <a:r>
              <a:rPr lang="en-US" dirty="0">
                <a:solidFill>
                  <a:srgbClr val="F37121"/>
                </a:solidFill>
              </a:rPr>
              <a:t>2026</a:t>
            </a:r>
          </a:p>
        </p:txBody>
      </p:sp>
      <p:sp>
        <p:nvSpPr>
          <p:cNvPr id="4" name="Text Placeholder 3">
            <a:extLst>
              <a:ext uri="{FF2B5EF4-FFF2-40B4-BE49-F238E27FC236}">
                <a16:creationId xmlns:a16="http://schemas.microsoft.com/office/drawing/2014/main" id="{6E5A949D-0F1A-4F66-9A2D-01FF98E051B0}"/>
              </a:ext>
            </a:extLst>
          </p:cNvPr>
          <p:cNvSpPr>
            <a:spLocks noGrp="1"/>
          </p:cNvSpPr>
          <p:nvPr>
            <p:ph type="body" sz="quarter" idx="13"/>
          </p:nvPr>
        </p:nvSpPr>
        <p:spPr>
          <a:solidFill>
            <a:srgbClr val="034EA2">
              <a:alpha val="20000"/>
            </a:srgbClr>
          </a:solidFill>
          <a:ln>
            <a:solidFill>
              <a:srgbClr val="034EA2"/>
            </a:solidFill>
          </a:ln>
        </p:spPr>
        <p:txBody>
          <a:bodyPr/>
          <a:lstStyle/>
          <a:p>
            <a:r>
              <a:rPr lang="en-US" dirty="0"/>
              <a:t>Makati, April 15</a:t>
            </a:r>
            <a:r>
              <a:rPr lang="en-US" baseline="30000" dirty="0"/>
              <a:t>th</a:t>
            </a:r>
            <a:r>
              <a:rPr lang="en-US" dirty="0"/>
              <a:t> 2026</a:t>
            </a:r>
          </a:p>
        </p:txBody>
      </p:sp>
    </p:spTree>
    <p:extLst>
      <p:ext uri="{BB962C8B-B14F-4D97-AF65-F5344CB8AC3E}">
        <p14:creationId xmlns:p14="http://schemas.microsoft.com/office/powerpoint/2010/main" val="3141260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29B5C-7536-4AAE-B7B9-FCC814B7804A}"/>
              </a:ext>
            </a:extLst>
          </p:cNvPr>
          <p:cNvSpPr>
            <a:spLocks noGrp="1"/>
          </p:cNvSpPr>
          <p:nvPr>
            <p:ph type="title"/>
          </p:nvPr>
        </p:nvSpPr>
        <p:spPr/>
        <p:txBody>
          <a:bodyPr/>
          <a:lstStyle/>
          <a:p>
            <a:r>
              <a:rPr lang="en-US" dirty="0">
                <a:solidFill>
                  <a:srgbClr val="034EA2"/>
                </a:solidFill>
              </a:rPr>
              <a:t>TOPICS</a:t>
            </a:r>
          </a:p>
        </p:txBody>
      </p:sp>
      <p:sp>
        <p:nvSpPr>
          <p:cNvPr id="3" name="Text Placeholder 2">
            <a:extLst>
              <a:ext uri="{FF2B5EF4-FFF2-40B4-BE49-F238E27FC236}">
                <a16:creationId xmlns:a16="http://schemas.microsoft.com/office/drawing/2014/main" id="{B694BA41-16E3-40FE-8C3A-085C21E904CF}"/>
              </a:ext>
            </a:extLst>
          </p:cNvPr>
          <p:cNvSpPr>
            <a:spLocks noGrp="1"/>
          </p:cNvSpPr>
          <p:nvPr>
            <p:ph type="body" sz="quarter" idx="10"/>
          </p:nvPr>
        </p:nvSpPr>
        <p:spPr/>
        <p:txBody>
          <a:bodyPr/>
          <a:lstStyle/>
          <a:p>
            <a:endParaRPr lang="en-US" dirty="0"/>
          </a:p>
        </p:txBody>
      </p:sp>
      <p:sp>
        <p:nvSpPr>
          <p:cNvPr id="4" name="Text Placeholder 3">
            <a:extLst>
              <a:ext uri="{FF2B5EF4-FFF2-40B4-BE49-F238E27FC236}">
                <a16:creationId xmlns:a16="http://schemas.microsoft.com/office/drawing/2014/main" id="{2172CDF9-B481-453F-8EBE-249804E82B93}"/>
              </a:ext>
            </a:extLst>
          </p:cNvPr>
          <p:cNvSpPr>
            <a:spLocks noGrp="1"/>
          </p:cNvSpPr>
          <p:nvPr>
            <p:ph type="body" sz="quarter" idx="11"/>
          </p:nvPr>
        </p:nvSpPr>
        <p:spPr/>
        <p:txBody>
          <a:bodyPr/>
          <a:lstStyle/>
          <a:p>
            <a:r>
              <a:rPr lang="en-US" dirty="0"/>
              <a:t>Compensation</a:t>
            </a:r>
          </a:p>
        </p:txBody>
      </p:sp>
      <p:sp>
        <p:nvSpPr>
          <p:cNvPr id="5" name="Text Placeholder 4">
            <a:extLst>
              <a:ext uri="{FF2B5EF4-FFF2-40B4-BE49-F238E27FC236}">
                <a16:creationId xmlns:a16="http://schemas.microsoft.com/office/drawing/2014/main" id="{D89CF507-EE7B-4FF8-A6EE-095B4DB522DA}"/>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6647BF34-51E7-46F7-A6B2-D18D0F2FAB17}"/>
              </a:ext>
            </a:extLst>
          </p:cNvPr>
          <p:cNvSpPr>
            <a:spLocks noGrp="1"/>
          </p:cNvSpPr>
          <p:nvPr>
            <p:ph type="body" sz="quarter" idx="13"/>
          </p:nvPr>
        </p:nvSpPr>
        <p:spPr>
          <a:xfrm>
            <a:off x="5776468" y="1905140"/>
            <a:ext cx="5604546" cy="418782"/>
          </a:xfrm>
        </p:spPr>
        <p:txBody>
          <a:bodyPr/>
          <a:lstStyle/>
          <a:p>
            <a:r>
              <a:rPr lang="en-US" dirty="0"/>
              <a:t>Statutory Benefits (SSS, Pag-</a:t>
            </a:r>
            <a:r>
              <a:rPr lang="en-US" dirty="0" err="1"/>
              <a:t>ibig</a:t>
            </a:r>
            <a:r>
              <a:rPr lang="en-US" dirty="0"/>
              <a:t>, </a:t>
            </a:r>
            <a:r>
              <a:rPr lang="en-US" dirty="0" err="1"/>
              <a:t>Philhealth</a:t>
            </a:r>
            <a:r>
              <a:rPr lang="en-US" dirty="0"/>
              <a:t>)</a:t>
            </a:r>
          </a:p>
        </p:txBody>
      </p:sp>
      <p:sp>
        <p:nvSpPr>
          <p:cNvPr id="7" name="Text Placeholder 6">
            <a:extLst>
              <a:ext uri="{FF2B5EF4-FFF2-40B4-BE49-F238E27FC236}">
                <a16:creationId xmlns:a16="http://schemas.microsoft.com/office/drawing/2014/main" id="{6D989BF9-B6F0-4A17-B1B8-BA2950BEC60F}"/>
              </a:ext>
            </a:extLst>
          </p:cNvPr>
          <p:cNvSpPr>
            <a:spLocks noGrp="1"/>
          </p:cNvSpPr>
          <p:nvPr>
            <p:ph type="body" sz="quarter" idx="14"/>
          </p:nvPr>
        </p:nvSpPr>
        <p:spPr/>
        <p:txBody>
          <a:bodyPr/>
          <a:lstStyle/>
          <a:p>
            <a:endParaRPr lang="en-US"/>
          </a:p>
        </p:txBody>
      </p:sp>
      <p:sp>
        <p:nvSpPr>
          <p:cNvPr id="8" name="Text Placeholder 7">
            <a:extLst>
              <a:ext uri="{FF2B5EF4-FFF2-40B4-BE49-F238E27FC236}">
                <a16:creationId xmlns:a16="http://schemas.microsoft.com/office/drawing/2014/main" id="{9F4C92A4-63F0-4550-B8E0-E194680E6471}"/>
              </a:ext>
            </a:extLst>
          </p:cNvPr>
          <p:cNvSpPr>
            <a:spLocks noGrp="1"/>
          </p:cNvSpPr>
          <p:nvPr>
            <p:ph type="body" sz="quarter" idx="15"/>
          </p:nvPr>
        </p:nvSpPr>
        <p:spPr/>
        <p:txBody>
          <a:bodyPr/>
          <a:lstStyle/>
          <a:p>
            <a:r>
              <a:rPr lang="en-US" dirty="0"/>
              <a:t>Paid Leaves</a:t>
            </a:r>
          </a:p>
        </p:txBody>
      </p:sp>
      <p:sp>
        <p:nvSpPr>
          <p:cNvPr id="9" name="Text Placeholder 8">
            <a:extLst>
              <a:ext uri="{FF2B5EF4-FFF2-40B4-BE49-F238E27FC236}">
                <a16:creationId xmlns:a16="http://schemas.microsoft.com/office/drawing/2014/main" id="{54B129E8-4100-481B-9F93-084E44AAEB56}"/>
              </a:ext>
            </a:extLst>
          </p:cNvPr>
          <p:cNvSpPr>
            <a:spLocks noGrp="1"/>
          </p:cNvSpPr>
          <p:nvPr>
            <p:ph type="body" sz="quarter" idx="16"/>
          </p:nvPr>
        </p:nvSpPr>
        <p:spPr/>
        <p:txBody>
          <a:bodyPr/>
          <a:lstStyle/>
          <a:p>
            <a:endParaRPr lang="en-US"/>
          </a:p>
        </p:txBody>
      </p:sp>
      <p:sp>
        <p:nvSpPr>
          <p:cNvPr id="10" name="Text Placeholder 9">
            <a:extLst>
              <a:ext uri="{FF2B5EF4-FFF2-40B4-BE49-F238E27FC236}">
                <a16:creationId xmlns:a16="http://schemas.microsoft.com/office/drawing/2014/main" id="{FBD4E946-77BC-44A9-9EB2-78E12939CF80}"/>
              </a:ext>
            </a:extLst>
          </p:cNvPr>
          <p:cNvSpPr>
            <a:spLocks noGrp="1"/>
          </p:cNvSpPr>
          <p:nvPr>
            <p:ph type="body" sz="quarter" idx="17"/>
          </p:nvPr>
        </p:nvSpPr>
        <p:spPr/>
        <p:txBody>
          <a:bodyPr/>
          <a:lstStyle/>
          <a:p>
            <a:r>
              <a:rPr lang="en-US" dirty="0"/>
              <a:t>Medical Benefits</a:t>
            </a:r>
          </a:p>
        </p:txBody>
      </p:sp>
      <p:sp>
        <p:nvSpPr>
          <p:cNvPr id="11" name="Text Placeholder 10">
            <a:extLst>
              <a:ext uri="{FF2B5EF4-FFF2-40B4-BE49-F238E27FC236}">
                <a16:creationId xmlns:a16="http://schemas.microsoft.com/office/drawing/2014/main" id="{D67A239B-6BCD-47C8-83A7-48259BCD3E15}"/>
              </a:ext>
            </a:extLst>
          </p:cNvPr>
          <p:cNvSpPr>
            <a:spLocks noGrp="1"/>
          </p:cNvSpPr>
          <p:nvPr>
            <p:ph type="body" sz="quarter" idx="18"/>
          </p:nvPr>
        </p:nvSpPr>
        <p:spPr/>
        <p:txBody>
          <a:bodyPr/>
          <a:lstStyle/>
          <a:p>
            <a:endParaRPr lang="en-US"/>
          </a:p>
        </p:txBody>
      </p:sp>
      <p:sp>
        <p:nvSpPr>
          <p:cNvPr id="12" name="Text Placeholder 11">
            <a:extLst>
              <a:ext uri="{FF2B5EF4-FFF2-40B4-BE49-F238E27FC236}">
                <a16:creationId xmlns:a16="http://schemas.microsoft.com/office/drawing/2014/main" id="{4B23014B-54F3-47A4-93BB-3417855CB08E}"/>
              </a:ext>
            </a:extLst>
          </p:cNvPr>
          <p:cNvSpPr>
            <a:spLocks noGrp="1"/>
          </p:cNvSpPr>
          <p:nvPr>
            <p:ph type="body" sz="quarter" idx="19"/>
          </p:nvPr>
        </p:nvSpPr>
        <p:spPr/>
        <p:txBody>
          <a:bodyPr/>
          <a:lstStyle/>
          <a:p>
            <a:r>
              <a:rPr lang="en-US" dirty="0"/>
              <a:t>Life and Accident Benefits</a:t>
            </a:r>
          </a:p>
        </p:txBody>
      </p:sp>
    </p:spTree>
    <p:extLst>
      <p:ext uri="{BB962C8B-B14F-4D97-AF65-F5344CB8AC3E}">
        <p14:creationId xmlns:p14="http://schemas.microsoft.com/office/powerpoint/2010/main" val="123805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6000">
              <a:schemeClr val="bg1">
                <a:alpha val="0"/>
              </a:schemeClr>
            </a:gs>
            <a:gs pos="38000">
              <a:schemeClr val="bg1">
                <a:alpha val="56000"/>
              </a:schemeClr>
            </a:gs>
            <a:gs pos="100000">
              <a:schemeClr val="bg1">
                <a:shade val="100000"/>
                <a:satMod val="115000"/>
              </a:schemeClr>
            </a:gs>
          </a:gsLst>
          <a:lin ang="10800000" scaled="1"/>
        </a:gra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DA5104CC-9AF5-45A4-888E-EE53744D8A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75" t="9091" r="27693" b="-1"/>
          <a:stretch/>
        </p:blipFill>
        <p:spPr bwMode="auto">
          <a:xfrm>
            <a:off x="3546429" y="10"/>
            <a:ext cx="8668512" cy="6857990"/>
          </a:xfrm>
          <a:prstGeom prst="rect">
            <a:avLst/>
          </a:prstGeom>
          <a:extLst/>
        </p:spPr>
      </p:pic>
      <p:sp>
        <p:nvSpPr>
          <p:cNvPr id="1036" name="Rectangle 7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11D8B9-A05F-4C94-A8FA-41416EA3A123}"/>
              </a:ext>
            </a:extLst>
          </p:cNvPr>
          <p:cNvSpPr txBox="1"/>
          <p:nvPr/>
        </p:nvSpPr>
        <p:spPr>
          <a:xfrm>
            <a:off x="477981" y="1122362"/>
            <a:ext cx="6262032" cy="344284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dirty="0">
                <a:solidFill>
                  <a:srgbClr val="034EA2"/>
                </a:solidFill>
                <a:latin typeface="+mj-lt"/>
                <a:ea typeface="+mj-ea"/>
                <a:cs typeface="+mj-cs"/>
              </a:rPr>
              <a:t>COMPENSATION</a:t>
            </a:r>
          </a:p>
        </p:txBody>
      </p:sp>
      <p:sp>
        <p:nvSpPr>
          <p:cNvPr id="1037"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a:extLst>
              <a:ext uri="{FF2B5EF4-FFF2-40B4-BE49-F238E27FC236}">
                <a16:creationId xmlns:a16="http://schemas.microsoft.com/office/drawing/2014/main" id="{A15E5D01-AEEE-4B5A-8103-D9DABE2D9CE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6787" b="26203"/>
          <a:stretch/>
        </p:blipFill>
        <p:spPr>
          <a:xfrm>
            <a:off x="-517934" y="5258435"/>
            <a:ext cx="4386312" cy="1463040"/>
          </a:xfrm>
          <a:prstGeom prst="rect">
            <a:avLst/>
          </a:prstGeom>
        </p:spPr>
      </p:pic>
    </p:spTree>
    <p:extLst>
      <p:ext uri="{BB962C8B-B14F-4D97-AF65-F5344CB8AC3E}">
        <p14:creationId xmlns:p14="http://schemas.microsoft.com/office/powerpoint/2010/main" val="373485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C8810-D66D-4E52-96D3-F15EA5C5E093}"/>
              </a:ext>
            </a:extLst>
          </p:cNvPr>
          <p:cNvSpPr>
            <a:spLocks noGrp="1"/>
          </p:cNvSpPr>
          <p:nvPr>
            <p:ph type="title"/>
          </p:nvPr>
        </p:nvSpPr>
        <p:spPr/>
        <p:txBody>
          <a:bodyPr>
            <a:normAutofit/>
          </a:bodyPr>
          <a:lstStyle/>
          <a:p>
            <a:r>
              <a:rPr lang="en-US" dirty="0"/>
              <a:t>Basic Wage</a:t>
            </a:r>
          </a:p>
        </p:txBody>
      </p:sp>
      <p:sp>
        <p:nvSpPr>
          <p:cNvPr id="3" name="Slide Number Placeholder 2">
            <a:extLst>
              <a:ext uri="{FF2B5EF4-FFF2-40B4-BE49-F238E27FC236}">
                <a16:creationId xmlns:a16="http://schemas.microsoft.com/office/drawing/2014/main" id="{6F76BE1B-32D8-4278-AAC4-4C263F73691C}"/>
              </a:ext>
            </a:extLst>
          </p:cNvPr>
          <p:cNvSpPr>
            <a:spLocks noGrp="1"/>
          </p:cNvSpPr>
          <p:nvPr>
            <p:ph type="sldNum" sz="quarter" idx="12"/>
          </p:nvPr>
        </p:nvSpPr>
        <p:spPr/>
        <p:txBody>
          <a:bodyPr/>
          <a:lstStyle/>
          <a:p>
            <a:r>
              <a:rPr lang="en-US"/>
              <a:t>fptsoftware.com | </a:t>
            </a:r>
            <a:fld id="{E012F146-47F9-A646-B182-8CC39B8AD32B}" type="slidenum">
              <a:rPr lang="x-none" smtClean="0"/>
              <a:pPr/>
              <a:t>4</a:t>
            </a:fld>
            <a:endParaRPr lang="x-none"/>
          </a:p>
        </p:txBody>
      </p:sp>
      <p:sp>
        <p:nvSpPr>
          <p:cNvPr id="4" name="Text Placeholder 3">
            <a:extLst>
              <a:ext uri="{FF2B5EF4-FFF2-40B4-BE49-F238E27FC236}">
                <a16:creationId xmlns:a16="http://schemas.microsoft.com/office/drawing/2014/main" id="{4094822B-7689-4D2D-A083-5213AC8981C2}"/>
              </a:ext>
            </a:extLst>
          </p:cNvPr>
          <p:cNvSpPr>
            <a:spLocks noGrp="1"/>
          </p:cNvSpPr>
          <p:nvPr>
            <p:ph type="body" sz="quarter" idx="13"/>
          </p:nvPr>
        </p:nvSpPr>
        <p:spPr/>
        <p:txBody>
          <a:bodyPr/>
          <a:lstStyle/>
          <a:p>
            <a:pPr marL="0" indent="0">
              <a:buNone/>
            </a:pPr>
            <a:r>
              <a:rPr lang="en-US" b="1" dirty="0"/>
              <a:t>Annual Salary ( 5 days a week with 2 days off)</a:t>
            </a:r>
          </a:p>
          <a:p>
            <a:endParaRPr lang="en-US" dirty="0"/>
          </a:p>
          <a:p>
            <a:r>
              <a:rPr lang="en-US" b="1" dirty="0"/>
              <a:t>Annual Salary </a:t>
            </a:r>
            <a:r>
              <a:rPr lang="en-US" dirty="0"/>
              <a:t>( 261 days)=Monthly Rate x 12 Month</a:t>
            </a:r>
          </a:p>
          <a:p>
            <a:r>
              <a:rPr lang="en-US" b="1" dirty="0"/>
              <a:t>Daily Rate </a:t>
            </a:r>
            <a:r>
              <a:rPr lang="en-US" dirty="0"/>
              <a:t>= Monthly rate x 12 divide by 261 days</a:t>
            </a:r>
          </a:p>
          <a:p>
            <a:r>
              <a:rPr lang="en-US" b="1" dirty="0"/>
              <a:t>Hourly Rate </a:t>
            </a:r>
            <a:r>
              <a:rPr lang="en-US" dirty="0"/>
              <a:t>= Daily rate divide by 8</a:t>
            </a:r>
          </a:p>
          <a:p>
            <a:pPr marL="0" indent="0">
              <a:buNone/>
            </a:pPr>
            <a:endParaRPr lang="en-US" dirty="0"/>
          </a:p>
        </p:txBody>
      </p:sp>
      <p:pic>
        <p:nvPicPr>
          <p:cNvPr id="6" name="Picture 5">
            <a:extLst>
              <a:ext uri="{FF2B5EF4-FFF2-40B4-BE49-F238E27FC236}">
                <a16:creationId xmlns:a16="http://schemas.microsoft.com/office/drawing/2014/main" id="{6D206B9B-6D76-4440-8C73-322CCE08716F}"/>
              </a:ext>
            </a:extLst>
          </p:cNvPr>
          <p:cNvPicPr>
            <a:picLocks noChangeAspect="1"/>
          </p:cNvPicPr>
          <p:nvPr/>
        </p:nvPicPr>
        <p:blipFill>
          <a:blip r:embed="rId2"/>
          <a:stretch>
            <a:fillRect/>
          </a:stretch>
        </p:blipFill>
        <p:spPr>
          <a:xfrm>
            <a:off x="8866414" y="0"/>
            <a:ext cx="3325586" cy="6858000"/>
          </a:xfrm>
          <a:prstGeom prst="rect">
            <a:avLst/>
          </a:prstGeom>
        </p:spPr>
      </p:pic>
    </p:spTree>
    <p:extLst>
      <p:ext uri="{BB962C8B-B14F-4D97-AF65-F5344CB8AC3E}">
        <p14:creationId xmlns:p14="http://schemas.microsoft.com/office/powerpoint/2010/main" val="1047086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23329-3EBF-4E0A-810F-D36DDA147982}"/>
              </a:ext>
            </a:extLst>
          </p:cNvPr>
          <p:cNvSpPr>
            <a:spLocks noGrp="1"/>
          </p:cNvSpPr>
          <p:nvPr>
            <p:ph type="title"/>
          </p:nvPr>
        </p:nvSpPr>
        <p:spPr/>
        <p:txBody>
          <a:bodyPr>
            <a:normAutofit/>
          </a:bodyPr>
          <a:lstStyle/>
          <a:p>
            <a:r>
              <a:rPr lang="en-US" dirty="0"/>
              <a:t>“</a:t>
            </a:r>
            <a:r>
              <a:rPr lang="en-US" i="1" dirty="0"/>
              <a:t>De Minimis</a:t>
            </a:r>
            <a:r>
              <a:rPr lang="en-US" dirty="0"/>
              <a:t>” Allowance</a:t>
            </a:r>
          </a:p>
        </p:txBody>
      </p:sp>
      <p:sp>
        <p:nvSpPr>
          <p:cNvPr id="3" name="Slide Number Placeholder 2">
            <a:extLst>
              <a:ext uri="{FF2B5EF4-FFF2-40B4-BE49-F238E27FC236}">
                <a16:creationId xmlns:a16="http://schemas.microsoft.com/office/drawing/2014/main" id="{EAF5B914-275D-4DB0-928A-464729834404}"/>
              </a:ext>
            </a:extLst>
          </p:cNvPr>
          <p:cNvSpPr>
            <a:spLocks noGrp="1"/>
          </p:cNvSpPr>
          <p:nvPr>
            <p:ph type="sldNum" sz="quarter" idx="12"/>
          </p:nvPr>
        </p:nvSpPr>
        <p:spPr/>
        <p:txBody>
          <a:bodyPr/>
          <a:lstStyle/>
          <a:p>
            <a:r>
              <a:rPr lang="en-US"/>
              <a:t>fptsoftware.com | </a:t>
            </a:r>
            <a:fld id="{E012F146-47F9-A646-B182-8CC39B8AD32B}" type="slidenum">
              <a:rPr lang="x-none" smtClean="0"/>
              <a:pPr/>
              <a:t>5</a:t>
            </a:fld>
            <a:endParaRPr lang="x-none"/>
          </a:p>
        </p:txBody>
      </p:sp>
      <p:sp>
        <p:nvSpPr>
          <p:cNvPr id="4" name="Text Placeholder 3">
            <a:extLst>
              <a:ext uri="{FF2B5EF4-FFF2-40B4-BE49-F238E27FC236}">
                <a16:creationId xmlns:a16="http://schemas.microsoft.com/office/drawing/2014/main" id="{7F2A19B6-AE04-4F1A-9F1B-9D88D473C3A7}"/>
              </a:ext>
            </a:extLst>
          </p:cNvPr>
          <p:cNvSpPr>
            <a:spLocks noGrp="1"/>
          </p:cNvSpPr>
          <p:nvPr>
            <p:ph type="body" sz="quarter" idx="13"/>
          </p:nvPr>
        </p:nvSpPr>
        <p:spPr/>
        <p:txBody>
          <a:bodyPr/>
          <a:lstStyle/>
          <a:p>
            <a:pPr marL="0" indent="0">
              <a:buNone/>
            </a:pPr>
            <a:r>
              <a:rPr lang="en-US" dirty="0"/>
              <a:t>De Minimis- allowances where withholding tax is not applied/non-taxable part of compensation.</a:t>
            </a:r>
          </a:p>
          <a:p>
            <a:endParaRPr lang="en-US" dirty="0"/>
          </a:p>
          <a:p>
            <a:r>
              <a:rPr lang="en-US" b="1" dirty="0"/>
              <a:t>Rice Allowance</a:t>
            </a:r>
          </a:p>
          <a:p>
            <a:r>
              <a:rPr lang="en-US" b="1" dirty="0"/>
              <a:t>Laundry Allowance</a:t>
            </a:r>
          </a:p>
          <a:p>
            <a:r>
              <a:rPr lang="en-US" b="1" dirty="0"/>
              <a:t>Clothing Allowance</a:t>
            </a:r>
          </a:p>
          <a:p>
            <a:endParaRPr lang="en-US" dirty="0"/>
          </a:p>
        </p:txBody>
      </p:sp>
    </p:spTree>
    <p:extLst>
      <p:ext uri="{BB962C8B-B14F-4D97-AF65-F5344CB8AC3E}">
        <p14:creationId xmlns:p14="http://schemas.microsoft.com/office/powerpoint/2010/main" val="1072063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AE50-7438-4AF2-AEEE-5670403249DF}"/>
              </a:ext>
            </a:extLst>
          </p:cNvPr>
          <p:cNvSpPr>
            <a:spLocks noGrp="1"/>
          </p:cNvSpPr>
          <p:nvPr>
            <p:ph type="title"/>
          </p:nvPr>
        </p:nvSpPr>
        <p:spPr/>
        <p:txBody>
          <a:bodyPr>
            <a:normAutofit/>
          </a:bodyPr>
          <a:lstStyle/>
          <a:p>
            <a:r>
              <a:rPr lang="en-US" dirty="0"/>
              <a:t>Payroll Schedule</a:t>
            </a:r>
          </a:p>
        </p:txBody>
      </p:sp>
      <p:sp>
        <p:nvSpPr>
          <p:cNvPr id="3" name="Slide Number Placeholder 2">
            <a:extLst>
              <a:ext uri="{FF2B5EF4-FFF2-40B4-BE49-F238E27FC236}">
                <a16:creationId xmlns:a16="http://schemas.microsoft.com/office/drawing/2014/main" id="{ABE8D7F1-D57C-4410-9004-2594E54E7699}"/>
              </a:ext>
            </a:extLst>
          </p:cNvPr>
          <p:cNvSpPr>
            <a:spLocks noGrp="1"/>
          </p:cNvSpPr>
          <p:nvPr>
            <p:ph type="sldNum" sz="quarter" idx="12"/>
          </p:nvPr>
        </p:nvSpPr>
        <p:spPr/>
        <p:txBody>
          <a:bodyPr/>
          <a:lstStyle/>
          <a:p>
            <a:r>
              <a:rPr lang="en-US"/>
              <a:t>fptsoftware.com | </a:t>
            </a:r>
            <a:fld id="{E012F146-47F9-A646-B182-8CC39B8AD32B}" type="slidenum">
              <a:rPr lang="x-none" smtClean="0"/>
              <a:pPr/>
              <a:t>6</a:t>
            </a:fld>
            <a:endParaRPr lang="x-none"/>
          </a:p>
        </p:txBody>
      </p:sp>
      <p:sp>
        <p:nvSpPr>
          <p:cNvPr id="4" name="Text Placeholder 3">
            <a:extLst>
              <a:ext uri="{FF2B5EF4-FFF2-40B4-BE49-F238E27FC236}">
                <a16:creationId xmlns:a16="http://schemas.microsoft.com/office/drawing/2014/main" id="{239C389C-D8DA-4A6E-8983-DD4AEA7A0DA8}"/>
              </a:ext>
            </a:extLst>
          </p:cNvPr>
          <p:cNvSpPr>
            <a:spLocks noGrp="1"/>
          </p:cNvSpPr>
          <p:nvPr>
            <p:ph type="body" sz="quarter" idx="13"/>
          </p:nvPr>
        </p:nvSpPr>
        <p:spPr/>
        <p:txBody>
          <a:bodyPr/>
          <a:lstStyle/>
          <a:p>
            <a:r>
              <a:rPr lang="en-US" dirty="0">
                <a:solidFill>
                  <a:schemeClr val="accent5"/>
                </a:solidFill>
              </a:rPr>
              <a:t>5</a:t>
            </a:r>
            <a:r>
              <a:rPr lang="en-US" baseline="30000" dirty="0">
                <a:solidFill>
                  <a:schemeClr val="accent5"/>
                </a:solidFill>
              </a:rPr>
              <a:t>th</a:t>
            </a:r>
            <a:r>
              <a:rPr lang="en-US" dirty="0">
                <a:solidFill>
                  <a:schemeClr val="accent5"/>
                </a:solidFill>
              </a:rPr>
              <a:t> and 20</a:t>
            </a:r>
            <a:r>
              <a:rPr lang="en-US" baseline="30000" dirty="0">
                <a:solidFill>
                  <a:schemeClr val="accent5"/>
                </a:solidFill>
              </a:rPr>
              <a:t>th</a:t>
            </a:r>
            <a:r>
              <a:rPr lang="en-US" dirty="0">
                <a:solidFill>
                  <a:schemeClr val="accent5"/>
                </a:solidFill>
              </a:rPr>
              <a:t> </a:t>
            </a:r>
            <a:r>
              <a:rPr lang="en-US" dirty="0"/>
              <a:t>day of each month</a:t>
            </a:r>
          </a:p>
          <a:p>
            <a:r>
              <a:rPr lang="en-US" dirty="0"/>
              <a:t>Withholding taxes will be deducted from the employee’s bi-monthly payroll earnings</a:t>
            </a:r>
          </a:p>
          <a:p>
            <a:r>
              <a:rPr lang="en-US" dirty="0"/>
              <a:t>Government mandated contributions: </a:t>
            </a:r>
          </a:p>
          <a:p>
            <a:pPr marL="0" indent="0">
              <a:buNone/>
            </a:pPr>
            <a:r>
              <a:rPr lang="en-US" dirty="0"/>
              <a:t>	- SSS (bi-monthly)</a:t>
            </a:r>
          </a:p>
          <a:p>
            <a:pPr marL="0" indent="0">
              <a:buNone/>
            </a:pPr>
            <a:r>
              <a:rPr lang="en-US" dirty="0"/>
              <a:t>	- </a:t>
            </a:r>
            <a:r>
              <a:rPr lang="en-US" dirty="0" err="1"/>
              <a:t>Philhealth</a:t>
            </a:r>
            <a:r>
              <a:rPr lang="en-US" dirty="0"/>
              <a:t> (bi-monthly)</a:t>
            </a:r>
          </a:p>
          <a:p>
            <a:pPr marL="0" indent="0">
              <a:buNone/>
            </a:pPr>
            <a:r>
              <a:rPr lang="en-US" dirty="0"/>
              <a:t>	- HDMF/</a:t>
            </a:r>
            <a:r>
              <a:rPr lang="en-US" dirty="0" err="1"/>
              <a:t>Pagibig</a:t>
            </a:r>
            <a:r>
              <a:rPr lang="en-US" dirty="0"/>
              <a:t> (every 20th)</a:t>
            </a:r>
          </a:p>
          <a:p>
            <a:r>
              <a:rPr lang="en-US" dirty="0"/>
              <a:t>SSS Loan (bi-monthly)</a:t>
            </a:r>
          </a:p>
          <a:p>
            <a:endParaRPr lang="en-US" dirty="0"/>
          </a:p>
        </p:txBody>
      </p:sp>
    </p:spTree>
    <p:extLst>
      <p:ext uri="{BB962C8B-B14F-4D97-AF65-F5344CB8AC3E}">
        <p14:creationId xmlns:p14="http://schemas.microsoft.com/office/powerpoint/2010/main" val="2941664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D7162-0617-43D2-B302-F7D65A7CDC97}"/>
              </a:ext>
            </a:extLst>
          </p:cNvPr>
          <p:cNvSpPr>
            <a:spLocks noGrp="1"/>
          </p:cNvSpPr>
          <p:nvPr>
            <p:ph type="title"/>
          </p:nvPr>
        </p:nvSpPr>
        <p:spPr/>
        <p:txBody>
          <a:bodyPr>
            <a:normAutofit/>
          </a:bodyPr>
          <a:lstStyle/>
          <a:p>
            <a:r>
              <a:rPr lang="en-US" dirty="0"/>
              <a:t>Payroll Pointers</a:t>
            </a:r>
          </a:p>
        </p:txBody>
      </p:sp>
      <p:sp>
        <p:nvSpPr>
          <p:cNvPr id="3" name="Slide Number Placeholder 2">
            <a:extLst>
              <a:ext uri="{FF2B5EF4-FFF2-40B4-BE49-F238E27FC236}">
                <a16:creationId xmlns:a16="http://schemas.microsoft.com/office/drawing/2014/main" id="{794D7409-F186-4049-BC31-637553EA5826}"/>
              </a:ext>
            </a:extLst>
          </p:cNvPr>
          <p:cNvSpPr>
            <a:spLocks noGrp="1"/>
          </p:cNvSpPr>
          <p:nvPr>
            <p:ph type="sldNum" sz="quarter" idx="12"/>
          </p:nvPr>
        </p:nvSpPr>
        <p:spPr>
          <a:xfrm>
            <a:off x="10400534" y="5729703"/>
            <a:ext cx="1577824" cy="251969"/>
          </a:xfrm>
        </p:spPr>
        <p:txBody>
          <a:bodyPr/>
          <a:lstStyle/>
          <a:p>
            <a:r>
              <a:rPr lang="en-US"/>
              <a:t>fptsoftware.com | </a:t>
            </a:r>
            <a:fld id="{E012F146-47F9-A646-B182-8CC39B8AD32B}" type="slidenum">
              <a:rPr lang="x-none" smtClean="0"/>
              <a:pPr/>
              <a:t>7</a:t>
            </a:fld>
            <a:endParaRPr lang="x-none"/>
          </a:p>
        </p:txBody>
      </p:sp>
      <p:sp>
        <p:nvSpPr>
          <p:cNvPr id="5" name="Rectangle 4">
            <a:extLst>
              <a:ext uri="{FF2B5EF4-FFF2-40B4-BE49-F238E27FC236}">
                <a16:creationId xmlns:a16="http://schemas.microsoft.com/office/drawing/2014/main" id="{A63459CE-9FE1-45C2-BC1B-A41A51013472}"/>
              </a:ext>
            </a:extLst>
          </p:cNvPr>
          <p:cNvSpPr/>
          <p:nvPr/>
        </p:nvSpPr>
        <p:spPr>
          <a:xfrm>
            <a:off x="451758" y="1545757"/>
            <a:ext cx="5399500" cy="4305559"/>
          </a:xfrm>
          <a:prstGeom prst="rect">
            <a:avLst/>
          </a:prstGeom>
          <a:solidFill>
            <a:schemeClr val="bg2">
              <a:lumMod val="95000"/>
            </a:scheme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D4BD33EB-D0F9-4E36-979A-91C038DE22CA}"/>
              </a:ext>
            </a:extLst>
          </p:cNvPr>
          <p:cNvSpPr txBox="1"/>
          <p:nvPr/>
        </p:nvSpPr>
        <p:spPr>
          <a:xfrm>
            <a:off x="451758" y="1656977"/>
            <a:ext cx="4848241" cy="1703030"/>
          </a:xfrm>
          <a:prstGeom prst="rect">
            <a:avLst/>
          </a:prstGeom>
          <a:noFill/>
        </p:spPr>
        <p:txBody>
          <a:bodyPr wrap="square">
            <a:spAutoFit/>
          </a:bodyPr>
          <a:lstStyle/>
          <a:p>
            <a:pPr marL="342900" lvl="0" indent="-342900" rtl="0">
              <a:spcBef>
                <a:spcPts val="0"/>
              </a:spcBef>
              <a:spcAft>
                <a:spcPts val="0"/>
              </a:spcAft>
              <a:buSzPts val="2000"/>
              <a:buFont typeface="Wingdings" panose="05000000000000000000" pitchFamily="2" charset="2"/>
              <a:buChar char="q"/>
            </a:pPr>
            <a:r>
              <a:rPr lang="en-US" sz="2000" dirty="0">
                <a:solidFill>
                  <a:schemeClr val="accent5"/>
                </a:solidFill>
              </a:rPr>
              <a:t>For 20</a:t>
            </a:r>
            <a:r>
              <a:rPr lang="en-US" sz="2000" baseline="30000" dirty="0">
                <a:solidFill>
                  <a:schemeClr val="accent5"/>
                </a:solidFill>
              </a:rPr>
              <a:t>th</a:t>
            </a:r>
            <a:r>
              <a:rPr lang="en-US" sz="2000" dirty="0">
                <a:solidFill>
                  <a:schemeClr val="accent5"/>
                </a:solidFill>
              </a:rPr>
              <a:t> pay day, payroll period is from 1 to 15</a:t>
            </a:r>
            <a:r>
              <a:rPr lang="en-US" sz="2000" baseline="30000" dirty="0">
                <a:solidFill>
                  <a:schemeClr val="accent5"/>
                </a:solidFill>
              </a:rPr>
              <a:t>th</a:t>
            </a:r>
            <a:endParaRPr lang="en-US" sz="2000" dirty="0">
              <a:solidFill>
                <a:schemeClr val="accent5"/>
              </a:solidFill>
            </a:endParaRPr>
          </a:p>
          <a:p>
            <a:pPr marL="342900" lvl="0" indent="-342900" rtl="0">
              <a:spcBef>
                <a:spcPts val="400"/>
              </a:spcBef>
              <a:spcAft>
                <a:spcPts val="0"/>
              </a:spcAft>
              <a:buSzPts val="2000"/>
              <a:buFont typeface="Wingdings" panose="05000000000000000000" pitchFamily="2" charset="2"/>
              <a:buChar char="q"/>
            </a:pPr>
            <a:r>
              <a:rPr lang="en-US" sz="2000" dirty="0">
                <a:solidFill>
                  <a:schemeClr val="accent5"/>
                </a:solidFill>
              </a:rPr>
              <a:t>For 5</a:t>
            </a:r>
            <a:r>
              <a:rPr lang="en-US" sz="2000" baseline="30000" dirty="0">
                <a:solidFill>
                  <a:schemeClr val="accent5"/>
                </a:solidFill>
              </a:rPr>
              <a:t>th</a:t>
            </a:r>
            <a:r>
              <a:rPr lang="en-US" sz="2000" dirty="0">
                <a:solidFill>
                  <a:schemeClr val="accent5"/>
                </a:solidFill>
              </a:rPr>
              <a:t> pay day, payroll period is from 16 to 30</a:t>
            </a:r>
            <a:r>
              <a:rPr lang="en-US" sz="2000" baseline="30000" dirty="0">
                <a:solidFill>
                  <a:schemeClr val="accent5"/>
                </a:solidFill>
              </a:rPr>
              <a:t>th / </a:t>
            </a:r>
            <a:r>
              <a:rPr lang="en-US" sz="2000" dirty="0">
                <a:solidFill>
                  <a:schemeClr val="accent5"/>
                </a:solidFill>
              </a:rPr>
              <a:t>31</a:t>
            </a:r>
            <a:r>
              <a:rPr lang="en-US" sz="2000" baseline="30000" dirty="0">
                <a:solidFill>
                  <a:schemeClr val="accent5"/>
                </a:solidFill>
              </a:rPr>
              <a:t>st    </a:t>
            </a:r>
            <a:endParaRPr lang="en-US" sz="2000" dirty="0">
              <a:solidFill>
                <a:schemeClr val="accent5"/>
              </a:solidFill>
            </a:endParaRPr>
          </a:p>
          <a:p>
            <a:pPr marL="0" lvl="0" indent="0" rtl="0">
              <a:spcBef>
                <a:spcPts val="400"/>
              </a:spcBef>
              <a:spcAft>
                <a:spcPts val="0"/>
              </a:spcAft>
              <a:buClr>
                <a:schemeClr val="dk1"/>
              </a:buClr>
              <a:buSzPts val="2000"/>
              <a:buNone/>
            </a:pPr>
            <a:endParaRPr lang="en-US" sz="1800" dirty="0"/>
          </a:p>
        </p:txBody>
      </p:sp>
      <p:pic>
        <p:nvPicPr>
          <p:cNvPr id="7" name="Google Shape;1252;p7">
            <a:extLst>
              <a:ext uri="{FF2B5EF4-FFF2-40B4-BE49-F238E27FC236}">
                <a16:creationId xmlns:a16="http://schemas.microsoft.com/office/drawing/2014/main" id="{B76E26D7-D526-49AD-9409-822245E12F1A}"/>
              </a:ext>
            </a:extLst>
          </p:cNvPr>
          <p:cNvPicPr preferRelativeResize="0"/>
          <p:nvPr/>
        </p:nvPicPr>
        <p:blipFill rotWithShape="1">
          <a:blip r:embed="rId2">
            <a:alphaModFix/>
          </a:blip>
          <a:srcRect/>
          <a:stretch/>
        </p:blipFill>
        <p:spPr>
          <a:xfrm>
            <a:off x="827944" y="3471227"/>
            <a:ext cx="4472055" cy="1354729"/>
          </a:xfrm>
          <a:prstGeom prst="rect">
            <a:avLst/>
          </a:prstGeom>
          <a:noFill/>
          <a:ln>
            <a:noFill/>
          </a:ln>
        </p:spPr>
      </p:pic>
      <p:sp>
        <p:nvSpPr>
          <p:cNvPr id="8" name="TextBox 7">
            <a:extLst>
              <a:ext uri="{FF2B5EF4-FFF2-40B4-BE49-F238E27FC236}">
                <a16:creationId xmlns:a16="http://schemas.microsoft.com/office/drawing/2014/main" id="{D7D9B216-A6E1-49E9-8B32-4D5ACCD04235}"/>
              </a:ext>
            </a:extLst>
          </p:cNvPr>
          <p:cNvSpPr txBox="1"/>
          <p:nvPr/>
        </p:nvSpPr>
        <p:spPr>
          <a:xfrm>
            <a:off x="660088" y="4611833"/>
            <a:ext cx="6481916" cy="1323439"/>
          </a:xfrm>
          <a:prstGeom prst="rect">
            <a:avLst/>
          </a:prstGeom>
          <a:noFill/>
        </p:spPr>
        <p:txBody>
          <a:bodyPr wrap="square">
            <a:spAutoFit/>
          </a:bodyPr>
          <a:lstStyle/>
          <a:p>
            <a:pPr marL="0" marR="0" lvl="0" indent="0" algn="l" rtl="0">
              <a:spcBef>
                <a:spcPts val="0"/>
              </a:spcBef>
              <a:spcAft>
                <a:spcPts val="0"/>
              </a:spcAft>
              <a:buNone/>
            </a:pPr>
            <a:endParaRPr lang="en-US" sz="2000" b="1" dirty="0">
              <a:solidFill>
                <a:srgbClr val="FF0000"/>
              </a:solidFill>
              <a:ea typeface="Calibri"/>
              <a:cs typeface="Calibri"/>
              <a:sym typeface="Calibri"/>
            </a:endParaRPr>
          </a:p>
          <a:p>
            <a:pPr marL="0" marR="0" lvl="0" indent="0" algn="l" rtl="0">
              <a:spcBef>
                <a:spcPts val="0"/>
              </a:spcBef>
              <a:spcAft>
                <a:spcPts val="0"/>
              </a:spcAft>
              <a:buNone/>
            </a:pPr>
            <a:r>
              <a:rPr lang="en-US" sz="2000" i="1" dirty="0">
                <a:solidFill>
                  <a:srgbClr val="FF0000"/>
                </a:solidFill>
                <a:ea typeface="Calibri"/>
                <a:cs typeface="Calibri"/>
                <a:sym typeface="Calibri"/>
              </a:rPr>
              <a:t>Except for new hires' first payout: </a:t>
            </a:r>
            <a:endParaRPr lang="en-US" sz="2000" dirty="0"/>
          </a:p>
          <a:p>
            <a:pPr marL="0" marR="0" lvl="0" indent="0" algn="l" rtl="0">
              <a:spcBef>
                <a:spcPts val="0"/>
              </a:spcBef>
              <a:spcAft>
                <a:spcPts val="0"/>
              </a:spcAft>
              <a:buNone/>
            </a:pPr>
            <a:r>
              <a:rPr lang="en-US" sz="2000" i="1" dirty="0">
                <a:solidFill>
                  <a:srgbClr val="FF0000"/>
                </a:solidFill>
                <a:ea typeface="Calibri"/>
                <a:cs typeface="Calibri"/>
                <a:sym typeface="Calibri"/>
              </a:rPr>
              <a:t>cut of 5 days before 15 and end of the month</a:t>
            </a:r>
            <a:endParaRPr lang="en-US" sz="2000" dirty="0"/>
          </a:p>
          <a:p>
            <a:pPr marL="0" marR="0" lvl="0" indent="0" algn="l" rtl="0">
              <a:spcBef>
                <a:spcPts val="0"/>
              </a:spcBef>
              <a:spcAft>
                <a:spcPts val="0"/>
              </a:spcAft>
              <a:buNone/>
            </a:pPr>
            <a:endParaRPr lang="en-US" sz="2000" b="1" dirty="0">
              <a:solidFill>
                <a:srgbClr val="FF0000"/>
              </a:solidFill>
              <a:ea typeface="Calibri"/>
              <a:cs typeface="Calibri"/>
              <a:sym typeface="Calibri"/>
            </a:endParaRPr>
          </a:p>
        </p:txBody>
      </p:sp>
      <p:sp>
        <p:nvSpPr>
          <p:cNvPr id="9" name="Rectangle 8">
            <a:extLst>
              <a:ext uri="{FF2B5EF4-FFF2-40B4-BE49-F238E27FC236}">
                <a16:creationId xmlns:a16="http://schemas.microsoft.com/office/drawing/2014/main" id="{0C2DADBB-AEEE-42F0-A7A6-B86C2E9591A6}"/>
              </a:ext>
            </a:extLst>
          </p:cNvPr>
          <p:cNvSpPr/>
          <p:nvPr/>
        </p:nvSpPr>
        <p:spPr>
          <a:xfrm>
            <a:off x="6166285" y="1550128"/>
            <a:ext cx="5714527" cy="4305559"/>
          </a:xfrm>
          <a:prstGeom prst="rect">
            <a:avLst/>
          </a:prstGeom>
          <a:solidFill>
            <a:schemeClr val="bg2">
              <a:lumMod val="95000"/>
            </a:scheme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AC6C1F6-6090-42E2-ABB0-DDBB9D99FF42}"/>
              </a:ext>
            </a:extLst>
          </p:cNvPr>
          <p:cNvSpPr txBox="1"/>
          <p:nvPr/>
        </p:nvSpPr>
        <p:spPr>
          <a:xfrm>
            <a:off x="6166285" y="1642461"/>
            <a:ext cx="5714527" cy="2010807"/>
          </a:xfrm>
          <a:prstGeom prst="rect">
            <a:avLst/>
          </a:prstGeom>
          <a:noFill/>
        </p:spPr>
        <p:txBody>
          <a:bodyPr wrap="square">
            <a:spAutoFit/>
          </a:bodyPr>
          <a:lstStyle/>
          <a:p>
            <a:pPr marL="342900" marR="0" lvl="0" indent="-342900" algn="l" rtl="0">
              <a:spcBef>
                <a:spcPts val="0"/>
              </a:spcBef>
              <a:spcAft>
                <a:spcPts val="0"/>
              </a:spcAft>
              <a:buSzPts val="2000"/>
              <a:buFont typeface="Wingdings" panose="05000000000000000000" pitchFamily="2" charset="2"/>
              <a:buChar char="q"/>
            </a:pPr>
            <a:r>
              <a:rPr lang="en-US" sz="2000" dirty="0">
                <a:solidFill>
                  <a:schemeClr val="accent5"/>
                </a:solidFill>
                <a:ea typeface="Calibri"/>
                <a:cs typeface="Calibri"/>
                <a:sym typeface="Calibri"/>
              </a:rPr>
              <a:t>Salary adjustments from 1-15 will be credited on the 5</a:t>
            </a:r>
            <a:r>
              <a:rPr lang="en-US" sz="2000" baseline="30000" dirty="0">
                <a:solidFill>
                  <a:schemeClr val="accent5"/>
                </a:solidFill>
                <a:ea typeface="Calibri"/>
                <a:cs typeface="Calibri"/>
                <a:sym typeface="Calibri"/>
              </a:rPr>
              <a:t>th</a:t>
            </a:r>
            <a:r>
              <a:rPr lang="en-US" sz="2000" dirty="0">
                <a:solidFill>
                  <a:schemeClr val="accent5"/>
                </a:solidFill>
                <a:ea typeface="Calibri"/>
                <a:cs typeface="Calibri"/>
                <a:sym typeface="Calibri"/>
              </a:rPr>
              <a:t> pay day of the succeeding month</a:t>
            </a:r>
            <a:endParaRPr lang="en-US" sz="2000" dirty="0">
              <a:solidFill>
                <a:schemeClr val="accent5"/>
              </a:solidFill>
            </a:endParaRPr>
          </a:p>
          <a:p>
            <a:pPr marL="342900" marR="0" lvl="0" indent="-342900" algn="l" rtl="0">
              <a:spcBef>
                <a:spcPts val="400"/>
              </a:spcBef>
              <a:spcAft>
                <a:spcPts val="0"/>
              </a:spcAft>
              <a:buSzPts val="2000"/>
              <a:buFont typeface="Wingdings" panose="05000000000000000000" pitchFamily="2" charset="2"/>
              <a:buChar char="q"/>
            </a:pPr>
            <a:r>
              <a:rPr lang="en-US" sz="2000" dirty="0">
                <a:solidFill>
                  <a:schemeClr val="accent5"/>
                </a:solidFill>
                <a:ea typeface="Calibri"/>
                <a:cs typeface="Calibri"/>
                <a:sym typeface="Calibri"/>
              </a:rPr>
              <a:t>Salary adjustments from 16-30/31 will be credited on the 20</a:t>
            </a:r>
            <a:r>
              <a:rPr lang="en-US" sz="2000" baseline="30000" dirty="0">
                <a:solidFill>
                  <a:schemeClr val="accent5"/>
                </a:solidFill>
                <a:ea typeface="Calibri"/>
                <a:cs typeface="Calibri"/>
                <a:sym typeface="Calibri"/>
              </a:rPr>
              <a:t>th</a:t>
            </a:r>
            <a:r>
              <a:rPr lang="en-US" sz="2000" dirty="0">
                <a:solidFill>
                  <a:schemeClr val="accent5"/>
                </a:solidFill>
                <a:ea typeface="Calibri"/>
                <a:cs typeface="Calibri"/>
                <a:sym typeface="Calibri"/>
              </a:rPr>
              <a:t> pay day of the succeeding month</a:t>
            </a:r>
            <a:endParaRPr lang="en-US" sz="2000" dirty="0">
              <a:solidFill>
                <a:schemeClr val="accent5"/>
              </a:solidFill>
            </a:endParaRPr>
          </a:p>
          <a:p>
            <a:pPr marL="342900" marR="0" lvl="0" indent="-215900" algn="l" rtl="0">
              <a:spcBef>
                <a:spcPts val="400"/>
              </a:spcBef>
              <a:spcAft>
                <a:spcPts val="0"/>
              </a:spcAft>
              <a:buClr>
                <a:schemeClr val="dk1"/>
              </a:buClr>
              <a:buSzPts val="2000"/>
              <a:buFont typeface="Arial"/>
              <a:buNone/>
            </a:pPr>
            <a:endParaRPr lang="en-US" sz="1800" dirty="0">
              <a:solidFill>
                <a:schemeClr val="dk1"/>
              </a:solidFill>
              <a:ea typeface="Calibri"/>
              <a:cs typeface="Calibri"/>
              <a:sym typeface="Calibri"/>
            </a:endParaRPr>
          </a:p>
        </p:txBody>
      </p:sp>
      <p:pic>
        <p:nvPicPr>
          <p:cNvPr id="11" name="Google Shape;1254;p7">
            <a:extLst>
              <a:ext uri="{FF2B5EF4-FFF2-40B4-BE49-F238E27FC236}">
                <a16:creationId xmlns:a16="http://schemas.microsoft.com/office/drawing/2014/main" id="{3F47E255-C888-4731-A54F-99A3BB99B82F}"/>
              </a:ext>
            </a:extLst>
          </p:cNvPr>
          <p:cNvPicPr preferRelativeResize="0"/>
          <p:nvPr/>
        </p:nvPicPr>
        <p:blipFill rotWithShape="1">
          <a:blip r:embed="rId3">
            <a:alphaModFix/>
          </a:blip>
          <a:srcRect/>
          <a:stretch/>
        </p:blipFill>
        <p:spPr>
          <a:xfrm>
            <a:off x="6606174" y="3471227"/>
            <a:ext cx="4751281" cy="1391613"/>
          </a:xfrm>
          <a:prstGeom prst="rect">
            <a:avLst/>
          </a:prstGeom>
          <a:noFill/>
          <a:ln>
            <a:noFill/>
          </a:ln>
        </p:spPr>
      </p:pic>
    </p:spTree>
    <p:extLst>
      <p:ext uri="{BB962C8B-B14F-4D97-AF65-F5344CB8AC3E}">
        <p14:creationId xmlns:p14="http://schemas.microsoft.com/office/powerpoint/2010/main" val="3593313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A6D3D-F2F6-45A7-A21A-2A17AB82CE9D}"/>
              </a:ext>
            </a:extLst>
          </p:cNvPr>
          <p:cNvSpPr>
            <a:spLocks noGrp="1"/>
          </p:cNvSpPr>
          <p:nvPr>
            <p:ph type="title"/>
          </p:nvPr>
        </p:nvSpPr>
        <p:spPr/>
        <p:txBody>
          <a:bodyPr>
            <a:normAutofit/>
          </a:bodyPr>
          <a:lstStyle/>
          <a:p>
            <a:r>
              <a:rPr lang="en-US" dirty="0"/>
              <a:t>13th Month Pay</a:t>
            </a:r>
          </a:p>
        </p:txBody>
      </p:sp>
      <p:sp>
        <p:nvSpPr>
          <p:cNvPr id="3" name="Slide Number Placeholder 2">
            <a:extLst>
              <a:ext uri="{FF2B5EF4-FFF2-40B4-BE49-F238E27FC236}">
                <a16:creationId xmlns:a16="http://schemas.microsoft.com/office/drawing/2014/main" id="{64374CB0-EA1F-4B36-BCBA-2E1E96B54B45}"/>
              </a:ext>
            </a:extLst>
          </p:cNvPr>
          <p:cNvSpPr>
            <a:spLocks noGrp="1"/>
          </p:cNvSpPr>
          <p:nvPr>
            <p:ph type="sldNum" sz="quarter" idx="12"/>
          </p:nvPr>
        </p:nvSpPr>
        <p:spPr/>
        <p:txBody>
          <a:bodyPr/>
          <a:lstStyle/>
          <a:p>
            <a:r>
              <a:rPr lang="en-US"/>
              <a:t>fptsoftware.com | </a:t>
            </a:r>
            <a:fld id="{E012F146-47F9-A646-B182-8CC39B8AD32B}" type="slidenum">
              <a:rPr lang="x-none" smtClean="0"/>
              <a:pPr/>
              <a:t>8</a:t>
            </a:fld>
            <a:endParaRPr lang="x-none"/>
          </a:p>
        </p:txBody>
      </p:sp>
      <p:sp>
        <p:nvSpPr>
          <p:cNvPr id="4" name="Text Placeholder 3">
            <a:extLst>
              <a:ext uri="{FF2B5EF4-FFF2-40B4-BE49-F238E27FC236}">
                <a16:creationId xmlns:a16="http://schemas.microsoft.com/office/drawing/2014/main" id="{D320B342-99F0-48A1-8C99-13D3E3CA0A45}"/>
              </a:ext>
            </a:extLst>
          </p:cNvPr>
          <p:cNvSpPr>
            <a:spLocks noGrp="1"/>
          </p:cNvSpPr>
          <p:nvPr>
            <p:ph type="body" sz="quarter" idx="13"/>
          </p:nvPr>
        </p:nvSpPr>
        <p:spPr/>
        <p:txBody>
          <a:bodyPr/>
          <a:lstStyle/>
          <a:p>
            <a:r>
              <a:rPr lang="en-US" dirty="0"/>
              <a:t>Employees who have worked for the Company for a full year are entitled to a full month’s pay (less deductions for unauthorized or unjustified leaves and absences) using the employee’s most recent basic pay as basis.</a:t>
            </a:r>
          </a:p>
          <a:p>
            <a:r>
              <a:rPr lang="en-US" dirty="0"/>
              <a:t>Those who worked for less than a year shall receive a prorated amount. </a:t>
            </a:r>
          </a:p>
          <a:p>
            <a:r>
              <a:rPr lang="en-US" dirty="0"/>
              <a:t>The minimum 13th month pay is not less than 1/12 of the total basic salary earned by an employee within a calendar year. </a:t>
            </a:r>
          </a:p>
          <a:p>
            <a:r>
              <a:rPr lang="en-US" dirty="0"/>
              <a:t>The 13th month pay will be paid out no later than the 24th of December, as specified by law.</a:t>
            </a:r>
          </a:p>
        </p:txBody>
      </p:sp>
    </p:spTree>
    <p:extLst>
      <p:ext uri="{BB962C8B-B14F-4D97-AF65-F5344CB8AC3E}">
        <p14:creationId xmlns:p14="http://schemas.microsoft.com/office/powerpoint/2010/main" val="1445943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4" name="Rectangle 7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EA1779-6AD3-4080-9092-985C20F38E1F}"/>
              </a:ext>
            </a:extLst>
          </p:cNvPr>
          <p:cNvSpPr txBox="1"/>
          <p:nvPr/>
        </p:nvSpPr>
        <p:spPr>
          <a:xfrm>
            <a:off x="590719" y="2330505"/>
            <a:ext cx="5278066" cy="3979585"/>
          </a:xfrm>
          <a:prstGeom prst="rect">
            <a:avLst/>
          </a:prstGeom>
        </p:spPr>
        <p:txBody>
          <a:bodyPr vert="horz" lIns="91440" tIns="45720" rIns="91440" bIns="45720" rtlCol="0" anchor="ctr">
            <a:normAutofit/>
          </a:bodyPr>
          <a:lstStyle/>
          <a:p>
            <a:pPr lvl="0">
              <a:lnSpc>
                <a:spcPct val="90000"/>
              </a:lnSpc>
              <a:spcBef>
                <a:spcPts val="0"/>
              </a:spcBef>
              <a:spcAft>
                <a:spcPts val="600"/>
              </a:spcAft>
              <a:buClr>
                <a:srgbClr val="F27228"/>
              </a:buClr>
              <a:buSzPts val="2400"/>
            </a:pPr>
            <a:endParaRPr lang="en-US" sz="2000" dirty="0"/>
          </a:p>
        </p:txBody>
      </p:sp>
      <p:sp>
        <p:nvSpPr>
          <p:cNvPr id="79" name="Rectangle 7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Total Rewards - Statutory Benefits 2019 - SightsIn Plus">
            <a:extLst>
              <a:ext uri="{FF2B5EF4-FFF2-40B4-BE49-F238E27FC236}">
                <a16:creationId xmlns:a16="http://schemas.microsoft.com/office/drawing/2014/main" id="{9DF79D05-6B28-4C92-A8CC-B4A37DDAE02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09089" y="581892"/>
            <a:ext cx="4146100" cy="2518756"/>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82">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934EA-2309-4D4B-A31C-A9812E9DF7F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6787" b="26203"/>
          <a:stretch/>
        </p:blipFill>
        <p:spPr>
          <a:xfrm>
            <a:off x="6900079" y="4320297"/>
            <a:ext cx="4395569" cy="1466332"/>
          </a:xfrm>
          <a:prstGeom prst="rect">
            <a:avLst/>
          </a:prstGeom>
        </p:spPr>
      </p:pic>
      <p:sp>
        <p:nvSpPr>
          <p:cNvPr id="2" name="Slide Number Placeholder 1">
            <a:extLst>
              <a:ext uri="{FF2B5EF4-FFF2-40B4-BE49-F238E27FC236}">
                <a16:creationId xmlns:a16="http://schemas.microsoft.com/office/drawing/2014/main" id="{64B30861-1D25-4E56-97C0-D34A9EE16476}"/>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a:spcAft>
                <a:spcPts val="600"/>
              </a:spcAft>
            </a:pPr>
            <a:fld id="{E012F146-47F9-A646-B182-8CC39B8AD32B}" type="slidenum">
              <a:rPr lang="en-US" smtClean="0">
                <a:solidFill>
                  <a:schemeClr val="tx1">
                    <a:tint val="75000"/>
                  </a:schemeClr>
                </a:solidFill>
              </a:rPr>
              <a:pPr>
                <a:spcAft>
                  <a:spcPts val="600"/>
                </a:spcAft>
              </a:pPr>
              <a:t>9</a:t>
            </a:fld>
            <a:endParaRPr lang="en-US">
              <a:solidFill>
                <a:schemeClr val="tx1">
                  <a:tint val="75000"/>
                </a:schemeClr>
              </a:solidFill>
            </a:endParaRPr>
          </a:p>
        </p:txBody>
      </p:sp>
      <p:sp>
        <p:nvSpPr>
          <p:cNvPr id="259" name="TextBox 258">
            <a:extLst>
              <a:ext uri="{FF2B5EF4-FFF2-40B4-BE49-F238E27FC236}">
                <a16:creationId xmlns:a16="http://schemas.microsoft.com/office/drawing/2014/main" id="{732759BC-7526-45D4-AB3A-B47BD4F0D94B}"/>
              </a:ext>
            </a:extLst>
          </p:cNvPr>
          <p:cNvSpPr txBox="1"/>
          <p:nvPr/>
        </p:nvSpPr>
        <p:spPr>
          <a:xfrm>
            <a:off x="808160" y="1503929"/>
            <a:ext cx="6309360" cy="584775"/>
          </a:xfrm>
          <a:prstGeom prst="rect">
            <a:avLst/>
          </a:prstGeom>
          <a:noFill/>
        </p:spPr>
        <p:txBody>
          <a:bodyPr wrap="square">
            <a:spAutoFit/>
          </a:bodyPr>
          <a:lstStyle/>
          <a:p>
            <a:pPr marL="0" lvl="0" indent="0" algn="l" rtl="0">
              <a:spcBef>
                <a:spcPts val="0"/>
              </a:spcBef>
              <a:spcAft>
                <a:spcPts val="0"/>
              </a:spcAft>
              <a:buClr>
                <a:srgbClr val="F27228"/>
              </a:buClr>
              <a:buSzPts val="3600"/>
              <a:buFont typeface="Arial"/>
              <a:buNone/>
            </a:pPr>
            <a:r>
              <a:rPr lang="en-US" sz="3200" b="1" dirty="0"/>
              <a:t>STATUATORY BENEFITS</a:t>
            </a:r>
          </a:p>
        </p:txBody>
      </p:sp>
      <p:sp>
        <p:nvSpPr>
          <p:cNvPr id="260" name="TextBox 259">
            <a:extLst>
              <a:ext uri="{FF2B5EF4-FFF2-40B4-BE49-F238E27FC236}">
                <a16:creationId xmlns:a16="http://schemas.microsoft.com/office/drawing/2014/main" id="{1FB22C3F-EE2F-487F-857A-0A6E81AFAF5E}"/>
              </a:ext>
            </a:extLst>
          </p:cNvPr>
          <p:cNvSpPr txBox="1"/>
          <p:nvPr/>
        </p:nvSpPr>
        <p:spPr>
          <a:xfrm>
            <a:off x="590719" y="2174705"/>
            <a:ext cx="6309360" cy="461665"/>
          </a:xfrm>
          <a:prstGeom prst="rect">
            <a:avLst/>
          </a:prstGeom>
          <a:noFill/>
        </p:spPr>
        <p:txBody>
          <a:bodyPr wrap="square">
            <a:spAutoFit/>
          </a:bodyPr>
          <a:lstStyle/>
          <a:p>
            <a:pPr marL="0" lvl="0" indent="0" algn="l" rtl="0">
              <a:spcBef>
                <a:spcPts val="0"/>
              </a:spcBef>
              <a:spcAft>
                <a:spcPts val="0"/>
              </a:spcAft>
              <a:buClr>
                <a:srgbClr val="F27228"/>
              </a:buClr>
              <a:buSzPts val="2400"/>
              <a:buFont typeface="Arial"/>
              <a:buNone/>
            </a:pPr>
            <a:r>
              <a:rPr lang="en-US" sz="2400" i="1" dirty="0"/>
              <a:t>GOVERNMENT MANDATED BENEFITS</a:t>
            </a:r>
            <a:endParaRPr lang="en-US" sz="2400" dirty="0"/>
          </a:p>
        </p:txBody>
      </p:sp>
    </p:spTree>
    <p:extLst>
      <p:ext uri="{BB962C8B-B14F-4D97-AF65-F5344CB8AC3E}">
        <p14:creationId xmlns:p14="http://schemas.microsoft.com/office/powerpoint/2010/main" val="2395798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AB60-A620-4D8C-8898-E7D301448E3D}"/>
              </a:ext>
            </a:extLst>
          </p:cNvPr>
          <p:cNvSpPr>
            <a:spLocks noGrp="1"/>
          </p:cNvSpPr>
          <p:nvPr>
            <p:ph type="title"/>
          </p:nvPr>
        </p:nvSpPr>
        <p:spPr/>
        <p:txBody>
          <a:bodyPr>
            <a:normAutofit/>
          </a:bodyPr>
          <a:lstStyle/>
          <a:p>
            <a:r>
              <a:rPr lang="en-US" dirty="0"/>
              <a:t>SOCIAL SECURITY SYSTEM Benefit</a:t>
            </a:r>
          </a:p>
        </p:txBody>
      </p:sp>
      <p:sp>
        <p:nvSpPr>
          <p:cNvPr id="3" name="Slide Number Placeholder 2">
            <a:extLst>
              <a:ext uri="{FF2B5EF4-FFF2-40B4-BE49-F238E27FC236}">
                <a16:creationId xmlns:a16="http://schemas.microsoft.com/office/drawing/2014/main" id="{7B15FDE5-0753-403E-B2BC-C57677D4E6DF}"/>
              </a:ext>
            </a:extLst>
          </p:cNvPr>
          <p:cNvSpPr>
            <a:spLocks noGrp="1"/>
          </p:cNvSpPr>
          <p:nvPr>
            <p:ph type="sldNum" sz="quarter" idx="12"/>
          </p:nvPr>
        </p:nvSpPr>
        <p:spPr/>
        <p:txBody>
          <a:bodyPr/>
          <a:lstStyle/>
          <a:p>
            <a:r>
              <a:rPr lang="en-US"/>
              <a:t>fptsoftware.com | </a:t>
            </a:r>
            <a:fld id="{E012F146-47F9-A646-B182-8CC39B8AD32B}" type="slidenum">
              <a:rPr lang="x-none" smtClean="0"/>
              <a:pPr/>
              <a:t>10</a:t>
            </a:fld>
            <a:endParaRPr lang="x-none"/>
          </a:p>
        </p:txBody>
      </p:sp>
      <p:sp>
        <p:nvSpPr>
          <p:cNvPr id="4" name="Text Placeholder 3">
            <a:extLst>
              <a:ext uri="{FF2B5EF4-FFF2-40B4-BE49-F238E27FC236}">
                <a16:creationId xmlns:a16="http://schemas.microsoft.com/office/drawing/2014/main" id="{566ABA8D-CF3A-472D-AE16-526C286F2F7C}"/>
              </a:ext>
            </a:extLst>
          </p:cNvPr>
          <p:cNvSpPr>
            <a:spLocks noGrp="1"/>
          </p:cNvSpPr>
          <p:nvPr>
            <p:ph type="body" sz="quarter" idx="13"/>
          </p:nvPr>
        </p:nvSpPr>
        <p:spPr/>
        <p:txBody>
          <a:bodyPr/>
          <a:lstStyle/>
          <a:p>
            <a:pPr marL="0" indent="0">
              <a:buNone/>
            </a:pPr>
            <a:r>
              <a:rPr lang="en-US" dirty="0">
                <a:solidFill>
                  <a:srgbClr val="0070C0"/>
                </a:solidFill>
              </a:rPr>
              <a:t>Employee’s SSS contributions are deducted from their salaries and withheld by their respective employers on a monthly basis. Employers have a share in the monthly contribution.</a:t>
            </a:r>
            <a:endParaRPr lang="vi-VN" dirty="0">
              <a:solidFill>
                <a:srgbClr val="0070C0"/>
              </a:solidFill>
            </a:endParaRPr>
          </a:p>
          <a:p>
            <a:r>
              <a:rPr lang="en-US" b="1" dirty="0"/>
              <a:t>Sickness</a:t>
            </a:r>
            <a:r>
              <a:rPr lang="en-US" dirty="0">
                <a:solidFill>
                  <a:schemeClr val="tx1"/>
                </a:solidFill>
              </a:rPr>
              <a:t> </a:t>
            </a:r>
            <a:r>
              <a:rPr lang="en-US" dirty="0"/>
              <a:t>- </a:t>
            </a:r>
            <a:r>
              <a:rPr lang="en-US" i="1" dirty="0"/>
              <a:t>a daily cash allowance paid for the number of days a member is unable to work due to sickness or injury.</a:t>
            </a:r>
          </a:p>
          <a:p>
            <a:pPr marL="0" indent="0">
              <a:buNone/>
            </a:pPr>
            <a:endParaRPr lang="en-US" dirty="0">
              <a:solidFill>
                <a:srgbClr val="4494CC"/>
              </a:solidFill>
            </a:endParaRPr>
          </a:p>
        </p:txBody>
      </p:sp>
    </p:spTree>
    <p:extLst>
      <p:ext uri="{BB962C8B-B14F-4D97-AF65-F5344CB8AC3E}">
        <p14:creationId xmlns:p14="http://schemas.microsoft.com/office/powerpoint/2010/main" val="2250287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BB44-81DB-44D1-8DD6-C1D3E0B52BAC}"/>
              </a:ext>
            </a:extLst>
          </p:cNvPr>
          <p:cNvSpPr>
            <a:spLocks noGrp="1"/>
          </p:cNvSpPr>
          <p:nvPr>
            <p:ph type="title"/>
          </p:nvPr>
        </p:nvSpPr>
        <p:spPr/>
        <p:txBody>
          <a:bodyPr>
            <a:normAutofit/>
          </a:bodyPr>
          <a:lstStyle/>
          <a:p>
            <a:r>
              <a:rPr lang="en-US" dirty="0"/>
              <a:t>SOCIAL SECURITY SYSTEM Benefit</a:t>
            </a:r>
          </a:p>
        </p:txBody>
      </p:sp>
      <p:sp>
        <p:nvSpPr>
          <p:cNvPr id="3" name="Slide Number Placeholder 2">
            <a:extLst>
              <a:ext uri="{FF2B5EF4-FFF2-40B4-BE49-F238E27FC236}">
                <a16:creationId xmlns:a16="http://schemas.microsoft.com/office/drawing/2014/main" id="{EBC5F266-3015-40BC-9DE6-FF9C14922761}"/>
              </a:ext>
            </a:extLst>
          </p:cNvPr>
          <p:cNvSpPr>
            <a:spLocks noGrp="1"/>
          </p:cNvSpPr>
          <p:nvPr>
            <p:ph type="sldNum" sz="quarter" idx="12"/>
          </p:nvPr>
        </p:nvSpPr>
        <p:spPr/>
        <p:txBody>
          <a:bodyPr/>
          <a:lstStyle/>
          <a:p>
            <a:r>
              <a:rPr lang="en-US"/>
              <a:t>fptsoftware.com | </a:t>
            </a:r>
            <a:fld id="{E012F146-47F9-A646-B182-8CC39B8AD32B}" type="slidenum">
              <a:rPr lang="x-none" smtClean="0"/>
              <a:pPr/>
              <a:t>11</a:t>
            </a:fld>
            <a:endParaRPr lang="x-none"/>
          </a:p>
        </p:txBody>
      </p:sp>
      <p:sp>
        <p:nvSpPr>
          <p:cNvPr id="4" name="Text Placeholder 3">
            <a:extLst>
              <a:ext uri="{FF2B5EF4-FFF2-40B4-BE49-F238E27FC236}">
                <a16:creationId xmlns:a16="http://schemas.microsoft.com/office/drawing/2014/main" id="{DA7E592E-5C37-4EC9-B2BE-870DF30C7095}"/>
              </a:ext>
            </a:extLst>
          </p:cNvPr>
          <p:cNvSpPr>
            <a:spLocks noGrp="1"/>
          </p:cNvSpPr>
          <p:nvPr>
            <p:ph type="body" sz="quarter" idx="13"/>
          </p:nvPr>
        </p:nvSpPr>
        <p:spPr/>
        <p:txBody>
          <a:bodyPr/>
          <a:lstStyle/>
          <a:p>
            <a:r>
              <a:rPr lang="en-US" b="1" dirty="0">
                <a:ea typeface="Calibri"/>
                <a:cs typeface="Calibri"/>
                <a:sym typeface="Calibri"/>
              </a:rPr>
              <a:t>Maternity</a:t>
            </a:r>
            <a:r>
              <a:rPr lang="en-US" b="1" dirty="0">
                <a:solidFill>
                  <a:schemeClr val="accent5"/>
                </a:solidFill>
                <a:ea typeface="Calibri"/>
                <a:cs typeface="Calibri"/>
                <a:sym typeface="Calibri"/>
              </a:rPr>
              <a:t> </a:t>
            </a:r>
            <a:r>
              <a:rPr lang="en-US" b="1" i="1" dirty="0">
                <a:solidFill>
                  <a:schemeClr val="accent5"/>
                </a:solidFill>
                <a:ea typeface="Calibri"/>
                <a:cs typeface="Calibri"/>
                <a:sym typeface="Calibri"/>
              </a:rPr>
              <a:t>- </a:t>
            </a:r>
            <a:r>
              <a:rPr lang="en-US" i="1" dirty="0">
                <a:solidFill>
                  <a:schemeClr val="accent5"/>
                </a:solidFill>
                <a:ea typeface="Calibri"/>
                <a:cs typeface="Calibri"/>
                <a:sym typeface="Calibri"/>
              </a:rPr>
              <a:t>a daily cash allowance granted to a female member who was unable to work due to childbirth or miscarriage. </a:t>
            </a:r>
            <a:r>
              <a:rPr lang="en-US" i="1" dirty="0">
                <a:solidFill>
                  <a:srgbClr val="202124"/>
                </a:solidFill>
                <a:ea typeface="Calibri"/>
                <a:cs typeface="Calibri" panose="020F0502020204030204" pitchFamily="34" charset="0"/>
                <a:sym typeface="Calibri"/>
              </a:rPr>
              <a:t>O</a:t>
            </a:r>
            <a:r>
              <a:rPr lang="en-US" i="1" dirty="0">
                <a:solidFill>
                  <a:srgbClr val="202124"/>
                </a:solidFill>
                <a:cs typeface="Calibri" panose="020F0502020204030204" pitchFamily="34" charset="0"/>
              </a:rPr>
              <a:t>ne hundred and five (105) days for female workers with pay and an option to extend for an additional thirty (30) days without pay. This also grants extension of fifteen (15) days for solo mothers, and for other purposes. </a:t>
            </a:r>
            <a:r>
              <a:rPr lang="en-US" i="1" dirty="0">
                <a:solidFill>
                  <a:srgbClr val="292929"/>
                </a:solidFill>
                <a:cs typeface="Calibri" panose="020F0502020204030204" pitchFamily="34" charset="0"/>
              </a:rPr>
              <a:t>Moreover, a female worker entitled to maternity leave may, at her option, allocate up to seven days  of the paid leave to the child’s father, in addition to the benefits granted to him under the </a:t>
            </a:r>
            <a:r>
              <a:rPr lang="en-US" b="1" i="1" dirty="0">
                <a:solidFill>
                  <a:srgbClr val="1B517C"/>
                </a:solidFill>
                <a:cs typeface="Calibri" panose="020F0502020204030204" pitchFamily="34" charset="0"/>
                <a:hlinkClick r:id="rId2"/>
              </a:rPr>
              <a:t>Paternity Leave Act of 1996</a:t>
            </a:r>
            <a:r>
              <a:rPr lang="en-US" i="1" dirty="0">
                <a:solidFill>
                  <a:srgbClr val="292929"/>
                </a:solidFill>
                <a:cs typeface="Calibri" panose="020F0502020204030204" pitchFamily="34" charset="0"/>
              </a:rPr>
              <a:t> if he is married to the female worker. In case of absence of the father, the benefit may be allocated to an alternate caregiver who’s currently employed, who may be a relative within the fourth civil degree of consanguinity or the current partner of the female worker sharing the same household.</a:t>
            </a:r>
            <a:endParaRPr lang="en-US" i="1" dirty="0">
              <a:solidFill>
                <a:schemeClr val="accent5"/>
              </a:solidFill>
              <a:cs typeface="Calibri" panose="020F0502020204030204" pitchFamily="34" charset="0"/>
            </a:endParaRPr>
          </a:p>
          <a:p>
            <a:endParaRPr lang="en-US" dirty="0"/>
          </a:p>
        </p:txBody>
      </p:sp>
    </p:spTree>
    <p:extLst>
      <p:ext uri="{BB962C8B-B14F-4D97-AF65-F5344CB8AC3E}">
        <p14:creationId xmlns:p14="http://schemas.microsoft.com/office/powerpoint/2010/main" val="2377488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65851-9AA8-4AA0-8C80-226C97DF5D76}"/>
              </a:ext>
            </a:extLst>
          </p:cNvPr>
          <p:cNvSpPr>
            <a:spLocks noGrp="1"/>
          </p:cNvSpPr>
          <p:nvPr>
            <p:ph type="title"/>
          </p:nvPr>
        </p:nvSpPr>
        <p:spPr/>
        <p:txBody>
          <a:bodyPr/>
          <a:lstStyle/>
          <a:p>
            <a:r>
              <a:rPr lang="en-US" dirty="0"/>
              <a:t>SOCIAL SECURITY SYSTEM Benefit</a:t>
            </a:r>
          </a:p>
        </p:txBody>
      </p:sp>
      <p:sp>
        <p:nvSpPr>
          <p:cNvPr id="3" name="Slide Number Placeholder 2">
            <a:extLst>
              <a:ext uri="{FF2B5EF4-FFF2-40B4-BE49-F238E27FC236}">
                <a16:creationId xmlns:a16="http://schemas.microsoft.com/office/drawing/2014/main" id="{2616988C-8FDE-4CA7-BD4B-50CF0192A9D4}"/>
              </a:ext>
            </a:extLst>
          </p:cNvPr>
          <p:cNvSpPr>
            <a:spLocks noGrp="1"/>
          </p:cNvSpPr>
          <p:nvPr>
            <p:ph type="sldNum" sz="quarter" idx="12"/>
          </p:nvPr>
        </p:nvSpPr>
        <p:spPr/>
        <p:txBody>
          <a:bodyPr/>
          <a:lstStyle/>
          <a:p>
            <a:r>
              <a:rPr lang="en-US"/>
              <a:t>fptsoftware.com | </a:t>
            </a:r>
            <a:fld id="{E012F146-47F9-A646-B182-8CC39B8AD32B}" type="slidenum">
              <a:rPr lang="x-none" smtClean="0"/>
              <a:pPr/>
              <a:t>12</a:t>
            </a:fld>
            <a:endParaRPr lang="x-none"/>
          </a:p>
        </p:txBody>
      </p:sp>
      <p:sp>
        <p:nvSpPr>
          <p:cNvPr id="4" name="Text Placeholder 3">
            <a:extLst>
              <a:ext uri="{FF2B5EF4-FFF2-40B4-BE49-F238E27FC236}">
                <a16:creationId xmlns:a16="http://schemas.microsoft.com/office/drawing/2014/main" id="{EF2A90E8-9631-42DE-B16B-028E23A6D5BA}"/>
              </a:ext>
            </a:extLst>
          </p:cNvPr>
          <p:cNvSpPr>
            <a:spLocks noGrp="1"/>
          </p:cNvSpPr>
          <p:nvPr>
            <p:ph type="body" sz="quarter" idx="13"/>
          </p:nvPr>
        </p:nvSpPr>
        <p:spPr/>
        <p:txBody>
          <a:bodyPr/>
          <a:lstStyle/>
          <a:p>
            <a:r>
              <a:rPr lang="en-US" b="1" dirty="0"/>
              <a:t>Disability</a:t>
            </a:r>
            <a:r>
              <a:rPr lang="en-US" dirty="0"/>
              <a:t> - </a:t>
            </a:r>
            <a:r>
              <a:rPr lang="en-US" i="1" dirty="0"/>
              <a:t>a cash benefit granted either as a monthly pension or a lump sum amount - to a member  who becomes permanently disabled, either partially or totally. </a:t>
            </a:r>
          </a:p>
          <a:p>
            <a:r>
              <a:rPr lang="en-US" b="1" dirty="0"/>
              <a:t>Retirement</a:t>
            </a:r>
            <a:r>
              <a:rPr lang="en-US" dirty="0"/>
              <a:t> - </a:t>
            </a:r>
            <a:r>
              <a:rPr lang="en-US" i="1" dirty="0"/>
              <a:t>a cash benefit granted -  either as a monthly pension or a lump sum amount - to a member who can no longer work due to old age. </a:t>
            </a:r>
          </a:p>
          <a:p>
            <a:r>
              <a:rPr lang="en-US" b="1" dirty="0"/>
              <a:t>Death</a:t>
            </a:r>
            <a:r>
              <a:rPr lang="en-US" dirty="0"/>
              <a:t> - </a:t>
            </a:r>
            <a:r>
              <a:rPr lang="en-US" i="1" dirty="0"/>
              <a:t>A cash benefit granted - either as a monthly pension or a lump sum amount - to the beneficiaries of a deceased member. </a:t>
            </a:r>
          </a:p>
          <a:p>
            <a:r>
              <a:rPr lang="en-US" b="1" dirty="0"/>
              <a:t>Funeral</a:t>
            </a:r>
            <a:r>
              <a:rPr lang="en-US" dirty="0"/>
              <a:t> - </a:t>
            </a:r>
            <a:r>
              <a:rPr lang="en-US" i="1" dirty="0"/>
              <a:t>A cash benefit given to whoever pays the burial expenses of the deceased member or pensioner. (pensioner-refers to retiree or partial/total disability pensioner)</a:t>
            </a:r>
          </a:p>
          <a:p>
            <a:endParaRPr lang="en-US" dirty="0"/>
          </a:p>
        </p:txBody>
      </p:sp>
    </p:spTree>
    <p:extLst>
      <p:ext uri="{BB962C8B-B14F-4D97-AF65-F5344CB8AC3E}">
        <p14:creationId xmlns:p14="http://schemas.microsoft.com/office/powerpoint/2010/main" val="2746179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DDDE-2792-4354-9072-AD9C169A27EE}"/>
              </a:ext>
            </a:extLst>
          </p:cNvPr>
          <p:cNvSpPr>
            <a:spLocks noGrp="1"/>
          </p:cNvSpPr>
          <p:nvPr>
            <p:ph type="title"/>
          </p:nvPr>
        </p:nvSpPr>
        <p:spPr/>
        <p:txBody>
          <a:bodyPr>
            <a:normAutofit/>
          </a:bodyPr>
          <a:lstStyle/>
          <a:p>
            <a:r>
              <a:rPr lang="en-US" dirty="0"/>
              <a:t>MEMBER LOAN</a:t>
            </a:r>
          </a:p>
        </p:txBody>
      </p:sp>
      <p:sp>
        <p:nvSpPr>
          <p:cNvPr id="3" name="Slide Number Placeholder 2">
            <a:extLst>
              <a:ext uri="{FF2B5EF4-FFF2-40B4-BE49-F238E27FC236}">
                <a16:creationId xmlns:a16="http://schemas.microsoft.com/office/drawing/2014/main" id="{DE238145-2A3D-402A-9017-A8C0B1CDFBE8}"/>
              </a:ext>
            </a:extLst>
          </p:cNvPr>
          <p:cNvSpPr>
            <a:spLocks noGrp="1"/>
          </p:cNvSpPr>
          <p:nvPr>
            <p:ph type="sldNum" sz="quarter" idx="12"/>
          </p:nvPr>
        </p:nvSpPr>
        <p:spPr/>
        <p:txBody>
          <a:bodyPr/>
          <a:lstStyle/>
          <a:p>
            <a:r>
              <a:rPr lang="en-US"/>
              <a:t>fptsoftware.com | </a:t>
            </a:r>
            <a:fld id="{E012F146-47F9-A646-B182-8CC39B8AD32B}" type="slidenum">
              <a:rPr lang="x-none" smtClean="0"/>
              <a:pPr/>
              <a:t>13</a:t>
            </a:fld>
            <a:endParaRPr lang="x-none"/>
          </a:p>
        </p:txBody>
      </p:sp>
      <p:sp>
        <p:nvSpPr>
          <p:cNvPr id="4" name="Text Placeholder 3">
            <a:extLst>
              <a:ext uri="{FF2B5EF4-FFF2-40B4-BE49-F238E27FC236}">
                <a16:creationId xmlns:a16="http://schemas.microsoft.com/office/drawing/2014/main" id="{013C16F2-3F45-44E8-9E17-3A6BE3AD7EC7}"/>
              </a:ext>
            </a:extLst>
          </p:cNvPr>
          <p:cNvSpPr>
            <a:spLocks noGrp="1"/>
          </p:cNvSpPr>
          <p:nvPr>
            <p:ph type="body" sz="quarter" idx="13"/>
          </p:nvPr>
        </p:nvSpPr>
        <p:spPr/>
        <p:txBody>
          <a:bodyPr/>
          <a:lstStyle/>
          <a:p>
            <a:pPr marL="0" indent="0">
              <a:buNone/>
            </a:pPr>
            <a:r>
              <a:rPr lang="en-US" b="1" dirty="0">
                <a:solidFill>
                  <a:srgbClr val="F37121"/>
                </a:solidFill>
              </a:rPr>
              <a:t>What is a salary loan? </a:t>
            </a:r>
          </a:p>
          <a:p>
            <a:pPr marL="457200" lvl="1" indent="0">
              <a:spcBef>
                <a:spcPts val="0"/>
              </a:spcBef>
              <a:spcAft>
                <a:spcPts val="1200"/>
              </a:spcAft>
              <a:buNone/>
            </a:pPr>
            <a:r>
              <a:rPr lang="en-US" sz="2400" i="1" dirty="0"/>
              <a:t>A cash loan granted to an employed, currently paying self-employed or a voluntary member.  It is intended to meet a member's short-term credit needs.</a:t>
            </a:r>
          </a:p>
          <a:p>
            <a:pPr marL="0" indent="0">
              <a:buNone/>
            </a:pPr>
            <a:r>
              <a:rPr lang="en-US" b="1" dirty="0">
                <a:solidFill>
                  <a:srgbClr val="F37121"/>
                </a:solidFill>
              </a:rPr>
              <a:t>Who may qualify for a salary loan? </a:t>
            </a:r>
          </a:p>
          <a:p>
            <a:pPr marL="457200" lvl="1" indent="0">
              <a:spcBef>
                <a:spcPts val="0"/>
              </a:spcBef>
              <a:spcAft>
                <a:spcPts val="1200"/>
              </a:spcAft>
              <a:buNone/>
            </a:pPr>
            <a:r>
              <a:rPr lang="en-US" sz="2400" i="1" dirty="0"/>
              <a:t>- An employed, currently paying, self-employed or voluntary member (SE/VM) who has 6 posted monthly contributions for the last 12 months prior to filing of application.</a:t>
            </a:r>
          </a:p>
          <a:p>
            <a:pPr marL="457200" lvl="1" indent="0">
              <a:spcBef>
                <a:spcPts val="0"/>
              </a:spcBef>
              <a:spcAft>
                <a:spcPts val="1200"/>
              </a:spcAft>
              <a:buNone/>
            </a:pPr>
            <a:r>
              <a:rPr lang="en-US" sz="2400" i="1" dirty="0"/>
              <a:t>- For one-month loan, the member-borrower must have 36 posted monthly contributions, prior to the month of filing of application. </a:t>
            </a:r>
          </a:p>
          <a:p>
            <a:pPr marL="457200" lvl="1" indent="0">
              <a:spcBef>
                <a:spcPts val="0"/>
              </a:spcBef>
              <a:spcAft>
                <a:spcPts val="1200"/>
              </a:spcAft>
              <a:buNone/>
            </a:pPr>
            <a:r>
              <a:rPr lang="en-US" sz="2400" i="1" dirty="0"/>
              <a:t>- For two-month loan, the member-borrower must have 72 posted monthly contributions.</a:t>
            </a:r>
          </a:p>
          <a:p>
            <a:endParaRPr lang="en-US" dirty="0"/>
          </a:p>
        </p:txBody>
      </p:sp>
    </p:spTree>
    <p:extLst>
      <p:ext uri="{BB962C8B-B14F-4D97-AF65-F5344CB8AC3E}">
        <p14:creationId xmlns:p14="http://schemas.microsoft.com/office/powerpoint/2010/main" val="3396428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70F4-053C-49F6-BD38-8502B86DD91A}"/>
              </a:ext>
            </a:extLst>
          </p:cNvPr>
          <p:cNvSpPr>
            <a:spLocks noGrp="1"/>
          </p:cNvSpPr>
          <p:nvPr>
            <p:ph type="title"/>
          </p:nvPr>
        </p:nvSpPr>
        <p:spPr/>
        <p:txBody>
          <a:bodyPr>
            <a:normAutofit/>
          </a:bodyPr>
          <a:lstStyle/>
          <a:p>
            <a:r>
              <a:rPr lang="en-US" dirty="0"/>
              <a:t>Salary Loan Important Guidelines</a:t>
            </a:r>
          </a:p>
        </p:txBody>
      </p:sp>
      <p:sp>
        <p:nvSpPr>
          <p:cNvPr id="3" name="Slide Number Placeholder 2">
            <a:extLst>
              <a:ext uri="{FF2B5EF4-FFF2-40B4-BE49-F238E27FC236}">
                <a16:creationId xmlns:a16="http://schemas.microsoft.com/office/drawing/2014/main" id="{07552501-CAC6-4B03-9ABB-E440A04F8B44}"/>
              </a:ext>
            </a:extLst>
          </p:cNvPr>
          <p:cNvSpPr>
            <a:spLocks noGrp="1"/>
          </p:cNvSpPr>
          <p:nvPr>
            <p:ph type="sldNum" sz="quarter" idx="12"/>
          </p:nvPr>
        </p:nvSpPr>
        <p:spPr/>
        <p:txBody>
          <a:bodyPr/>
          <a:lstStyle/>
          <a:p>
            <a:r>
              <a:rPr lang="en-US"/>
              <a:t>fptsoftware.com | </a:t>
            </a:r>
            <a:fld id="{E012F146-47F9-A646-B182-8CC39B8AD32B}" type="slidenum">
              <a:rPr lang="x-none" smtClean="0"/>
              <a:pPr/>
              <a:t>14</a:t>
            </a:fld>
            <a:endParaRPr lang="x-none"/>
          </a:p>
        </p:txBody>
      </p:sp>
      <p:sp>
        <p:nvSpPr>
          <p:cNvPr id="4" name="Text Placeholder 3">
            <a:extLst>
              <a:ext uri="{FF2B5EF4-FFF2-40B4-BE49-F238E27FC236}">
                <a16:creationId xmlns:a16="http://schemas.microsoft.com/office/drawing/2014/main" id="{8F181DD3-F48A-4142-92A0-03C97B1D7FC8}"/>
              </a:ext>
            </a:extLst>
          </p:cNvPr>
          <p:cNvSpPr>
            <a:spLocks noGrp="1"/>
          </p:cNvSpPr>
          <p:nvPr>
            <p:ph type="body" sz="quarter" idx="13"/>
          </p:nvPr>
        </p:nvSpPr>
        <p:spPr/>
        <p:txBody>
          <a:bodyPr/>
          <a:lstStyle/>
          <a:p>
            <a:pPr>
              <a:buFont typeface="Wingdings" panose="05000000000000000000" pitchFamily="2" charset="2"/>
              <a:buChar char="Ø"/>
            </a:pPr>
            <a:r>
              <a:rPr lang="en-US" dirty="0"/>
              <a:t>All salary loan applications for SSS must be done online. </a:t>
            </a:r>
          </a:p>
          <a:p>
            <a:pPr>
              <a:buFont typeface="Wingdings" panose="05000000000000000000" pitchFamily="2" charset="2"/>
              <a:buChar char="Ø"/>
            </a:pPr>
            <a:r>
              <a:rPr lang="en-US" dirty="0"/>
              <a:t>Member will register and log in at </a:t>
            </a:r>
            <a:r>
              <a:rPr lang="en-US" u="sng" dirty="0"/>
              <a:t>www.sss.gov.ph</a:t>
            </a:r>
          </a:p>
          <a:p>
            <a:pPr>
              <a:buFont typeface="Wingdings" panose="05000000000000000000" pitchFamily="2" charset="2"/>
              <a:buChar char="Ø"/>
            </a:pPr>
            <a:r>
              <a:rPr lang="en-US" dirty="0"/>
              <a:t>Once loan is submitted online, send an email to: </a:t>
            </a:r>
          </a:p>
          <a:p>
            <a:pPr marL="0" indent="0">
              <a:buNone/>
            </a:pPr>
            <a:r>
              <a:rPr lang="en-US" dirty="0"/>
              <a:t>		FPT HR (</a:t>
            </a:r>
            <a:r>
              <a:rPr lang="en-US" u="sng" dirty="0"/>
              <a:t>donna.aberion@fsoft.com.vn</a:t>
            </a:r>
            <a:r>
              <a:rPr lang="en-US" dirty="0"/>
              <a:t>)</a:t>
            </a:r>
          </a:p>
          <a:p>
            <a:pPr marL="0" indent="0">
              <a:buNone/>
            </a:pPr>
            <a:r>
              <a:rPr lang="en-US" dirty="0"/>
              <a:t>		Finance (</a:t>
            </a:r>
            <a:r>
              <a:rPr lang="en-US" u="sng" dirty="0"/>
              <a:t>ibon.moalong@fsoft.com.vn</a:t>
            </a:r>
            <a:r>
              <a:rPr lang="en-US" dirty="0"/>
              <a:t>) </a:t>
            </a:r>
          </a:p>
          <a:p>
            <a:pPr marL="0" indent="0">
              <a:buNone/>
            </a:pPr>
            <a:r>
              <a:rPr lang="en-US" dirty="0"/>
              <a:t>	for employer’s approval</a:t>
            </a:r>
          </a:p>
          <a:p>
            <a:pPr>
              <a:buFont typeface="Wingdings" panose="05000000000000000000" pitchFamily="2" charset="2"/>
              <a:buChar char="Ø"/>
            </a:pPr>
            <a:r>
              <a:rPr lang="en-US" dirty="0"/>
              <a:t>Send a screenshot or a photocopy of your loan voucher to HR department for us to facilitate payment through salary deduction.</a:t>
            </a:r>
          </a:p>
          <a:p>
            <a:endParaRPr lang="en-US" dirty="0"/>
          </a:p>
        </p:txBody>
      </p:sp>
    </p:spTree>
    <p:extLst>
      <p:ext uri="{BB962C8B-B14F-4D97-AF65-F5344CB8AC3E}">
        <p14:creationId xmlns:p14="http://schemas.microsoft.com/office/powerpoint/2010/main" val="2372000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8898C-AC57-431E-812F-AAF45855A777}"/>
              </a:ext>
            </a:extLst>
          </p:cNvPr>
          <p:cNvSpPr>
            <a:spLocks noGrp="1"/>
          </p:cNvSpPr>
          <p:nvPr>
            <p:ph type="title"/>
          </p:nvPr>
        </p:nvSpPr>
        <p:spPr/>
        <p:txBody>
          <a:bodyPr>
            <a:normAutofit/>
          </a:bodyPr>
          <a:lstStyle/>
          <a:p>
            <a:r>
              <a:rPr lang="en-US" dirty="0"/>
              <a:t>Interest, Fees and Penalties</a:t>
            </a:r>
          </a:p>
        </p:txBody>
      </p:sp>
      <p:sp>
        <p:nvSpPr>
          <p:cNvPr id="3" name="Slide Number Placeholder 2">
            <a:extLst>
              <a:ext uri="{FF2B5EF4-FFF2-40B4-BE49-F238E27FC236}">
                <a16:creationId xmlns:a16="http://schemas.microsoft.com/office/drawing/2014/main" id="{B6FBE612-7726-4746-886D-A7FEB8C01D09}"/>
              </a:ext>
            </a:extLst>
          </p:cNvPr>
          <p:cNvSpPr>
            <a:spLocks noGrp="1"/>
          </p:cNvSpPr>
          <p:nvPr>
            <p:ph type="sldNum" sz="quarter" idx="12"/>
          </p:nvPr>
        </p:nvSpPr>
        <p:spPr/>
        <p:txBody>
          <a:bodyPr/>
          <a:lstStyle/>
          <a:p>
            <a:r>
              <a:rPr lang="en-US"/>
              <a:t>fptsoftware.com | </a:t>
            </a:r>
            <a:fld id="{E012F146-47F9-A646-B182-8CC39B8AD32B}" type="slidenum">
              <a:rPr lang="x-none" smtClean="0"/>
              <a:pPr/>
              <a:t>15</a:t>
            </a:fld>
            <a:endParaRPr lang="x-none"/>
          </a:p>
        </p:txBody>
      </p:sp>
      <p:sp>
        <p:nvSpPr>
          <p:cNvPr id="4" name="Text Placeholder 3">
            <a:extLst>
              <a:ext uri="{FF2B5EF4-FFF2-40B4-BE49-F238E27FC236}">
                <a16:creationId xmlns:a16="http://schemas.microsoft.com/office/drawing/2014/main" id="{81B07D83-3B99-408F-8B46-3EBED9743197}"/>
              </a:ext>
            </a:extLst>
          </p:cNvPr>
          <p:cNvSpPr>
            <a:spLocks noGrp="1"/>
          </p:cNvSpPr>
          <p:nvPr>
            <p:ph type="body" sz="quarter" idx="13"/>
          </p:nvPr>
        </p:nvSpPr>
        <p:spPr/>
        <p:txBody>
          <a:bodyPr/>
          <a:lstStyle/>
          <a:p>
            <a:pPr>
              <a:buFont typeface="Wingdings" panose="05000000000000000000" pitchFamily="2" charset="2"/>
              <a:buChar char="Ø"/>
            </a:pPr>
            <a:r>
              <a:rPr lang="en-US" dirty="0"/>
              <a:t>SSS charges an interest of 10% per annum (year) based on the diminishing principal balance, until your loan is fully paid. In addition, there is a 1% service fee which will be deducted from the loan amount. </a:t>
            </a:r>
          </a:p>
          <a:p>
            <a:pPr>
              <a:buFont typeface="Wingdings" panose="05000000000000000000" pitchFamily="2" charset="2"/>
              <a:buChar char="Ø"/>
            </a:pPr>
            <a:r>
              <a:rPr lang="en-US" dirty="0"/>
              <a:t>If you fail to pay on or before the payment deadline, you will be charged a 1% penalty per month until you settle your dues. Any excess payments will be applied to the outstanding principal balance, which means that you can pay your loan in advance</a:t>
            </a:r>
          </a:p>
          <a:p>
            <a:endParaRPr lang="en-US" dirty="0"/>
          </a:p>
        </p:txBody>
      </p:sp>
    </p:spTree>
    <p:extLst>
      <p:ext uri="{BB962C8B-B14F-4D97-AF65-F5344CB8AC3E}">
        <p14:creationId xmlns:p14="http://schemas.microsoft.com/office/powerpoint/2010/main" val="176554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C7D29-BB67-429A-A8EA-A0C7A3882C65}"/>
              </a:ext>
            </a:extLst>
          </p:cNvPr>
          <p:cNvSpPr>
            <a:spLocks noGrp="1"/>
          </p:cNvSpPr>
          <p:nvPr>
            <p:ph type="title"/>
          </p:nvPr>
        </p:nvSpPr>
        <p:spPr/>
        <p:txBody>
          <a:bodyPr>
            <a:normAutofit/>
          </a:bodyPr>
          <a:lstStyle/>
          <a:p>
            <a:r>
              <a:rPr lang="en-US" dirty="0"/>
              <a:t>PAG IBIG Benefit</a:t>
            </a:r>
          </a:p>
        </p:txBody>
      </p:sp>
      <p:sp>
        <p:nvSpPr>
          <p:cNvPr id="3" name="Slide Number Placeholder 2">
            <a:extLst>
              <a:ext uri="{FF2B5EF4-FFF2-40B4-BE49-F238E27FC236}">
                <a16:creationId xmlns:a16="http://schemas.microsoft.com/office/drawing/2014/main" id="{BA2555E3-E334-43E3-B141-996F2CAFBB80}"/>
              </a:ext>
            </a:extLst>
          </p:cNvPr>
          <p:cNvSpPr>
            <a:spLocks noGrp="1"/>
          </p:cNvSpPr>
          <p:nvPr>
            <p:ph type="sldNum" sz="quarter" idx="12"/>
          </p:nvPr>
        </p:nvSpPr>
        <p:spPr/>
        <p:txBody>
          <a:bodyPr/>
          <a:lstStyle/>
          <a:p>
            <a:r>
              <a:rPr lang="en-US"/>
              <a:t>fptsoftware.com | </a:t>
            </a:r>
            <a:fld id="{E012F146-47F9-A646-B182-8CC39B8AD32B}" type="slidenum">
              <a:rPr lang="x-none" smtClean="0"/>
              <a:pPr/>
              <a:t>16</a:t>
            </a:fld>
            <a:endParaRPr lang="x-none"/>
          </a:p>
        </p:txBody>
      </p:sp>
      <p:sp>
        <p:nvSpPr>
          <p:cNvPr id="4" name="Text Placeholder 3">
            <a:extLst>
              <a:ext uri="{FF2B5EF4-FFF2-40B4-BE49-F238E27FC236}">
                <a16:creationId xmlns:a16="http://schemas.microsoft.com/office/drawing/2014/main" id="{ACE70270-AE8E-425B-97C0-2FC2DE8B0CDB}"/>
              </a:ext>
            </a:extLst>
          </p:cNvPr>
          <p:cNvSpPr>
            <a:spLocks noGrp="1"/>
          </p:cNvSpPr>
          <p:nvPr>
            <p:ph type="body" sz="quarter" idx="13"/>
          </p:nvPr>
        </p:nvSpPr>
        <p:spPr>
          <a:xfrm>
            <a:off x="1077685" y="1268487"/>
            <a:ext cx="10189029" cy="5010075"/>
          </a:xfrm>
        </p:spPr>
        <p:txBody>
          <a:bodyPr/>
          <a:lstStyle/>
          <a:p>
            <a:r>
              <a:rPr lang="en-US" b="1" dirty="0"/>
              <a:t>Housing Loan </a:t>
            </a:r>
            <a:r>
              <a:rPr lang="en-US" dirty="0"/>
              <a:t>- </a:t>
            </a:r>
            <a:r>
              <a:rPr lang="en-US" i="1" dirty="0"/>
              <a:t>One of the mandates of Pag-IBIG Fund is to be of assistance to the public in providing cheap financing for their housing needs. Pag-IBIG accomplishes this by working in partnership with the local Real Estate Developers and arranging affordable loans to real estate buyers (Pag-IBIG members).</a:t>
            </a:r>
          </a:p>
          <a:p>
            <a:r>
              <a:rPr lang="en-US" b="1" dirty="0"/>
              <a:t>Short Term Loan </a:t>
            </a:r>
            <a:r>
              <a:rPr lang="en-US" dirty="0"/>
              <a:t>- </a:t>
            </a:r>
            <a:r>
              <a:rPr lang="en-US" i="1" dirty="0"/>
              <a:t>Just like SSS and GSIS, Pag-IBIG Fund also offers financial assistance to qualified member by granting short term loan.</a:t>
            </a:r>
          </a:p>
          <a:p>
            <a:pPr marL="0" indent="0">
              <a:buNone/>
            </a:pPr>
            <a:r>
              <a:rPr lang="en-US" dirty="0"/>
              <a:t>There is a </a:t>
            </a:r>
            <a:r>
              <a:rPr lang="en-US" b="1" dirty="0"/>
              <a:t>Calamity Loan</a:t>
            </a:r>
            <a:r>
              <a:rPr lang="en-US" dirty="0"/>
              <a:t> for members affected by unforeseen calamity like flood, fire, volcanic eruption and other similar cases. There is also a</a:t>
            </a:r>
            <a:r>
              <a:rPr lang="en-US" b="1" dirty="0"/>
              <a:t> Multi-purpose loan</a:t>
            </a:r>
            <a:r>
              <a:rPr lang="en-US" dirty="0"/>
              <a:t> that you can use for whatever reasons: financing a micro-business or buying the latest toy you have been dying to get.</a:t>
            </a:r>
          </a:p>
        </p:txBody>
      </p:sp>
    </p:spTree>
    <p:extLst>
      <p:ext uri="{BB962C8B-B14F-4D97-AF65-F5344CB8AC3E}">
        <p14:creationId xmlns:p14="http://schemas.microsoft.com/office/powerpoint/2010/main" val="1598136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BFF75-84BB-4CC4-B826-79F86AF89426}"/>
              </a:ext>
            </a:extLst>
          </p:cNvPr>
          <p:cNvSpPr>
            <a:spLocks noGrp="1"/>
          </p:cNvSpPr>
          <p:nvPr>
            <p:ph type="title"/>
          </p:nvPr>
        </p:nvSpPr>
        <p:spPr/>
        <p:txBody>
          <a:bodyPr/>
          <a:lstStyle/>
          <a:p>
            <a:r>
              <a:rPr lang="en-US" dirty="0"/>
              <a:t>PAG IBIG Benefit</a:t>
            </a:r>
          </a:p>
        </p:txBody>
      </p:sp>
      <p:sp>
        <p:nvSpPr>
          <p:cNvPr id="3" name="Slide Number Placeholder 2">
            <a:extLst>
              <a:ext uri="{FF2B5EF4-FFF2-40B4-BE49-F238E27FC236}">
                <a16:creationId xmlns:a16="http://schemas.microsoft.com/office/drawing/2014/main" id="{A21B1397-ED04-4EDA-95EE-4F6C17B967C1}"/>
              </a:ext>
            </a:extLst>
          </p:cNvPr>
          <p:cNvSpPr>
            <a:spLocks noGrp="1"/>
          </p:cNvSpPr>
          <p:nvPr>
            <p:ph type="sldNum" sz="quarter" idx="12"/>
          </p:nvPr>
        </p:nvSpPr>
        <p:spPr/>
        <p:txBody>
          <a:bodyPr/>
          <a:lstStyle/>
          <a:p>
            <a:r>
              <a:rPr lang="en-US"/>
              <a:t>fptsoftware.com | </a:t>
            </a:r>
            <a:fld id="{E012F146-47F9-A646-B182-8CC39B8AD32B}" type="slidenum">
              <a:rPr lang="x-none" smtClean="0"/>
              <a:pPr/>
              <a:t>17</a:t>
            </a:fld>
            <a:endParaRPr lang="x-none"/>
          </a:p>
        </p:txBody>
      </p:sp>
      <p:sp>
        <p:nvSpPr>
          <p:cNvPr id="4" name="Text Placeholder 3">
            <a:extLst>
              <a:ext uri="{FF2B5EF4-FFF2-40B4-BE49-F238E27FC236}">
                <a16:creationId xmlns:a16="http://schemas.microsoft.com/office/drawing/2014/main" id="{C318997A-85E8-4FE9-9813-E916848233EE}"/>
              </a:ext>
            </a:extLst>
          </p:cNvPr>
          <p:cNvSpPr>
            <a:spLocks noGrp="1"/>
          </p:cNvSpPr>
          <p:nvPr>
            <p:ph type="body" sz="quarter" idx="13"/>
          </p:nvPr>
        </p:nvSpPr>
        <p:spPr/>
        <p:txBody>
          <a:bodyPr/>
          <a:lstStyle/>
          <a:p>
            <a:r>
              <a:rPr lang="en-US" b="1" dirty="0"/>
              <a:t>Provident Savings </a:t>
            </a:r>
            <a:r>
              <a:rPr lang="en-US" dirty="0"/>
              <a:t>- Another way of looking at your contributions to Pag-IBIG is to consider it as your savings, which you can withdraw at maturity date. Your contributions, plus that of your employer will earn dividend. Now, you can get all that money, called Total Accumulated Value (contributions plus dividend), when it reaches maturity.</a:t>
            </a:r>
          </a:p>
          <a:p>
            <a:endParaRPr lang="en-US" dirty="0"/>
          </a:p>
        </p:txBody>
      </p:sp>
    </p:spTree>
    <p:extLst>
      <p:ext uri="{BB962C8B-B14F-4D97-AF65-F5344CB8AC3E}">
        <p14:creationId xmlns:p14="http://schemas.microsoft.com/office/powerpoint/2010/main" val="1754407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9FD93-A0AE-4C4C-9224-EE76958BBD9F}"/>
              </a:ext>
            </a:extLst>
          </p:cNvPr>
          <p:cNvSpPr>
            <a:spLocks noGrp="1"/>
          </p:cNvSpPr>
          <p:nvPr>
            <p:ph type="title"/>
          </p:nvPr>
        </p:nvSpPr>
        <p:spPr/>
        <p:txBody>
          <a:bodyPr>
            <a:normAutofit/>
          </a:bodyPr>
          <a:lstStyle/>
          <a:p>
            <a:r>
              <a:rPr lang="en-US" dirty="0"/>
              <a:t>PAG IBIG PROGRAM</a:t>
            </a:r>
          </a:p>
        </p:txBody>
      </p:sp>
      <p:sp>
        <p:nvSpPr>
          <p:cNvPr id="3" name="Slide Number Placeholder 2">
            <a:extLst>
              <a:ext uri="{FF2B5EF4-FFF2-40B4-BE49-F238E27FC236}">
                <a16:creationId xmlns:a16="http://schemas.microsoft.com/office/drawing/2014/main" id="{2C2B3A6C-F44C-4907-ABA7-76E26BE2245C}"/>
              </a:ext>
            </a:extLst>
          </p:cNvPr>
          <p:cNvSpPr>
            <a:spLocks noGrp="1"/>
          </p:cNvSpPr>
          <p:nvPr>
            <p:ph type="sldNum" sz="quarter" idx="12"/>
          </p:nvPr>
        </p:nvSpPr>
        <p:spPr/>
        <p:txBody>
          <a:bodyPr/>
          <a:lstStyle/>
          <a:p>
            <a:r>
              <a:rPr lang="en-US"/>
              <a:t>fptsoftware.com | </a:t>
            </a:r>
            <a:fld id="{E012F146-47F9-A646-B182-8CC39B8AD32B}" type="slidenum">
              <a:rPr lang="x-none" smtClean="0"/>
              <a:pPr/>
              <a:t>18</a:t>
            </a:fld>
            <a:endParaRPr lang="x-none"/>
          </a:p>
        </p:txBody>
      </p:sp>
      <p:sp>
        <p:nvSpPr>
          <p:cNvPr id="4" name="Text Placeholder 3">
            <a:extLst>
              <a:ext uri="{FF2B5EF4-FFF2-40B4-BE49-F238E27FC236}">
                <a16:creationId xmlns:a16="http://schemas.microsoft.com/office/drawing/2014/main" id="{FFBE5870-F733-4FD3-8E86-1210049B492C}"/>
              </a:ext>
            </a:extLst>
          </p:cNvPr>
          <p:cNvSpPr>
            <a:spLocks noGrp="1"/>
          </p:cNvSpPr>
          <p:nvPr>
            <p:ph type="body" sz="quarter" idx="13"/>
          </p:nvPr>
        </p:nvSpPr>
        <p:spPr/>
        <p:txBody>
          <a:bodyPr/>
          <a:lstStyle/>
          <a:p>
            <a:pPr marL="0" indent="0">
              <a:buNone/>
            </a:pPr>
            <a:r>
              <a:rPr lang="en-US" sz="2800" b="1" dirty="0">
                <a:solidFill>
                  <a:srgbClr val="F37121"/>
                </a:solidFill>
              </a:rPr>
              <a:t>PAG IBIG MP2</a:t>
            </a:r>
            <a:endParaRPr lang="vi-VN" sz="2800" b="1" dirty="0">
              <a:solidFill>
                <a:srgbClr val="F37121"/>
              </a:solidFill>
            </a:endParaRPr>
          </a:p>
          <a:p>
            <a:pPr marL="0" indent="0">
              <a:buNone/>
            </a:pPr>
            <a:r>
              <a:rPr lang="en-US" dirty="0"/>
              <a:t>Unlike the regular Pag-IBIG program that every employed and self-employed Filipinos are part of, the MP2 is a voluntary program that provides a higher earning potential than a regular savings account. Your savings is invested by Pag-IBIG and will earn through dividends, just like investing in mutual funds.</a:t>
            </a:r>
          </a:p>
          <a:p>
            <a:endParaRPr lang="en-US" dirty="0"/>
          </a:p>
          <a:p>
            <a:endParaRPr lang="en-US" dirty="0"/>
          </a:p>
        </p:txBody>
      </p:sp>
    </p:spTree>
    <p:extLst>
      <p:ext uri="{BB962C8B-B14F-4D97-AF65-F5344CB8AC3E}">
        <p14:creationId xmlns:p14="http://schemas.microsoft.com/office/powerpoint/2010/main" val="187572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1E90-67F0-415F-B46A-6E81B0AB4EC7}"/>
              </a:ext>
            </a:extLst>
          </p:cNvPr>
          <p:cNvSpPr>
            <a:spLocks noGrp="1"/>
          </p:cNvSpPr>
          <p:nvPr>
            <p:ph type="title"/>
          </p:nvPr>
        </p:nvSpPr>
        <p:spPr/>
        <p:txBody>
          <a:bodyPr>
            <a:normAutofit/>
          </a:bodyPr>
          <a:lstStyle/>
          <a:p>
            <a:r>
              <a:rPr lang="en-US" dirty="0"/>
              <a:t>Steps for </a:t>
            </a:r>
            <a:r>
              <a:rPr lang="en-US" dirty="0" err="1"/>
              <a:t>PagIBIG</a:t>
            </a:r>
            <a:r>
              <a:rPr lang="en-US" dirty="0"/>
              <a:t> Application</a:t>
            </a:r>
          </a:p>
        </p:txBody>
      </p:sp>
      <p:sp>
        <p:nvSpPr>
          <p:cNvPr id="3" name="Slide Number Placeholder 2">
            <a:extLst>
              <a:ext uri="{FF2B5EF4-FFF2-40B4-BE49-F238E27FC236}">
                <a16:creationId xmlns:a16="http://schemas.microsoft.com/office/drawing/2014/main" id="{19219300-F5A5-42F1-8A0D-37D99217507C}"/>
              </a:ext>
            </a:extLst>
          </p:cNvPr>
          <p:cNvSpPr>
            <a:spLocks noGrp="1"/>
          </p:cNvSpPr>
          <p:nvPr>
            <p:ph type="sldNum" sz="quarter" idx="12"/>
          </p:nvPr>
        </p:nvSpPr>
        <p:spPr/>
        <p:txBody>
          <a:bodyPr/>
          <a:lstStyle/>
          <a:p>
            <a:r>
              <a:rPr lang="en-US"/>
              <a:t>fptsoftware.com | </a:t>
            </a:r>
            <a:fld id="{E012F146-47F9-A646-B182-8CC39B8AD32B}" type="slidenum">
              <a:rPr lang="x-none" smtClean="0"/>
              <a:pPr/>
              <a:t>19</a:t>
            </a:fld>
            <a:endParaRPr lang="x-none"/>
          </a:p>
        </p:txBody>
      </p:sp>
      <p:sp>
        <p:nvSpPr>
          <p:cNvPr id="4" name="Text Placeholder 3">
            <a:extLst>
              <a:ext uri="{FF2B5EF4-FFF2-40B4-BE49-F238E27FC236}">
                <a16:creationId xmlns:a16="http://schemas.microsoft.com/office/drawing/2014/main" id="{3A97E89B-090A-4FC0-A6E2-6552B190F293}"/>
              </a:ext>
            </a:extLst>
          </p:cNvPr>
          <p:cNvSpPr>
            <a:spLocks noGrp="1"/>
          </p:cNvSpPr>
          <p:nvPr>
            <p:ph type="body" sz="quarter" idx="13"/>
          </p:nvPr>
        </p:nvSpPr>
        <p:spPr/>
        <p:txBody>
          <a:bodyPr/>
          <a:lstStyle/>
          <a:p>
            <a:pPr>
              <a:buFont typeface="Wingdings" panose="05000000000000000000" pitchFamily="2" charset="2"/>
              <a:buChar char="Ø"/>
            </a:pPr>
            <a:r>
              <a:rPr lang="en-US" dirty="0"/>
              <a:t>Complete the </a:t>
            </a:r>
            <a:r>
              <a:rPr lang="en-US" b="1" dirty="0"/>
              <a:t>forms</a:t>
            </a:r>
            <a:r>
              <a:rPr lang="en-US" dirty="0"/>
              <a:t> provided in the website with the necessary information. Use the Adobe Acrobat Reader for filling it out</a:t>
            </a:r>
          </a:p>
          <a:p>
            <a:pPr>
              <a:buFont typeface="Wingdings" panose="05000000000000000000" pitchFamily="2" charset="2"/>
              <a:buChar char="Ø"/>
            </a:pPr>
            <a:r>
              <a:rPr lang="en-US" dirty="0"/>
              <a:t> Save the accomplished </a:t>
            </a:r>
            <a:r>
              <a:rPr lang="en-US" b="1" dirty="0"/>
              <a:t>form</a:t>
            </a:r>
            <a:r>
              <a:rPr lang="en-US" dirty="0"/>
              <a:t> as PDF.</a:t>
            </a:r>
          </a:p>
          <a:p>
            <a:pPr>
              <a:buFont typeface="Wingdings" panose="05000000000000000000" pitchFamily="2" charset="2"/>
              <a:buChar char="Ø"/>
            </a:pPr>
            <a:r>
              <a:rPr lang="en-US" dirty="0"/>
              <a:t> Send the </a:t>
            </a:r>
            <a:r>
              <a:rPr lang="en-US" b="1" dirty="0"/>
              <a:t>form</a:t>
            </a:r>
            <a:r>
              <a:rPr lang="en-US" dirty="0"/>
              <a:t> directly to </a:t>
            </a:r>
            <a:r>
              <a:rPr lang="en-US" b="1" dirty="0"/>
              <a:t>FPT HR</a:t>
            </a:r>
            <a:r>
              <a:rPr lang="en-US" dirty="0"/>
              <a:t> for us to fill necessary information in the employer’s section.</a:t>
            </a:r>
          </a:p>
          <a:p>
            <a:pPr>
              <a:buFont typeface="Wingdings" panose="05000000000000000000" pitchFamily="2" charset="2"/>
              <a:buChar char="Ø"/>
            </a:pPr>
            <a:r>
              <a:rPr lang="en-US" dirty="0"/>
              <a:t> Send form to PAGIBIG office at:</a:t>
            </a:r>
          </a:p>
          <a:p>
            <a:pPr marL="0" indent="0">
              <a:buNone/>
            </a:pPr>
            <a:r>
              <a:rPr lang="en-US" dirty="0"/>
              <a:t>	</a:t>
            </a:r>
            <a:r>
              <a:rPr lang="en-US" i="1" dirty="0"/>
              <a:t>WT Corporate Tower, 2nd and 3rd floors, Mindanao Ave, Cebu City, 6000 Cebu</a:t>
            </a:r>
          </a:p>
        </p:txBody>
      </p:sp>
    </p:spTree>
    <p:extLst>
      <p:ext uri="{BB962C8B-B14F-4D97-AF65-F5344CB8AC3E}">
        <p14:creationId xmlns:p14="http://schemas.microsoft.com/office/powerpoint/2010/main" val="819140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A6066-EFF8-436B-870C-9675EF6364AD}"/>
              </a:ext>
            </a:extLst>
          </p:cNvPr>
          <p:cNvSpPr>
            <a:spLocks noGrp="1"/>
          </p:cNvSpPr>
          <p:nvPr>
            <p:ph type="title"/>
          </p:nvPr>
        </p:nvSpPr>
        <p:spPr/>
        <p:txBody>
          <a:bodyPr>
            <a:normAutofit/>
          </a:bodyPr>
          <a:lstStyle/>
          <a:p>
            <a:r>
              <a:rPr lang="en-US" dirty="0"/>
              <a:t>PHILHEALTH Benefit</a:t>
            </a:r>
          </a:p>
        </p:txBody>
      </p:sp>
      <p:sp>
        <p:nvSpPr>
          <p:cNvPr id="3" name="Slide Number Placeholder 2">
            <a:extLst>
              <a:ext uri="{FF2B5EF4-FFF2-40B4-BE49-F238E27FC236}">
                <a16:creationId xmlns:a16="http://schemas.microsoft.com/office/drawing/2014/main" id="{2939ED78-3562-4225-9DE7-808A062C93A7}"/>
              </a:ext>
            </a:extLst>
          </p:cNvPr>
          <p:cNvSpPr>
            <a:spLocks noGrp="1"/>
          </p:cNvSpPr>
          <p:nvPr>
            <p:ph type="sldNum" sz="quarter" idx="12"/>
          </p:nvPr>
        </p:nvSpPr>
        <p:spPr/>
        <p:txBody>
          <a:bodyPr/>
          <a:lstStyle/>
          <a:p>
            <a:r>
              <a:rPr lang="en-US"/>
              <a:t>fptsoftware.com | </a:t>
            </a:r>
            <a:fld id="{E012F146-47F9-A646-B182-8CC39B8AD32B}" type="slidenum">
              <a:rPr lang="x-none" smtClean="0"/>
              <a:pPr/>
              <a:t>20</a:t>
            </a:fld>
            <a:endParaRPr lang="x-none"/>
          </a:p>
        </p:txBody>
      </p:sp>
      <p:sp>
        <p:nvSpPr>
          <p:cNvPr id="4" name="Text Placeholder 3">
            <a:extLst>
              <a:ext uri="{FF2B5EF4-FFF2-40B4-BE49-F238E27FC236}">
                <a16:creationId xmlns:a16="http://schemas.microsoft.com/office/drawing/2014/main" id="{A5B740CB-4751-490D-A72D-468D6FD22623}"/>
              </a:ext>
            </a:extLst>
          </p:cNvPr>
          <p:cNvSpPr>
            <a:spLocks noGrp="1"/>
          </p:cNvSpPr>
          <p:nvPr>
            <p:ph type="body" sz="quarter" idx="13"/>
          </p:nvPr>
        </p:nvSpPr>
        <p:spPr/>
        <p:txBody>
          <a:bodyPr/>
          <a:lstStyle/>
          <a:p>
            <a:pPr marL="0" indent="0">
              <a:buNone/>
            </a:pPr>
            <a:r>
              <a:rPr lang="en-US" dirty="0" err="1">
                <a:solidFill>
                  <a:srgbClr val="000000"/>
                </a:solidFill>
                <a:ea typeface="Calibri" panose="020F0502020204030204" pitchFamily="34" charset="0"/>
                <a:cs typeface="Calibri" panose="020F0502020204030204" pitchFamily="34" charset="0"/>
                <a:sym typeface="Calibri"/>
              </a:rPr>
              <a:t>Philhealth’s</a:t>
            </a:r>
            <a:r>
              <a:rPr lang="en-US" dirty="0">
                <a:solidFill>
                  <a:srgbClr val="000000"/>
                </a:solidFill>
                <a:ea typeface="Calibri" panose="020F0502020204030204" pitchFamily="34" charset="0"/>
                <a:cs typeface="Calibri" panose="020F0502020204030204" pitchFamily="34" charset="0"/>
                <a:sym typeface="Calibri"/>
              </a:rPr>
              <a:t> main benefit is to subsidize medical expenses based on the amount the hospital bills, effectively reducing the amount one needs to shell out. </a:t>
            </a:r>
            <a:endParaRPr lang="vi-VN" dirty="0">
              <a:solidFill>
                <a:srgbClr val="000000"/>
              </a:solidFill>
              <a:ea typeface="Calibri" panose="020F0502020204030204" pitchFamily="34" charset="0"/>
              <a:cs typeface="Calibri" panose="020F0502020204030204" pitchFamily="34" charset="0"/>
              <a:sym typeface="Calibri"/>
            </a:endParaRPr>
          </a:p>
          <a:p>
            <a:pPr marL="0" indent="0">
              <a:buNone/>
            </a:pPr>
            <a:r>
              <a:rPr lang="en-US" b="1" u="sng" dirty="0">
                <a:solidFill>
                  <a:srgbClr val="0070C0"/>
                </a:solidFill>
                <a:ea typeface="Calibri" panose="020F0502020204030204" pitchFamily="34" charset="0"/>
                <a:cs typeface="Calibri" panose="020F0502020204030204" pitchFamily="34" charset="0"/>
                <a:sym typeface="Calibri"/>
              </a:rPr>
              <a:t>Benefits are clustered into four areas:</a:t>
            </a:r>
          </a:p>
          <a:p>
            <a:r>
              <a:rPr lang="en-US" b="1" dirty="0">
                <a:solidFill>
                  <a:srgbClr val="000000"/>
                </a:solidFill>
                <a:ea typeface="Calibri" panose="020F0502020204030204" pitchFamily="34" charset="0"/>
                <a:cs typeface="Calibri" panose="020F0502020204030204" pitchFamily="34" charset="0"/>
                <a:sym typeface="Calibri"/>
              </a:rPr>
              <a:t>Inpatient</a:t>
            </a:r>
            <a:r>
              <a:rPr lang="en-US" dirty="0">
                <a:solidFill>
                  <a:srgbClr val="000000"/>
                </a:solidFill>
                <a:ea typeface="Calibri" panose="020F0502020204030204" pitchFamily="34" charset="0"/>
                <a:cs typeface="Calibri" panose="020F0502020204030204" pitchFamily="34" charset="0"/>
                <a:sym typeface="Calibri"/>
              </a:rPr>
              <a:t> – </a:t>
            </a:r>
            <a:r>
              <a:rPr lang="en-US" i="1" dirty="0">
                <a:solidFill>
                  <a:srgbClr val="000000"/>
                </a:solidFill>
                <a:ea typeface="Calibri" panose="020F0502020204030204" pitchFamily="34" charset="0"/>
                <a:cs typeface="Calibri" panose="020F0502020204030204" pitchFamily="34" charset="0"/>
                <a:sym typeface="Calibri"/>
              </a:rPr>
              <a:t>Patients who are admitted to the hospital to receive care. A certain amount will be deducted from the total bill (professional fees) so long as the Health Care Institution (HCI) where you were admitted is a partner of PhilHealth.</a:t>
            </a:r>
          </a:p>
          <a:p>
            <a:r>
              <a:rPr lang="en-US" b="1" dirty="0">
                <a:solidFill>
                  <a:srgbClr val="000000"/>
                </a:solidFill>
                <a:ea typeface="Calibri" panose="020F0502020204030204" pitchFamily="34" charset="0"/>
                <a:cs typeface="Calibri" panose="020F0502020204030204" pitchFamily="34" charset="0"/>
                <a:sym typeface="Calibri"/>
              </a:rPr>
              <a:t>Outpatient</a:t>
            </a:r>
            <a:r>
              <a:rPr lang="en-US" dirty="0">
                <a:solidFill>
                  <a:srgbClr val="000000"/>
                </a:solidFill>
                <a:ea typeface="Calibri" panose="020F0502020204030204" pitchFamily="34" charset="0"/>
                <a:cs typeface="Calibri" panose="020F0502020204030204" pitchFamily="34" charset="0"/>
                <a:sym typeface="Calibri"/>
              </a:rPr>
              <a:t> – </a:t>
            </a:r>
            <a:r>
              <a:rPr lang="en-US" i="1" dirty="0">
                <a:solidFill>
                  <a:srgbClr val="000000"/>
                </a:solidFill>
                <a:ea typeface="Calibri" panose="020F0502020204030204" pitchFamily="34" charset="0"/>
                <a:cs typeface="Calibri" panose="020F0502020204030204" pitchFamily="34" charset="0"/>
                <a:sym typeface="Calibri"/>
              </a:rPr>
              <a:t>Patients who receive care without hospital admission. Day surgeries, radiotherapy, hemodialysis, outpatient blood transfusion.</a:t>
            </a:r>
          </a:p>
          <a:p>
            <a:endParaRPr lang="en-US" dirty="0">
              <a:solidFill>
                <a:srgbClr val="000000"/>
              </a:solidFill>
              <a:ea typeface="Calibri" panose="020F0502020204030204" pitchFamily="34" charset="0"/>
              <a:cs typeface="Calibri" panose="020F0502020204030204" pitchFamily="34" charset="0"/>
              <a:sym typeface="Calibri"/>
            </a:endParaRPr>
          </a:p>
          <a:p>
            <a:endParaRPr lang="en-US" dirty="0">
              <a:solidFill>
                <a:srgbClr val="000000"/>
              </a:solidFill>
              <a:ea typeface="Calibri" panose="020F0502020204030204" pitchFamily="34" charset="0"/>
              <a:cs typeface="Calibri" panose="020F0502020204030204" pitchFamily="34" charset="0"/>
              <a:sym typeface="Calibri"/>
            </a:endParaRPr>
          </a:p>
          <a:p>
            <a:pPr marL="0" indent="0">
              <a:buNone/>
            </a:pPr>
            <a:endParaRPr lang="en-US" dirty="0">
              <a:solidFill>
                <a:srgbClr val="000000"/>
              </a:solidFill>
              <a:ea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019228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85BCA-663F-44A4-BCAF-017DDBA39E72}"/>
              </a:ext>
            </a:extLst>
          </p:cNvPr>
          <p:cNvSpPr>
            <a:spLocks noGrp="1"/>
          </p:cNvSpPr>
          <p:nvPr>
            <p:ph type="title"/>
          </p:nvPr>
        </p:nvSpPr>
        <p:spPr/>
        <p:txBody>
          <a:bodyPr/>
          <a:lstStyle/>
          <a:p>
            <a:r>
              <a:rPr lang="en-US" dirty="0"/>
              <a:t>PHILHEALTH Benefit</a:t>
            </a:r>
          </a:p>
        </p:txBody>
      </p:sp>
      <p:sp>
        <p:nvSpPr>
          <p:cNvPr id="3" name="Slide Number Placeholder 2">
            <a:extLst>
              <a:ext uri="{FF2B5EF4-FFF2-40B4-BE49-F238E27FC236}">
                <a16:creationId xmlns:a16="http://schemas.microsoft.com/office/drawing/2014/main" id="{6C39C320-1808-438E-BB8D-49B97A465C64}"/>
              </a:ext>
            </a:extLst>
          </p:cNvPr>
          <p:cNvSpPr>
            <a:spLocks noGrp="1"/>
          </p:cNvSpPr>
          <p:nvPr>
            <p:ph type="sldNum" sz="quarter" idx="12"/>
          </p:nvPr>
        </p:nvSpPr>
        <p:spPr/>
        <p:txBody>
          <a:bodyPr/>
          <a:lstStyle/>
          <a:p>
            <a:r>
              <a:rPr lang="en-US"/>
              <a:t>fptsoftware.com | </a:t>
            </a:r>
            <a:fld id="{E012F146-47F9-A646-B182-8CC39B8AD32B}" type="slidenum">
              <a:rPr lang="x-none" smtClean="0"/>
              <a:pPr/>
              <a:t>21</a:t>
            </a:fld>
            <a:endParaRPr lang="x-none"/>
          </a:p>
        </p:txBody>
      </p:sp>
      <p:sp>
        <p:nvSpPr>
          <p:cNvPr id="4" name="Text Placeholder 3">
            <a:extLst>
              <a:ext uri="{FF2B5EF4-FFF2-40B4-BE49-F238E27FC236}">
                <a16:creationId xmlns:a16="http://schemas.microsoft.com/office/drawing/2014/main" id="{9ADB68E8-9A6F-4EDE-9813-D3D3EA440969}"/>
              </a:ext>
            </a:extLst>
          </p:cNvPr>
          <p:cNvSpPr>
            <a:spLocks noGrp="1"/>
          </p:cNvSpPr>
          <p:nvPr>
            <p:ph type="body" sz="quarter" idx="13"/>
          </p:nvPr>
        </p:nvSpPr>
        <p:spPr/>
        <p:txBody>
          <a:bodyPr/>
          <a:lstStyle/>
          <a:p>
            <a:r>
              <a:rPr lang="en-US" b="1" dirty="0"/>
              <a:t>Z Benefits</a:t>
            </a:r>
            <a:r>
              <a:rPr lang="en-US" dirty="0"/>
              <a:t> – </a:t>
            </a:r>
            <a:r>
              <a:rPr lang="en-US" i="1" dirty="0"/>
              <a:t>Treatment for leukemia, breast cancer, prostate cancer, and coronary artery bypass graft surgery fall under this category.</a:t>
            </a:r>
          </a:p>
          <a:p>
            <a:r>
              <a:rPr lang="en-US" b="1" dirty="0"/>
              <a:t>SDG Related</a:t>
            </a:r>
            <a:r>
              <a:rPr lang="en-US" dirty="0"/>
              <a:t> – </a:t>
            </a:r>
            <a:r>
              <a:rPr lang="en-US" i="1" dirty="0"/>
              <a:t>Some examples under this cluster are animal bite, anti-tuberculosis, and HIV-AIDS.</a:t>
            </a:r>
            <a:endParaRPr lang="vi-VN" i="1" dirty="0"/>
          </a:p>
          <a:p>
            <a:endParaRPr lang="en-US" i="1" dirty="0"/>
          </a:p>
          <a:p>
            <a:pPr marL="0" indent="0">
              <a:buNone/>
            </a:pPr>
            <a:r>
              <a:rPr lang="en-US" sz="2000" i="1" dirty="0"/>
              <a:t>Visit their website, www.philhealth.gov.ph  PhilHealth has a tool you can use to get a better picture of how much financial aid they can provide depending on your particular case.</a:t>
            </a:r>
          </a:p>
          <a:p>
            <a:endParaRPr lang="en-US" dirty="0"/>
          </a:p>
          <a:p>
            <a:endParaRPr lang="en-US" dirty="0"/>
          </a:p>
        </p:txBody>
      </p:sp>
    </p:spTree>
    <p:extLst>
      <p:ext uri="{BB962C8B-B14F-4D97-AF65-F5344CB8AC3E}">
        <p14:creationId xmlns:p14="http://schemas.microsoft.com/office/powerpoint/2010/main" val="2850050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14BDE-5D9D-4E6B-BE82-EDFA8EF65AC0}"/>
              </a:ext>
            </a:extLst>
          </p:cNvPr>
          <p:cNvSpPr>
            <a:spLocks noGrp="1"/>
          </p:cNvSpPr>
          <p:nvPr>
            <p:ph type="title"/>
          </p:nvPr>
        </p:nvSpPr>
        <p:spPr/>
        <p:txBody>
          <a:bodyPr>
            <a:normAutofit/>
          </a:bodyPr>
          <a:lstStyle/>
          <a:p>
            <a:r>
              <a:rPr lang="en-US" dirty="0"/>
              <a:t>Who will be entitled to its benefits?</a:t>
            </a:r>
          </a:p>
        </p:txBody>
      </p:sp>
      <p:sp>
        <p:nvSpPr>
          <p:cNvPr id="3" name="Slide Number Placeholder 2">
            <a:extLst>
              <a:ext uri="{FF2B5EF4-FFF2-40B4-BE49-F238E27FC236}">
                <a16:creationId xmlns:a16="http://schemas.microsoft.com/office/drawing/2014/main" id="{509053CB-9954-46B8-AFD9-F3CD86904553}"/>
              </a:ext>
            </a:extLst>
          </p:cNvPr>
          <p:cNvSpPr>
            <a:spLocks noGrp="1"/>
          </p:cNvSpPr>
          <p:nvPr>
            <p:ph type="sldNum" sz="quarter" idx="12"/>
          </p:nvPr>
        </p:nvSpPr>
        <p:spPr/>
        <p:txBody>
          <a:bodyPr/>
          <a:lstStyle/>
          <a:p>
            <a:r>
              <a:rPr lang="en-US"/>
              <a:t>fptsoftware.com | </a:t>
            </a:r>
            <a:fld id="{E012F146-47F9-A646-B182-8CC39B8AD32B}" type="slidenum">
              <a:rPr lang="x-none" smtClean="0"/>
              <a:pPr/>
              <a:t>22</a:t>
            </a:fld>
            <a:endParaRPr lang="x-none"/>
          </a:p>
        </p:txBody>
      </p:sp>
      <p:sp>
        <p:nvSpPr>
          <p:cNvPr id="4" name="Text Placeholder 3">
            <a:extLst>
              <a:ext uri="{FF2B5EF4-FFF2-40B4-BE49-F238E27FC236}">
                <a16:creationId xmlns:a16="http://schemas.microsoft.com/office/drawing/2014/main" id="{006A86EE-084C-4B2D-A3D2-971C850A0AB8}"/>
              </a:ext>
            </a:extLst>
          </p:cNvPr>
          <p:cNvSpPr>
            <a:spLocks noGrp="1"/>
          </p:cNvSpPr>
          <p:nvPr>
            <p:ph type="body" sz="quarter" idx="13"/>
          </p:nvPr>
        </p:nvSpPr>
        <p:spPr/>
        <p:txBody>
          <a:bodyPr/>
          <a:lstStyle/>
          <a:p>
            <a:pPr marL="0" indent="0">
              <a:buNone/>
            </a:pPr>
            <a:r>
              <a:rPr lang="en-US" dirty="0"/>
              <a:t>If you are a </a:t>
            </a:r>
            <a:r>
              <a:rPr lang="en-US" dirty="0" err="1"/>
              <a:t>Philhealth</a:t>
            </a:r>
            <a:r>
              <a:rPr lang="en-US" dirty="0"/>
              <a:t> member who has at least three months premium contributions within the immediate six months prior to the first day of confinement. Your qualified dependents (like a spouse who is not a member, child/children below 21 years old, etc.) are also entitled to its benefits.</a:t>
            </a:r>
          </a:p>
          <a:p>
            <a:endParaRPr lang="en-US" dirty="0"/>
          </a:p>
        </p:txBody>
      </p:sp>
    </p:spTree>
    <p:extLst>
      <p:ext uri="{BB962C8B-B14F-4D97-AF65-F5344CB8AC3E}">
        <p14:creationId xmlns:p14="http://schemas.microsoft.com/office/powerpoint/2010/main" val="1805570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A4415-38FC-4169-976A-7A153B788786}"/>
              </a:ext>
            </a:extLst>
          </p:cNvPr>
          <p:cNvSpPr>
            <a:spLocks noGrp="1"/>
          </p:cNvSpPr>
          <p:nvPr>
            <p:ph type="title"/>
          </p:nvPr>
        </p:nvSpPr>
        <p:spPr/>
        <p:txBody>
          <a:bodyPr>
            <a:normAutofit/>
          </a:bodyPr>
          <a:lstStyle/>
          <a:p>
            <a:r>
              <a:rPr lang="en-US" dirty="0"/>
              <a:t>How does it work? </a:t>
            </a:r>
          </a:p>
        </p:txBody>
      </p:sp>
      <p:sp>
        <p:nvSpPr>
          <p:cNvPr id="3" name="Slide Number Placeholder 2">
            <a:extLst>
              <a:ext uri="{FF2B5EF4-FFF2-40B4-BE49-F238E27FC236}">
                <a16:creationId xmlns:a16="http://schemas.microsoft.com/office/drawing/2014/main" id="{CFE55252-803A-4497-B86A-7BAB319C2C10}"/>
              </a:ext>
            </a:extLst>
          </p:cNvPr>
          <p:cNvSpPr>
            <a:spLocks noGrp="1"/>
          </p:cNvSpPr>
          <p:nvPr>
            <p:ph type="sldNum" sz="quarter" idx="12"/>
          </p:nvPr>
        </p:nvSpPr>
        <p:spPr/>
        <p:txBody>
          <a:bodyPr/>
          <a:lstStyle/>
          <a:p>
            <a:r>
              <a:rPr lang="en-US"/>
              <a:t>fptsoftware.com | </a:t>
            </a:r>
            <a:fld id="{E012F146-47F9-A646-B182-8CC39B8AD32B}" type="slidenum">
              <a:rPr lang="x-none" smtClean="0"/>
              <a:pPr/>
              <a:t>23</a:t>
            </a:fld>
            <a:endParaRPr lang="x-none"/>
          </a:p>
        </p:txBody>
      </p:sp>
      <p:sp>
        <p:nvSpPr>
          <p:cNvPr id="4" name="Text Placeholder 3">
            <a:extLst>
              <a:ext uri="{FF2B5EF4-FFF2-40B4-BE49-F238E27FC236}">
                <a16:creationId xmlns:a16="http://schemas.microsoft.com/office/drawing/2014/main" id="{B272D063-6561-4E35-8160-4AC2D1CE88AF}"/>
              </a:ext>
            </a:extLst>
          </p:cNvPr>
          <p:cNvSpPr>
            <a:spLocks noGrp="1"/>
          </p:cNvSpPr>
          <p:nvPr>
            <p:ph type="body" sz="quarter" idx="13"/>
          </p:nvPr>
        </p:nvSpPr>
        <p:spPr/>
        <p:txBody>
          <a:bodyPr/>
          <a:lstStyle/>
          <a:p>
            <a:pPr marL="0" indent="0">
              <a:buNone/>
            </a:pPr>
            <a:r>
              <a:rPr lang="en-US" dirty="0"/>
              <a:t>Submit the following documents:</a:t>
            </a:r>
          </a:p>
          <a:p>
            <a:pPr>
              <a:buFont typeface="Wingdings" panose="05000000000000000000" pitchFamily="2" charset="2"/>
              <a:buChar char="Ø"/>
            </a:pPr>
            <a:r>
              <a:rPr lang="en-US" dirty="0"/>
              <a:t>Member Data Record (MDR) &amp; Employer signed original copy of PhilHealth Claim Form - you can get a copy from your HR Department or PhilHealth</a:t>
            </a:r>
          </a:p>
          <a:p>
            <a:pPr>
              <a:buFont typeface="Wingdings" panose="05000000000000000000" pitchFamily="2" charset="2"/>
              <a:buChar char="Ø"/>
            </a:pPr>
            <a:r>
              <a:rPr lang="en-US" dirty="0"/>
              <a:t>PhilHealth ID and another valid ID</a:t>
            </a:r>
          </a:p>
          <a:p>
            <a:pPr marL="0" indent="0">
              <a:buNone/>
            </a:pPr>
            <a:r>
              <a:rPr lang="vi-VN" i="1" dirty="0"/>
              <a:t>S</a:t>
            </a:r>
            <a:r>
              <a:rPr lang="en-US" i="1" dirty="0" err="1"/>
              <a:t>ubmit</a:t>
            </a:r>
            <a:r>
              <a:rPr lang="en-US" i="1" dirty="0"/>
              <a:t> these documents to the hospital before being discharged for immediate deduction to take place.</a:t>
            </a:r>
          </a:p>
        </p:txBody>
      </p:sp>
    </p:spTree>
    <p:extLst>
      <p:ext uri="{BB962C8B-B14F-4D97-AF65-F5344CB8AC3E}">
        <p14:creationId xmlns:p14="http://schemas.microsoft.com/office/powerpoint/2010/main" val="541934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2A6F5CD-849C-0744-DB9E-ED7375619322}"/>
              </a:ext>
            </a:extLst>
          </p:cNvPr>
          <p:cNvSpPr txBox="1"/>
          <p:nvPr/>
        </p:nvSpPr>
        <p:spPr>
          <a:xfrm>
            <a:off x="1094095" y="851517"/>
            <a:ext cx="5238466" cy="2991416"/>
          </a:xfrm>
          <a:prstGeom prst="rect">
            <a:avLst/>
          </a:prstGeom>
        </p:spPr>
        <p:txBody>
          <a:bodyPr vert="horz" lIns="91440" tIns="45720" rIns="91440" bIns="45720" rtlCol="0" anchor="b">
            <a:normAutofit/>
          </a:bodyPr>
          <a:lstStyle/>
          <a:p>
            <a:pPr marL="0" lvl="0" indent="0">
              <a:lnSpc>
                <a:spcPct val="90000"/>
              </a:lnSpc>
              <a:spcBef>
                <a:spcPct val="0"/>
              </a:spcBef>
              <a:spcAft>
                <a:spcPts val="600"/>
              </a:spcAft>
              <a:buClr>
                <a:srgbClr val="F27228"/>
              </a:buClr>
              <a:buSzPts val="3600"/>
            </a:pPr>
            <a:r>
              <a:rPr lang="en-US" sz="6000" b="1" kern="1200" dirty="0">
                <a:latin typeface="Congenial" panose="02000503040000020004" pitchFamily="2" charset="0"/>
                <a:ea typeface="+mj-ea"/>
                <a:cs typeface="+mj-cs"/>
              </a:rPr>
              <a:t>Paid Leaves</a:t>
            </a:r>
          </a:p>
        </p:txBody>
      </p:sp>
      <p:sp>
        <p:nvSpPr>
          <p:cNvPr id="25" name="Freeform: Shape 24">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Graphic 7" descr="Money">
            <a:extLst>
              <a:ext uri="{FF2B5EF4-FFF2-40B4-BE49-F238E27FC236}">
                <a16:creationId xmlns:a16="http://schemas.microsoft.com/office/drawing/2014/main" id="{65C93552-9E3E-61BF-2147-5681BF1C02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1503" y="2129307"/>
            <a:ext cx="3217333" cy="3217333"/>
          </a:xfrm>
          <a:prstGeom prst="rect">
            <a:avLst/>
          </a:prstGeom>
        </p:spPr>
      </p:pic>
      <p:sp>
        <p:nvSpPr>
          <p:cNvPr id="2" name="Slide Number Placeholder 1">
            <a:extLst>
              <a:ext uri="{FF2B5EF4-FFF2-40B4-BE49-F238E27FC236}">
                <a16:creationId xmlns:a16="http://schemas.microsoft.com/office/drawing/2014/main" id="{270F1874-E9BC-4669-811B-C565ABEF9F53}"/>
              </a:ext>
            </a:extLst>
          </p:cNvPr>
          <p:cNvSpPr>
            <a:spLocks noGrp="1"/>
          </p:cNvSpPr>
          <p:nvPr>
            <p:ph type="sldNum" sz="quarter" idx="12"/>
          </p:nvPr>
        </p:nvSpPr>
        <p:spPr>
          <a:xfrm>
            <a:off x="11146536" y="6035040"/>
            <a:ext cx="548640" cy="548640"/>
          </a:xfrm>
          <a:prstGeom prst="ellipse">
            <a:avLst/>
          </a:prstGeom>
          <a:solidFill>
            <a:schemeClr val="tx1">
              <a:alpha val="80000"/>
            </a:schemeClr>
          </a:solidFill>
        </p:spPr>
        <p:txBody>
          <a:bodyPr vert="horz" lIns="91440" tIns="45720" rIns="91440" bIns="45720" rtlCol="0" anchor="ctr">
            <a:normAutofit/>
          </a:bodyPr>
          <a:lstStyle/>
          <a:p>
            <a:pPr algn="ctr">
              <a:spcAft>
                <a:spcPts val="600"/>
              </a:spcAft>
            </a:pPr>
            <a:fld id="{E012F146-47F9-A646-B182-8CC39B8AD32B}" type="slidenum">
              <a:rPr lang="en-US"/>
              <a:pPr algn="ctr">
                <a:spcAft>
                  <a:spcPts val="600"/>
                </a:spcAft>
              </a:pPr>
              <a:t>24</a:t>
            </a:fld>
            <a:endParaRPr lang="en-US"/>
          </a:p>
        </p:txBody>
      </p:sp>
      <p:pic>
        <p:nvPicPr>
          <p:cNvPr id="14" name="Picture 13">
            <a:extLst>
              <a:ext uri="{FF2B5EF4-FFF2-40B4-BE49-F238E27FC236}">
                <a16:creationId xmlns:a16="http://schemas.microsoft.com/office/drawing/2014/main" id="{5EC91C14-0B87-47F8-9713-3F7863F7D33D}"/>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194686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2C0C63A-B05B-45A5-AE88-7A3D061A2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BAD34AF-5414-49A5-AB75-F1CA854B3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6" cy="6858000"/>
            <a:chOff x="1" y="0"/>
            <a:chExt cx="12191996" cy="6858000"/>
          </a:xfrm>
        </p:grpSpPr>
        <p:sp>
          <p:nvSpPr>
            <p:cNvPr id="23" name="Rectangle 22">
              <a:extLst>
                <a:ext uri="{FF2B5EF4-FFF2-40B4-BE49-F238E27FC236}">
                  <a16:creationId xmlns:a16="http://schemas.microsoft.com/office/drawing/2014/main" id="{7BAD3960-6DE9-4457-8083-F6FFBD58D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bg1"/>
            </a:solidFill>
            <a:ln w="0">
              <a:noFill/>
              <a:prstDash val="solid"/>
              <a:round/>
              <a:headEnd/>
              <a:tailEnd/>
            </a:ln>
          </p:spPr>
          <p:txBody>
            <a:bodyPr rtlCol="0" anchor="ctr"/>
            <a:lstStyle/>
            <a:p>
              <a:pPr algn="ctr" defTabSz="457200"/>
              <a:endParaRPr lang="en-US">
                <a:solidFill>
                  <a:schemeClr val="tx1"/>
                </a:solidFill>
              </a:endParaRPr>
            </a:p>
          </p:txBody>
        </p:sp>
        <p:sp>
          <p:nvSpPr>
            <p:cNvPr id="24" name="Rectangle 23">
              <a:extLst>
                <a:ext uri="{FF2B5EF4-FFF2-40B4-BE49-F238E27FC236}">
                  <a16:creationId xmlns:a16="http://schemas.microsoft.com/office/drawing/2014/main" id="{F3F5E368-26F9-408D-9C1D-D007FCE0C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grpSp>
      <p:sp>
        <p:nvSpPr>
          <p:cNvPr id="4" name="TextBox 3">
            <a:extLst>
              <a:ext uri="{FF2B5EF4-FFF2-40B4-BE49-F238E27FC236}">
                <a16:creationId xmlns:a16="http://schemas.microsoft.com/office/drawing/2014/main" id="{C7081EF8-1A88-5832-0415-B26A84F43EB3}"/>
              </a:ext>
            </a:extLst>
          </p:cNvPr>
          <p:cNvSpPr txBox="1"/>
          <p:nvPr/>
        </p:nvSpPr>
        <p:spPr>
          <a:xfrm>
            <a:off x="765051" y="662400"/>
            <a:ext cx="7007349" cy="1492132"/>
          </a:xfrm>
          <a:prstGeom prst="rect">
            <a:avLst/>
          </a:prstGeom>
        </p:spPr>
        <p:txBody>
          <a:bodyPr vert="horz" lIns="91440" tIns="45720" rIns="91440" bIns="45720" rtlCol="0" anchor="t">
            <a:normAutofit/>
          </a:bodyPr>
          <a:lstStyle/>
          <a:p>
            <a:pPr marL="0" marR="0" lvl="0" indent="0">
              <a:lnSpc>
                <a:spcPct val="90000"/>
              </a:lnSpc>
              <a:spcBef>
                <a:spcPct val="0"/>
              </a:spcBef>
              <a:spcAft>
                <a:spcPts val="600"/>
              </a:spcAft>
            </a:pPr>
            <a:r>
              <a:rPr lang="en-US" sz="4400" b="1" dirty="0">
                <a:latin typeface="+mj-lt"/>
                <a:ea typeface="+mj-ea"/>
                <a:cs typeface="+mj-cs"/>
                <a:sym typeface="Calibri"/>
              </a:rPr>
              <a:t>UPON REGULARIZATION</a:t>
            </a:r>
            <a:endParaRPr lang="en-US" sz="4400" dirty="0">
              <a:latin typeface="+mj-lt"/>
              <a:ea typeface="+mj-ea"/>
              <a:cs typeface="+mj-cs"/>
            </a:endParaRPr>
          </a:p>
        </p:txBody>
      </p:sp>
      <p:sp>
        <p:nvSpPr>
          <p:cNvPr id="11" name="TextBox 5">
            <a:extLst>
              <a:ext uri="{FF2B5EF4-FFF2-40B4-BE49-F238E27FC236}">
                <a16:creationId xmlns:a16="http://schemas.microsoft.com/office/drawing/2014/main" id="{0029EECF-D9B4-A8F9-53B3-B57754D404A0}"/>
              </a:ext>
            </a:extLst>
          </p:cNvPr>
          <p:cNvSpPr txBox="1"/>
          <p:nvPr/>
        </p:nvSpPr>
        <p:spPr>
          <a:xfrm>
            <a:off x="833586" y="1850499"/>
            <a:ext cx="7007349" cy="4114799"/>
          </a:xfrm>
          <a:prstGeom prst="rect">
            <a:avLst/>
          </a:prstGeom>
        </p:spPr>
        <p:txBody>
          <a:bodyPr vert="horz" lIns="91440" tIns="45720" rIns="91440" bIns="45720" rtlCol="0">
            <a:noAutofit/>
          </a:bodyPr>
          <a:lstStyle/>
          <a:p>
            <a:pPr marL="0" lvl="0" indent="-228600">
              <a:lnSpc>
                <a:spcPct val="90000"/>
              </a:lnSpc>
              <a:spcBef>
                <a:spcPts val="0"/>
              </a:spcBef>
              <a:spcAft>
                <a:spcPts val="0"/>
              </a:spcAft>
              <a:buSzPts val="1400"/>
              <a:buFont typeface="Arial" panose="020B0604020202020204" pitchFamily="34" charset="0"/>
              <a:buChar char="•"/>
            </a:pPr>
            <a:r>
              <a:rPr lang="en-US" b="1" u="sng" dirty="0">
                <a:solidFill>
                  <a:schemeClr val="accent5"/>
                </a:solidFill>
                <a:latin typeface="Calibri" panose="020F0502020204030204" pitchFamily="34" charset="0"/>
                <a:cs typeface="Calibri" panose="020F0502020204030204" pitchFamily="34" charset="0"/>
              </a:rPr>
              <a:t>Vacation Leave</a:t>
            </a:r>
            <a:endParaRPr lang="en-US" b="1" dirty="0">
              <a:solidFill>
                <a:schemeClr val="accent5"/>
              </a:solidFill>
              <a:latin typeface="Calibri" panose="020F0502020204030204" pitchFamily="34" charset="0"/>
              <a:cs typeface="Calibri" panose="020F0502020204030204" pitchFamily="34" charset="0"/>
            </a:endParaRPr>
          </a:p>
          <a:p>
            <a:pPr marL="285750" lvl="0" indent="-228600">
              <a:lnSpc>
                <a:spcPct val="90000"/>
              </a:lnSpc>
              <a:spcBef>
                <a:spcPts val="280"/>
              </a:spcBef>
              <a:spcAft>
                <a:spcPts val="0"/>
              </a:spcAft>
              <a:buSzPts val="1400"/>
              <a:buFont typeface="Arial" panose="020B0604020202020204" pitchFamily="34" charset="0"/>
              <a:buChar char="•"/>
            </a:pPr>
            <a:r>
              <a:rPr lang="en-US" b="1" i="1" dirty="0">
                <a:solidFill>
                  <a:schemeClr val="accent5"/>
                </a:solidFill>
                <a:latin typeface="Calibri" panose="020F0502020204030204" pitchFamily="34" charset="0"/>
                <a:cs typeface="Calibri" panose="020F0502020204030204" pitchFamily="34" charset="0"/>
              </a:rPr>
              <a:t>12 days (earned, pro rated per year)</a:t>
            </a:r>
          </a:p>
          <a:p>
            <a:pPr marL="285750" lvl="0" indent="-228600">
              <a:lnSpc>
                <a:spcPct val="90000"/>
              </a:lnSpc>
              <a:spcBef>
                <a:spcPts val="280"/>
              </a:spcBef>
              <a:spcAft>
                <a:spcPts val="0"/>
              </a:spcAft>
              <a:buSzPts val="1400"/>
              <a:buFont typeface="Arial" panose="020B0604020202020204" pitchFamily="34" charset="0"/>
              <a:buChar char="•"/>
            </a:pPr>
            <a:r>
              <a:rPr lang="en-US" b="1" i="1" dirty="0">
                <a:solidFill>
                  <a:schemeClr val="accent5"/>
                </a:solidFill>
                <a:latin typeface="Calibri" panose="020F0502020204030204" pitchFamily="34" charset="0"/>
                <a:cs typeface="Calibri" panose="020F0502020204030204" pitchFamily="34" charset="0"/>
              </a:rPr>
              <a:t>Max 5 days unused, VL convertible to cash by year end</a:t>
            </a:r>
          </a:p>
          <a:p>
            <a:pPr marL="285750" lvl="0" indent="-228600">
              <a:lnSpc>
                <a:spcPct val="90000"/>
              </a:lnSpc>
              <a:spcBef>
                <a:spcPts val="280"/>
              </a:spcBef>
              <a:spcAft>
                <a:spcPts val="0"/>
              </a:spcAft>
              <a:buSzPts val="1400"/>
              <a:buFont typeface="Arial" panose="020B0604020202020204" pitchFamily="34" charset="0"/>
              <a:buChar char="•"/>
            </a:pPr>
            <a:r>
              <a:rPr lang="en-US" b="1" i="1" dirty="0">
                <a:solidFill>
                  <a:schemeClr val="accent5"/>
                </a:solidFill>
                <a:latin typeface="Calibri" panose="020F0502020204030204" pitchFamily="34" charset="0"/>
                <a:cs typeface="Calibri" panose="020F0502020204030204" pitchFamily="34" charset="0"/>
              </a:rPr>
              <a:t>Additional 3 days upon 3</a:t>
            </a:r>
            <a:r>
              <a:rPr lang="en-US" b="1" i="1" baseline="30000" dirty="0">
                <a:solidFill>
                  <a:schemeClr val="accent5"/>
                </a:solidFill>
                <a:latin typeface="Calibri" panose="020F0502020204030204" pitchFamily="34" charset="0"/>
                <a:cs typeface="Calibri" panose="020F0502020204030204" pitchFamily="34" charset="0"/>
              </a:rPr>
              <a:t>rd</a:t>
            </a:r>
            <a:r>
              <a:rPr lang="en-US" b="1" i="1" dirty="0">
                <a:solidFill>
                  <a:schemeClr val="accent5"/>
                </a:solidFill>
                <a:latin typeface="Calibri" panose="020F0502020204030204" pitchFamily="34" charset="0"/>
                <a:cs typeface="Calibri" panose="020F0502020204030204" pitchFamily="34" charset="0"/>
              </a:rPr>
              <a:t> anniversary with FPT</a:t>
            </a:r>
          </a:p>
          <a:p>
            <a:pPr marL="0" lvl="0" indent="-228600">
              <a:lnSpc>
                <a:spcPct val="90000"/>
              </a:lnSpc>
              <a:spcBef>
                <a:spcPts val="280"/>
              </a:spcBef>
              <a:spcAft>
                <a:spcPts val="0"/>
              </a:spcAft>
              <a:buSzPts val="1400"/>
              <a:buFont typeface="Arial" panose="020B0604020202020204" pitchFamily="34" charset="0"/>
              <a:buChar char="•"/>
            </a:pPr>
            <a:endParaRPr lang="en-US" b="1" dirty="0">
              <a:solidFill>
                <a:schemeClr val="accent5"/>
              </a:solidFill>
              <a:latin typeface="Calibri" panose="020F0502020204030204" pitchFamily="34" charset="0"/>
              <a:cs typeface="Calibri" panose="020F0502020204030204" pitchFamily="34" charset="0"/>
            </a:endParaRPr>
          </a:p>
          <a:p>
            <a:pPr marL="0" lvl="0" indent="-228600">
              <a:lnSpc>
                <a:spcPct val="90000"/>
              </a:lnSpc>
              <a:spcBef>
                <a:spcPts val="280"/>
              </a:spcBef>
              <a:spcAft>
                <a:spcPts val="0"/>
              </a:spcAft>
              <a:buSzPts val="1400"/>
              <a:buFont typeface="Arial" panose="020B0604020202020204" pitchFamily="34" charset="0"/>
              <a:buChar char="•"/>
            </a:pPr>
            <a:r>
              <a:rPr lang="en-US" b="1" u="sng" dirty="0">
                <a:solidFill>
                  <a:schemeClr val="accent5"/>
                </a:solidFill>
                <a:latin typeface="Calibri" panose="020F0502020204030204" pitchFamily="34" charset="0"/>
                <a:cs typeface="Calibri" panose="020F0502020204030204" pitchFamily="34" charset="0"/>
              </a:rPr>
              <a:t>Sick Leave</a:t>
            </a:r>
            <a:endParaRPr lang="en-US" b="1" dirty="0">
              <a:solidFill>
                <a:schemeClr val="accent5"/>
              </a:solidFill>
              <a:latin typeface="Calibri" panose="020F0502020204030204" pitchFamily="34" charset="0"/>
              <a:cs typeface="Calibri" panose="020F0502020204030204" pitchFamily="34" charset="0"/>
            </a:endParaRPr>
          </a:p>
          <a:p>
            <a:pPr marL="285750" lvl="0" indent="-228600">
              <a:lnSpc>
                <a:spcPct val="90000"/>
              </a:lnSpc>
              <a:spcBef>
                <a:spcPts val="280"/>
              </a:spcBef>
              <a:spcAft>
                <a:spcPts val="0"/>
              </a:spcAft>
              <a:buSzPts val="1400"/>
              <a:buFont typeface="Arial" panose="020B0604020202020204" pitchFamily="34" charset="0"/>
              <a:buChar char="•"/>
            </a:pPr>
            <a:r>
              <a:rPr lang="en-US" b="1" i="1" dirty="0">
                <a:solidFill>
                  <a:schemeClr val="accent5"/>
                </a:solidFill>
                <a:latin typeface="Calibri" panose="020F0502020204030204" pitchFamily="34" charset="0"/>
                <a:cs typeface="Calibri" panose="020F0502020204030204" pitchFamily="34" charset="0"/>
              </a:rPr>
              <a:t>12 days (earned, pro rated per year)</a:t>
            </a:r>
          </a:p>
          <a:p>
            <a:pPr marL="285750" lvl="0" indent="-228600">
              <a:lnSpc>
                <a:spcPct val="90000"/>
              </a:lnSpc>
              <a:spcBef>
                <a:spcPts val="280"/>
              </a:spcBef>
              <a:spcAft>
                <a:spcPts val="0"/>
              </a:spcAft>
              <a:buSzPts val="1400"/>
              <a:buFont typeface="Arial" panose="020B0604020202020204" pitchFamily="34" charset="0"/>
              <a:buChar char="•"/>
            </a:pPr>
            <a:r>
              <a:rPr lang="en-US" b="1" i="1" dirty="0">
                <a:solidFill>
                  <a:schemeClr val="accent5"/>
                </a:solidFill>
                <a:latin typeface="Calibri" panose="020F0502020204030204" pitchFamily="34" charset="0"/>
                <a:cs typeface="Calibri" panose="020F0502020204030204" pitchFamily="34" charset="0"/>
              </a:rPr>
              <a:t>Not convertible to cash</a:t>
            </a:r>
          </a:p>
          <a:p>
            <a:pPr marL="0" lvl="0" indent="-228600">
              <a:lnSpc>
                <a:spcPct val="90000"/>
              </a:lnSpc>
              <a:spcBef>
                <a:spcPts val="280"/>
              </a:spcBef>
              <a:spcAft>
                <a:spcPts val="0"/>
              </a:spcAft>
              <a:buSzPts val="1400"/>
              <a:buFont typeface="Arial" panose="020B0604020202020204" pitchFamily="34" charset="0"/>
              <a:buChar char="•"/>
            </a:pPr>
            <a:endParaRPr lang="en-US" b="1" dirty="0">
              <a:solidFill>
                <a:schemeClr val="accent5"/>
              </a:solidFill>
              <a:latin typeface="Calibri" panose="020F0502020204030204" pitchFamily="34" charset="0"/>
              <a:cs typeface="Calibri" panose="020F0502020204030204" pitchFamily="34" charset="0"/>
            </a:endParaRPr>
          </a:p>
          <a:p>
            <a:pPr marL="0" lvl="0" indent="-228600">
              <a:lnSpc>
                <a:spcPct val="90000"/>
              </a:lnSpc>
              <a:spcBef>
                <a:spcPts val="280"/>
              </a:spcBef>
              <a:spcAft>
                <a:spcPts val="0"/>
              </a:spcAft>
              <a:buSzPts val="1400"/>
              <a:buFont typeface="Arial" panose="020B0604020202020204" pitchFamily="34" charset="0"/>
              <a:buChar char="•"/>
            </a:pPr>
            <a:r>
              <a:rPr lang="en-US" b="1" u="sng" dirty="0">
                <a:solidFill>
                  <a:schemeClr val="accent5"/>
                </a:solidFill>
                <a:latin typeface="Calibri" panose="020F0502020204030204" pitchFamily="34" charset="0"/>
                <a:cs typeface="Calibri" panose="020F0502020204030204" pitchFamily="34" charset="0"/>
              </a:rPr>
              <a:t>Bereavement Leave</a:t>
            </a:r>
            <a:endParaRPr lang="en-US" b="1" dirty="0">
              <a:solidFill>
                <a:schemeClr val="accent5"/>
              </a:solidFill>
              <a:latin typeface="Calibri" panose="020F0502020204030204" pitchFamily="34" charset="0"/>
              <a:cs typeface="Calibri" panose="020F0502020204030204" pitchFamily="34" charset="0"/>
            </a:endParaRPr>
          </a:p>
          <a:p>
            <a:pPr marL="285750" lvl="0" indent="-228600">
              <a:lnSpc>
                <a:spcPct val="90000"/>
              </a:lnSpc>
              <a:spcBef>
                <a:spcPts val="280"/>
              </a:spcBef>
              <a:spcAft>
                <a:spcPts val="0"/>
              </a:spcAft>
              <a:buSzPts val="1400"/>
              <a:buFont typeface="Arial" panose="020B0604020202020204" pitchFamily="34" charset="0"/>
              <a:buChar char="•"/>
            </a:pPr>
            <a:r>
              <a:rPr lang="en-US" b="1" i="1" dirty="0">
                <a:solidFill>
                  <a:schemeClr val="accent5"/>
                </a:solidFill>
                <a:latin typeface="Calibri" panose="020F0502020204030204" pitchFamily="34" charset="0"/>
                <a:cs typeface="Calibri" panose="020F0502020204030204" pitchFamily="34" charset="0"/>
              </a:rPr>
              <a:t>3 days (immediate family members and parents-in-law)</a:t>
            </a:r>
          </a:p>
          <a:p>
            <a:pPr marL="0" lvl="0" indent="-228600">
              <a:lnSpc>
                <a:spcPct val="90000"/>
              </a:lnSpc>
              <a:spcBef>
                <a:spcPts val="280"/>
              </a:spcBef>
              <a:spcAft>
                <a:spcPts val="0"/>
              </a:spcAft>
              <a:buSzPts val="1400"/>
              <a:buFont typeface="Arial" panose="020B0604020202020204" pitchFamily="34" charset="0"/>
              <a:buChar char="•"/>
            </a:pPr>
            <a:endParaRPr lang="en-US" b="1" i="1" dirty="0">
              <a:solidFill>
                <a:schemeClr val="accent5"/>
              </a:solidFill>
              <a:latin typeface="Calibri" panose="020F0502020204030204" pitchFamily="34" charset="0"/>
              <a:cs typeface="Calibri" panose="020F0502020204030204" pitchFamily="34" charset="0"/>
            </a:endParaRPr>
          </a:p>
          <a:p>
            <a:pPr marL="0" lvl="0" indent="-228600">
              <a:lnSpc>
                <a:spcPct val="90000"/>
              </a:lnSpc>
              <a:spcBef>
                <a:spcPts val="280"/>
              </a:spcBef>
              <a:spcAft>
                <a:spcPts val="0"/>
              </a:spcAft>
              <a:buSzPts val="1400"/>
              <a:buFont typeface="Arial" panose="020B0604020202020204" pitchFamily="34" charset="0"/>
              <a:buChar char="•"/>
            </a:pPr>
            <a:r>
              <a:rPr lang="en-US" b="1" u="sng" dirty="0">
                <a:solidFill>
                  <a:schemeClr val="accent5"/>
                </a:solidFill>
                <a:latin typeface="Calibri" panose="020F0502020204030204" pitchFamily="34" charset="0"/>
                <a:cs typeface="Calibri" panose="020F0502020204030204" pitchFamily="34" charset="0"/>
              </a:rPr>
              <a:t>Birthday Leave</a:t>
            </a:r>
            <a:endParaRPr lang="en-US" b="1" dirty="0">
              <a:solidFill>
                <a:schemeClr val="accent5"/>
              </a:solidFill>
              <a:latin typeface="Calibri" panose="020F0502020204030204" pitchFamily="34" charset="0"/>
              <a:cs typeface="Calibri" panose="020F0502020204030204" pitchFamily="34" charset="0"/>
            </a:endParaRPr>
          </a:p>
          <a:p>
            <a:pPr marL="285750" lvl="0" indent="-228600">
              <a:lnSpc>
                <a:spcPct val="90000"/>
              </a:lnSpc>
              <a:spcBef>
                <a:spcPts val="280"/>
              </a:spcBef>
              <a:spcAft>
                <a:spcPts val="0"/>
              </a:spcAft>
              <a:buSzPts val="1400"/>
              <a:buFont typeface="Arial" panose="020B0604020202020204" pitchFamily="34" charset="0"/>
              <a:buChar char="•"/>
            </a:pPr>
            <a:r>
              <a:rPr lang="en-US" b="1" i="1" dirty="0">
                <a:solidFill>
                  <a:schemeClr val="accent5"/>
                </a:solidFill>
                <a:latin typeface="Calibri" panose="020F0502020204030204" pitchFamily="34" charset="0"/>
                <a:cs typeface="Calibri" panose="020F0502020204030204" pitchFamily="34" charset="0"/>
              </a:rPr>
              <a:t>1 day (upon 1</a:t>
            </a:r>
            <a:r>
              <a:rPr lang="en-US" b="1" i="1" baseline="30000" dirty="0">
                <a:solidFill>
                  <a:schemeClr val="accent5"/>
                </a:solidFill>
                <a:latin typeface="Calibri" panose="020F0502020204030204" pitchFamily="34" charset="0"/>
                <a:cs typeface="Calibri" panose="020F0502020204030204" pitchFamily="34" charset="0"/>
              </a:rPr>
              <a:t>st</a:t>
            </a:r>
            <a:r>
              <a:rPr lang="en-US" b="1" i="1" dirty="0">
                <a:solidFill>
                  <a:schemeClr val="accent5"/>
                </a:solidFill>
                <a:latin typeface="Calibri" panose="020F0502020204030204" pitchFamily="34" charset="0"/>
                <a:cs typeface="Calibri" panose="020F0502020204030204" pitchFamily="34" charset="0"/>
              </a:rPr>
              <a:t> anniversary)</a:t>
            </a:r>
          </a:p>
        </p:txBody>
      </p:sp>
      <p:sp>
        <p:nvSpPr>
          <p:cNvPr id="26" name="Freeform: Shape 25">
            <a:extLst>
              <a:ext uri="{FF2B5EF4-FFF2-40B4-BE49-F238E27FC236}">
                <a16:creationId xmlns:a16="http://schemas.microsoft.com/office/drawing/2014/main" id="{8C4F1A0C-BD28-4977-9745-E2A4FB752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9668" y="0"/>
            <a:ext cx="4232332" cy="3701000"/>
          </a:xfrm>
          <a:custGeom>
            <a:avLst/>
            <a:gdLst>
              <a:gd name="connsiteX0" fmla="*/ 319701 w 4232332"/>
              <a:gd name="connsiteY0" fmla="*/ 0 h 3701000"/>
              <a:gd name="connsiteX1" fmla="*/ 4232332 w 4232332"/>
              <a:gd name="connsiteY1" fmla="*/ 0 h 3701000"/>
              <a:gd name="connsiteX2" fmla="*/ 4232332 w 4232332"/>
              <a:gd name="connsiteY2" fmla="*/ 3034486 h 3701000"/>
              <a:gd name="connsiteX3" fmla="*/ 4230268 w 4232332"/>
              <a:gd name="connsiteY3" fmla="*/ 3035198 h 3701000"/>
              <a:gd name="connsiteX4" fmla="*/ 4185051 w 4232332"/>
              <a:gd name="connsiteY4" fmla="*/ 3049231 h 3701000"/>
              <a:gd name="connsiteX5" fmla="*/ 4136714 w 4232332"/>
              <a:gd name="connsiteY5" fmla="*/ 3061706 h 3701000"/>
              <a:gd name="connsiteX6" fmla="*/ 4089935 w 4232332"/>
              <a:gd name="connsiteY6" fmla="*/ 3074180 h 3701000"/>
              <a:gd name="connsiteX7" fmla="*/ 4043158 w 4232332"/>
              <a:gd name="connsiteY7" fmla="*/ 3088214 h 3701000"/>
              <a:gd name="connsiteX8" fmla="*/ 3997940 w 4232332"/>
              <a:gd name="connsiteY8" fmla="*/ 3103806 h 3701000"/>
              <a:gd name="connsiteX9" fmla="*/ 3955840 w 4232332"/>
              <a:gd name="connsiteY9" fmla="*/ 3122518 h 3701000"/>
              <a:gd name="connsiteX10" fmla="*/ 3916860 w 4232332"/>
              <a:gd name="connsiteY10" fmla="*/ 3144346 h 3701000"/>
              <a:gd name="connsiteX11" fmla="*/ 3882555 w 4232332"/>
              <a:gd name="connsiteY11" fmla="*/ 3172413 h 3701000"/>
              <a:gd name="connsiteX12" fmla="*/ 3846692 w 4232332"/>
              <a:gd name="connsiteY12" fmla="*/ 3203599 h 3701000"/>
              <a:gd name="connsiteX13" fmla="*/ 3815506 w 4232332"/>
              <a:gd name="connsiteY13" fmla="*/ 3239461 h 3701000"/>
              <a:gd name="connsiteX14" fmla="*/ 3785881 w 4232332"/>
              <a:gd name="connsiteY14" fmla="*/ 3276884 h 3701000"/>
              <a:gd name="connsiteX15" fmla="*/ 3756254 w 4232332"/>
              <a:gd name="connsiteY15" fmla="*/ 3315864 h 3701000"/>
              <a:gd name="connsiteX16" fmla="*/ 3726629 w 4232332"/>
              <a:gd name="connsiteY16" fmla="*/ 3354846 h 3701000"/>
              <a:gd name="connsiteX17" fmla="*/ 3697003 w 4232332"/>
              <a:gd name="connsiteY17" fmla="*/ 3392268 h 3701000"/>
              <a:gd name="connsiteX18" fmla="*/ 3664258 w 4232332"/>
              <a:gd name="connsiteY18" fmla="*/ 3428131 h 3701000"/>
              <a:gd name="connsiteX19" fmla="*/ 3631513 w 4232332"/>
              <a:gd name="connsiteY19" fmla="*/ 3459315 h 3701000"/>
              <a:gd name="connsiteX20" fmla="*/ 3594093 w 4232332"/>
              <a:gd name="connsiteY20" fmla="*/ 3485823 h 3701000"/>
              <a:gd name="connsiteX21" fmla="*/ 3555111 w 4232332"/>
              <a:gd name="connsiteY21" fmla="*/ 3506094 h 3701000"/>
              <a:gd name="connsiteX22" fmla="*/ 3508332 w 4232332"/>
              <a:gd name="connsiteY22" fmla="*/ 3520128 h 3701000"/>
              <a:gd name="connsiteX23" fmla="*/ 3459994 w 4232332"/>
              <a:gd name="connsiteY23" fmla="*/ 3526365 h 3701000"/>
              <a:gd name="connsiteX24" fmla="*/ 3410100 w 4232332"/>
              <a:gd name="connsiteY24" fmla="*/ 3527923 h 3701000"/>
              <a:gd name="connsiteX25" fmla="*/ 3357084 w 4232332"/>
              <a:gd name="connsiteY25" fmla="*/ 3523245 h 3701000"/>
              <a:gd name="connsiteX26" fmla="*/ 3304070 w 4232332"/>
              <a:gd name="connsiteY26" fmla="*/ 3517009 h 3701000"/>
              <a:gd name="connsiteX27" fmla="*/ 3251054 w 4232332"/>
              <a:gd name="connsiteY27" fmla="*/ 3509211 h 3701000"/>
              <a:gd name="connsiteX28" fmla="*/ 3198040 w 4232332"/>
              <a:gd name="connsiteY28" fmla="*/ 3502976 h 3701000"/>
              <a:gd name="connsiteX29" fmla="*/ 3145024 w 4232332"/>
              <a:gd name="connsiteY29" fmla="*/ 3499857 h 3701000"/>
              <a:gd name="connsiteX30" fmla="*/ 3093569 w 4232332"/>
              <a:gd name="connsiteY30" fmla="*/ 3499857 h 3701000"/>
              <a:gd name="connsiteX31" fmla="*/ 3045233 w 4232332"/>
              <a:gd name="connsiteY31" fmla="*/ 3506094 h 3701000"/>
              <a:gd name="connsiteX32" fmla="*/ 2995337 w 4232332"/>
              <a:gd name="connsiteY32" fmla="*/ 3518569 h 3701000"/>
              <a:gd name="connsiteX33" fmla="*/ 2950118 w 4232332"/>
              <a:gd name="connsiteY33" fmla="*/ 3537278 h 3701000"/>
              <a:gd name="connsiteX34" fmla="*/ 2903340 w 4232332"/>
              <a:gd name="connsiteY34" fmla="*/ 3562227 h 3701000"/>
              <a:gd name="connsiteX35" fmla="*/ 2856564 w 4232332"/>
              <a:gd name="connsiteY35" fmla="*/ 3587176 h 3701000"/>
              <a:gd name="connsiteX36" fmla="*/ 2809785 w 4232332"/>
              <a:gd name="connsiteY36" fmla="*/ 3615241 h 3701000"/>
              <a:gd name="connsiteX37" fmla="*/ 2764565 w 4232332"/>
              <a:gd name="connsiteY37" fmla="*/ 3641749 h 3701000"/>
              <a:gd name="connsiteX38" fmla="*/ 2716230 w 4232332"/>
              <a:gd name="connsiteY38" fmla="*/ 3665138 h 3701000"/>
              <a:gd name="connsiteX39" fmla="*/ 2669451 w 4232332"/>
              <a:gd name="connsiteY39" fmla="*/ 3683850 h 3701000"/>
              <a:gd name="connsiteX40" fmla="*/ 2621114 w 4232332"/>
              <a:gd name="connsiteY40" fmla="*/ 3696324 h 3701000"/>
              <a:gd name="connsiteX41" fmla="*/ 2571219 w 4232332"/>
              <a:gd name="connsiteY41" fmla="*/ 3701000 h 3701000"/>
              <a:gd name="connsiteX42" fmla="*/ 2521322 w 4232332"/>
              <a:gd name="connsiteY42" fmla="*/ 3696324 h 3701000"/>
              <a:gd name="connsiteX43" fmla="*/ 2472985 w 4232332"/>
              <a:gd name="connsiteY43" fmla="*/ 3683850 h 3701000"/>
              <a:gd name="connsiteX44" fmla="*/ 2426209 w 4232332"/>
              <a:gd name="connsiteY44" fmla="*/ 3665138 h 3701000"/>
              <a:gd name="connsiteX45" fmla="*/ 2377871 w 4232332"/>
              <a:gd name="connsiteY45" fmla="*/ 3641749 h 3701000"/>
              <a:gd name="connsiteX46" fmla="*/ 2332651 w 4232332"/>
              <a:gd name="connsiteY46" fmla="*/ 3615241 h 3701000"/>
              <a:gd name="connsiteX47" fmla="*/ 2285874 w 4232332"/>
              <a:gd name="connsiteY47" fmla="*/ 3587176 h 3701000"/>
              <a:gd name="connsiteX48" fmla="*/ 2239096 w 4232332"/>
              <a:gd name="connsiteY48" fmla="*/ 3562227 h 3701000"/>
              <a:gd name="connsiteX49" fmla="*/ 2192319 w 4232332"/>
              <a:gd name="connsiteY49" fmla="*/ 3537278 h 3701000"/>
              <a:gd name="connsiteX50" fmla="*/ 2145542 w 4232332"/>
              <a:gd name="connsiteY50" fmla="*/ 3518569 h 3701000"/>
              <a:gd name="connsiteX51" fmla="*/ 2097204 w 4232332"/>
              <a:gd name="connsiteY51" fmla="*/ 3506094 h 3701000"/>
              <a:gd name="connsiteX52" fmla="*/ 2048867 w 4232332"/>
              <a:gd name="connsiteY52" fmla="*/ 3499857 h 3701000"/>
              <a:gd name="connsiteX53" fmla="*/ 1997410 w 4232332"/>
              <a:gd name="connsiteY53" fmla="*/ 3499857 h 3701000"/>
              <a:gd name="connsiteX54" fmla="*/ 1944396 w 4232332"/>
              <a:gd name="connsiteY54" fmla="*/ 3502976 h 3701000"/>
              <a:gd name="connsiteX55" fmla="*/ 1891382 w 4232332"/>
              <a:gd name="connsiteY55" fmla="*/ 3509211 h 3701000"/>
              <a:gd name="connsiteX56" fmla="*/ 1838366 w 4232332"/>
              <a:gd name="connsiteY56" fmla="*/ 3517009 h 3701000"/>
              <a:gd name="connsiteX57" fmla="*/ 1785350 w 4232332"/>
              <a:gd name="connsiteY57" fmla="*/ 3523245 h 3701000"/>
              <a:gd name="connsiteX58" fmla="*/ 1732336 w 4232332"/>
              <a:gd name="connsiteY58" fmla="*/ 3527923 h 3701000"/>
              <a:gd name="connsiteX59" fmla="*/ 1682442 w 4232332"/>
              <a:gd name="connsiteY59" fmla="*/ 3526365 h 3701000"/>
              <a:gd name="connsiteX60" fmla="*/ 1634105 w 4232332"/>
              <a:gd name="connsiteY60" fmla="*/ 3520128 h 3701000"/>
              <a:gd name="connsiteX61" fmla="*/ 1587326 w 4232332"/>
              <a:gd name="connsiteY61" fmla="*/ 3506094 h 3701000"/>
              <a:gd name="connsiteX62" fmla="*/ 1548345 w 4232332"/>
              <a:gd name="connsiteY62" fmla="*/ 3485823 h 3701000"/>
              <a:gd name="connsiteX63" fmla="*/ 1510922 w 4232332"/>
              <a:gd name="connsiteY63" fmla="*/ 3459315 h 3701000"/>
              <a:gd name="connsiteX64" fmla="*/ 1478179 w 4232332"/>
              <a:gd name="connsiteY64" fmla="*/ 3428131 h 3701000"/>
              <a:gd name="connsiteX65" fmla="*/ 1445433 w 4232332"/>
              <a:gd name="connsiteY65" fmla="*/ 3392268 h 3701000"/>
              <a:gd name="connsiteX66" fmla="*/ 1415807 w 4232332"/>
              <a:gd name="connsiteY66" fmla="*/ 3354846 h 3701000"/>
              <a:gd name="connsiteX67" fmla="*/ 1386182 w 4232332"/>
              <a:gd name="connsiteY67" fmla="*/ 3315864 h 3701000"/>
              <a:gd name="connsiteX68" fmla="*/ 1356556 w 4232332"/>
              <a:gd name="connsiteY68" fmla="*/ 3276884 h 3701000"/>
              <a:gd name="connsiteX69" fmla="*/ 1326930 w 4232332"/>
              <a:gd name="connsiteY69" fmla="*/ 3239461 h 3701000"/>
              <a:gd name="connsiteX70" fmla="*/ 1295744 w 4232332"/>
              <a:gd name="connsiteY70" fmla="*/ 3203599 h 3701000"/>
              <a:gd name="connsiteX71" fmla="*/ 1259881 w 4232332"/>
              <a:gd name="connsiteY71" fmla="*/ 3172413 h 3701000"/>
              <a:gd name="connsiteX72" fmla="*/ 1225577 w 4232332"/>
              <a:gd name="connsiteY72" fmla="*/ 3144346 h 3701000"/>
              <a:gd name="connsiteX73" fmla="*/ 1186596 w 4232332"/>
              <a:gd name="connsiteY73" fmla="*/ 3122518 h 3701000"/>
              <a:gd name="connsiteX74" fmla="*/ 1144496 w 4232332"/>
              <a:gd name="connsiteY74" fmla="*/ 3103806 h 3701000"/>
              <a:gd name="connsiteX75" fmla="*/ 1099278 w 4232332"/>
              <a:gd name="connsiteY75" fmla="*/ 3088214 h 3701000"/>
              <a:gd name="connsiteX76" fmla="*/ 1052499 w 4232332"/>
              <a:gd name="connsiteY76" fmla="*/ 3074180 h 3701000"/>
              <a:gd name="connsiteX77" fmla="*/ 1005723 w 4232332"/>
              <a:gd name="connsiteY77" fmla="*/ 3061706 h 3701000"/>
              <a:gd name="connsiteX78" fmla="*/ 957386 w 4232332"/>
              <a:gd name="connsiteY78" fmla="*/ 3049231 h 3701000"/>
              <a:gd name="connsiteX79" fmla="*/ 912167 w 4232332"/>
              <a:gd name="connsiteY79" fmla="*/ 3035198 h 3701000"/>
              <a:gd name="connsiteX80" fmla="*/ 866948 w 4232332"/>
              <a:gd name="connsiteY80" fmla="*/ 3019606 h 3701000"/>
              <a:gd name="connsiteX81" fmla="*/ 824850 w 4232332"/>
              <a:gd name="connsiteY81" fmla="*/ 3000894 h 3701000"/>
              <a:gd name="connsiteX82" fmla="*/ 787426 w 4232332"/>
              <a:gd name="connsiteY82" fmla="*/ 2977505 h 3701000"/>
              <a:gd name="connsiteX83" fmla="*/ 753122 w 4232332"/>
              <a:gd name="connsiteY83" fmla="*/ 2949439 h 3701000"/>
              <a:gd name="connsiteX84" fmla="*/ 725057 w 4232332"/>
              <a:gd name="connsiteY84" fmla="*/ 2915136 h 3701000"/>
              <a:gd name="connsiteX85" fmla="*/ 701668 w 4232332"/>
              <a:gd name="connsiteY85" fmla="*/ 2877713 h 3701000"/>
              <a:gd name="connsiteX86" fmla="*/ 682956 w 4232332"/>
              <a:gd name="connsiteY86" fmla="*/ 2835613 h 3701000"/>
              <a:gd name="connsiteX87" fmla="*/ 667364 w 4232332"/>
              <a:gd name="connsiteY87" fmla="*/ 2790396 h 3701000"/>
              <a:gd name="connsiteX88" fmla="*/ 653331 w 4232332"/>
              <a:gd name="connsiteY88" fmla="*/ 2745177 h 3701000"/>
              <a:gd name="connsiteX89" fmla="*/ 640857 w 4232332"/>
              <a:gd name="connsiteY89" fmla="*/ 2696840 h 3701000"/>
              <a:gd name="connsiteX90" fmla="*/ 628382 w 4232332"/>
              <a:gd name="connsiteY90" fmla="*/ 2650063 h 3701000"/>
              <a:gd name="connsiteX91" fmla="*/ 614349 w 4232332"/>
              <a:gd name="connsiteY91" fmla="*/ 2603285 h 3701000"/>
              <a:gd name="connsiteX92" fmla="*/ 598756 w 4232332"/>
              <a:gd name="connsiteY92" fmla="*/ 2558065 h 3701000"/>
              <a:gd name="connsiteX93" fmla="*/ 580044 w 4232332"/>
              <a:gd name="connsiteY93" fmla="*/ 2515965 h 3701000"/>
              <a:gd name="connsiteX94" fmla="*/ 558214 w 4232332"/>
              <a:gd name="connsiteY94" fmla="*/ 2476984 h 3701000"/>
              <a:gd name="connsiteX95" fmla="*/ 530150 w 4232332"/>
              <a:gd name="connsiteY95" fmla="*/ 2442681 h 3701000"/>
              <a:gd name="connsiteX96" fmla="*/ 498963 w 4232332"/>
              <a:gd name="connsiteY96" fmla="*/ 2406817 h 3701000"/>
              <a:gd name="connsiteX97" fmla="*/ 463101 w 4232332"/>
              <a:gd name="connsiteY97" fmla="*/ 2375633 h 3701000"/>
              <a:gd name="connsiteX98" fmla="*/ 424118 w 4232332"/>
              <a:gd name="connsiteY98" fmla="*/ 2346007 h 3701000"/>
              <a:gd name="connsiteX99" fmla="*/ 385138 w 4232332"/>
              <a:gd name="connsiteY99" fmla="*/ 2316382 h 3701000"/>
              <a:gd name="connsiteX100" fmla="*/ 346157 w 4232332"/>
              <a:gd name="connsiteY100" fmla="*/ 2286756 h 3701000"/>
              <a:gd name="connsiteX101" fmla="*/ 308733 w 4232332"/>
              <a:gd name="connsiteY101" fmla="*/ 2257129 h 3701000"/>
              <a:gd name="connsiteX102" fmla="*/ 272871 w 4232332"/>
              <a:gd name="connsiteY102" fmla="*/ 2224386 h 3701000"/>
              <a:gd name="connsiteX103" fmla="*/ 241686 w 4232332"/>
              <a:gd name="connsiteY103" fmla="*/ 2191641 h 3701000"/>
              <a:gd name="connsiteX104" fmla="*/ 215179 w 4232332"/>
              <a:gd name="connsiteY104" fmla="*/ 2154219 h 3701000"/>
              <a:gd name="connsiteX105" fmla="*/ 194909 w 4232332"/>
              <a:gd name="connsiteY105" fmla="*/ 2115238 h 3701000"/>
              <a:gd name="connsiteX106" fmla="*/ 180876 w 4232332"/>
              <a:gd name="connsiteY106" fmla="*/ 2068461 h 3701000"/>
              <a:gd name="connsiteX107" fmla="*/ 174638 w 4232332"/>
              <a:gd name="connsiteY107" fmla="*/ 2020123 h 3701000"/>
              <a:gd name="connsiteX108" fmla="*/ 173078 w 4232332"/>
              <a:gd name="connsiteY108" fmla="*/ 1970225 h 3701000"/>
              <a:gd name="connsiteX109" fmla="*/ 177756 w 4232332"/>
              <a:gd name="connsiteY109" fmla="*/ 1917211 h 3701000"/>
              <a:gd name="connsiteX110" fmla="*/ 183993 w 4232332"/>
              <a:gd name="connsiteY110" fmla="*/ 1864197 h 3701000"/>
              <a:gd name="connsiteX111" fmla="*/ 191789 w 4232332"/>
              <a:gd name="connsiteY111" fmla="*/ 1811182 h 3701000"/>
              <a:gd name="connsiteX112" fmla="*/ 198027 w 4232332"/>
              <a:gd name="connsiteY112" fmla="*/ 1758167 h 3701000"/>
              <a:gd name="connsiteX113" fmla="*/ 201146 w 4232332"/>
              <a:gd name="connsiteY113" fmla="*/ 1705153 h 3701000"/>
              <a:gd name="connsiteX114" fmla="*/ 201146 w 4232332"/>
              <a:gd name="connsiteY114" fmla="*/ 1653697 h 3701000"/>
              <a:gd name="connsiteX115" fmla="*/ 194909 w 4232332"/>
              <a:gd name="connsiteY115" fmla="*/ 1605362 h 3701000"/>
              <a:gd name="connsiteX116" fmla="*/ 182434 w 4232332"/>
              <a:gd name="connsiteY116" fmla="*/ 1557024 h 3701000"/>
              <a:gd name="connsiteX117" fmla="*/ 163723 w 4232332"/>
              <a:gd name="connsiteY117" fmla="*/ 1511804 h 3701000"/>
              <a:gd name="connsiteX118" fmla="*/ 140335 w 4232332"/>
              <a:gd name="connsiteY118" fmla="*/ 1465027 h 3701000"/>
              <a:gd name="connsiteX119" fmla="*/ 113826 w 4232332"/>
              <a:gd name="connsiteY119" fmla="*/ 1418251 h 3701000"/>
              <a:gd name="connsiteX120" fmla="*/ 85761 w 4232332"/>
              <a:gd name="connsiteY120" fmla="*/ 1371472 h 3701000"/>
              <a:gd name="connsiteX121" fmla="*/ 59253 w 4232332"/>
              <a:gd name="connsiteY121" fmla="*/ 1326252 h 3701000"/>
              <a:gd name="connsiteX122" fmla="*/ 35863 w 4232332"/>
              <a:gd name="connsiteY122" fmla="*/ 1277917 h 3701000"/>
              <a:gd name="connsiteX123" fmla="*/ 17153 w 4232332"/>
              <a:gd name="connsiteY123" fmla="*/ 1231139 h 3701000"/>
              <a:gd name="connsiteX124" fmla="*/ 4679 w 4232332"/>
              <a:gd name="connsiteY124" fmla="*/ 1182801 h 3701000"/>
              <a:gd name="connsiteX125" fmla="*/ 0 w 4232332"/>
              <a:gd name="connsiteY125" fmla="*/ 1132905 h 3701000"/>
              <a:gd name="connsiteX126" fmla="*/ 4679 w 4232332"/>
              <a:gd name="connsiteY126" fmla="*/ 1083010 h 3701000"/>
              <a:gd name="connsiteX127" fmla="*/ 17153 w 4232332"/>
              <a:gd name="connsiteY127" fmla="*/ 1034673 h 3701000"/>
              <a:gd name="connsiteX128" fmla="*/ 35863 w 4232332"/>
              <a:gd name="connsiteY128" fmla="*/ 987895 h 3701000"/>
              <a:gd name="connsiteX129" fmla="*/ 59253 w 4232332"/>
              <a:gd name="connsiteY129" fmla="*/ 939559 h 3701000"/>
              <a:gd name="connsiteX130" fmla="*/ 85761 w 4232332"/>
              <a:gd name="connsiteY130" fmla="*/ 894339 h 3701000"/>
              <a:gd name="connsiteX131" fmla="*/ 113826 w 4232332"/>
              <a:gd name="connsiteY131" fmla="*/ 847563 h 3701000"/>
              <a:gd name="connsiteX132" fmla="*/ 140335 w 4232332"/>
              <a:gd name="connsiteY132" fmla="*/ 800784 h 3701000"/>
              <a:gd name="connsiteX133" fmla="*/ 163723 w 4232332"/>
              <a:gd name="connsiteY133" fmla="*/ 754007 h 3701000"/>
              <a:gd name="connsiteX134" fmla="*/ 182434 w 4232332"/>
              <a:gd name="connsiteY134" fmla="*/ 708787 h 3701000"/>
              <a:gd name="connsiteX135" fmla="*/ 194909 w 4232332"/>
              <a:gd name="connsiteY135" fmla="*/ 660451 h 3701000"/>
              <a:gd name="connsiteX136" fmla="*/ 201146 w 4232332"/>
              <a:gd name="connsiteY136" fmla="*/ 612115 h 3701000"/>
              <a:gd name="connsiteX137" fmla="*/ 201146 w 4232332"/>
              <a:gd name="connsiteY137" fmla="*/ 560659 h 3701000"/>
              <a:gd name="connsiteX138" fmla="*/ 198027 w 4232332"/>
              <a:gd name="connsiteY138" fmla="*/ 507644 h 3701000"/>
              <a:gd name="connsiteX139" fmla="*/ 191789 w 4232332"/>
              <a:gd name="connsiteY139" fmla="*/ 454630 h 3701000"/>
              <a:gd name="connsiteX140" fmla="*/ 183993 w 4232332"/>
              <a:gd name="connsiteY140" fmla="*/ 401614 h 3701000"/>
              <a:gd name="connsiteX141" fmla="*/ 177756 w 4232332"/>
              <a:gd name="connsiteY141" fmla="*/ 348600 h 3701000"/>
              <a:gd name="connsiteX142" fmla="*/ 173078 w 4232332"/>
              <a:gd name="connsiteY142" fmla="*/ 295586 h 3701000"/>
              <a:gd name="connsiteX143" fmla="*/ 174638 w 4232332"/>
              <a:gd name="connsiteY143" fmla="*/ 245689 h 3701000"/>
              <a:gd name="connsiteX144" fmla="*/ 180876 w 4232332"/>
              <a:gd name="connsiteY144" fmla="*/ 197353 h 3701000"/>
              <a:gd name="connsiteX145" fmla="*/ 194909 w 4232332"/>
              <a:gd name="connsiteY145" fmla="*/ 150574 h 3701000"/>
              <a:gd name="connsiteX146" fmla="*/ 215179 w 4232332"/>
              <a:gd name="connsiteY146" fmla="*/ 111594 h 3701000"/>
              <a:gd name="connsiteX147" fmla="*/ 241686 w 4232332"/>
              <a:gd name="connsiteY147" fmla="*/ 74171 h 3701000"/>
              <a:gd name="connsiteX148" fmla="*/ 272871 w 4232332"/>
              <a:gd name="connsiteY148" fmla="*/ 41427 h 3701000"/>
              <a:gd name="connsiteX149" fmla="*/ 308733 w 4232332"/>
              <a:gd name="connsiteY149" fmla="*/ 8683 h 370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4232332" h="3701000">
                <a:moveTo>
                  <a:pt x="319701" y="0"/>
                </a:moveTo>
                <a:lnTo>
                  <a:pt x="4232332" y="0"/>
                </a:lnTo>
                <a:lnTo>
                  <a:pt x="4232332" y="3034486"/>
                </a:lnTo>
                <a:lnTo>
                  <a:pt x="4230268" y="3035198"/>
                </a:lnTo>
                <a:lnTo>
                  <a:pt x="4185051" y="3049231"/>
                </a:lnTo>
                <a:lnTo>
                  <a:pt x="4136714" y="3061706"/>
                </a:lnTo>
                <a:lnTo>
                  <a:pt x="4089935" y="3074180"/>
                </a:lnTo>
                <a:lnTo>
                  <a:pt x="4043158" y="3088214"/>
                </a:lnTo>
                <a:lnTo>
                  <a:pt x="3997940" y="3103806"/>
                </a:lnTo>
                <a:lnTo>
                  <a:pt x="3955840" y="3122518"/>
                </a:lnTo>
                <a:lnTo>
                  <a:pt x="3916860" y="3144346"/>
                </a:lnTo>
                <a:lnTo>
                  <a:pt x="3882555" y="3172413"/>
                </a:lnTo>
                <a:lnTo>
                  <a:pt x="3846692" y="3203599"/>
                </a:lnTo>
                <a:lnTo>
                  <a:pt x="3815506" y="3239461"/>
                </a:lnTo>
                <a:lnTo>
                  <a:pt x="3785881" y="3276884"/>
                </a:lnTo>
                <a:lnTo>
                  <a:pt x="3756254" y="3315864"/>
                </a:lnTo>
                <a:lnTo>
                  <a:pt x="3726629" y="3354846"/>
                </a:lnTo>
                <a:lnTo>
                  <a:pt x="3697003" y="3392268"/>
                </a:lnTo>
                <a:lnTo>
                  <a:pt x="3664258" y="3428131"/>
                </a:lnTo>
                <a:lnTo>
                  <a:pt x="3631513" y="3459315"/>
                </a:lnTo>
                <a:lnTo>
                  <a:pt x="3594093" y="3485823"/>
                </a:lnTo>
                <a:lnTo>
                  <a:pt x="3555111" y="3506094"/>
                </a:lnTo>
                <a:lnTo>
                  <a:pt x="3508332" y="3520128"/>
                </a:lnTo>
                <a:lnTo>
                  <a:pt x="3459994" y="3526365"/>
                </a:lnTo>
                <a:lnTo>
                  <a:pt x="3410100" y="3527923"/>
                </a:lnTo>
                <a:lnTo>
                  <a:pt x="3357084" y="3523245"/>
                </a:lnTo>
                <a:lnTo>
                  <a:pt x="3304070" y="3517009"/>
                </a:lnTo>
                <a:lnTo>
                  <a:pt x="3251054" y="3509211"/>
                </a:lnTo>
                <a:lnTo>
                  <a:pt x="3198040" y="3502976"/>
                </a:lnTo>
                <a:lnTo>
                  <a:pt x="3145024" y="3499857"/>
                </a:lnTo>
                <a:lnTo>
                  <a:pt x="3093569" y="3499857"/>
                </a:lnTo>
                <a:lnTo>
                  <a:pt x="3045233" y="3506094"/>
                </a:lnTo>
                <a:lnTo>
                  <a:pt x="2995337" y="3518569"/>
                </a:lnTo>
                <a:lnTo>
                  <a:pt x="2950118" y="3537278"/>
                </a:lnTo>
                <a:lnTo>
                  <a:pt x="2903340" y="3562227"/>
                </a:lnTo>
                <a:lnTo>
                  <a:pt x="2856564" y="3587176"/>
                </a:lnTo>
                <a:lnTo>
                  <a:pt x="2809785" y="3615241"/>
                </a:lnTo>
                <a:lnTo>
                  <a:pt x="2764565" y="3641749"/>
                </a:lnTo>
                <a:lnTo>
                  <a:pt x="2716230" y="3665138"/>
                </a:lnTo>
                <a:lnTo>
                  <a:pt x="2669451" y="3683850"/>
                </a:lnTo>
                <a:lnTo>
                  <a:pt x="2621114" y="3696324"/>
                </a:lnTo>
                <a:lnTo>
                  <a:pt x="2571219" y="3701000"/>
                </a:lnTo>
                <a:lnTo>
                  <a:pt x="2521322" y="3696324"/>
                </a:lnTo>
                <a:lnTo>
                  <a:pt x="2472985" y="3683850"/>
                </a:lnTo>
                <a:lnTo>
                  <a:pt x="2426209" y="3665138"/>
                </a:lnTo>
                <a:lnTo>
                  <a:pt x="2377871" y="3641749"/>
                </a:lnTo>
                <a:lnTo>
                  <a:pt x="2332651" y="3615241"/>
                </a:lnTo>
                <a:lnTo>
                  <a:pt x="2285874" y="3587176"/>
                </a:lnTo>
                <a:lnTo>
                  <a:pt x="2239096" y="3562227"/>
                </a:lnTo>
                <a:lnTo>
                  <a:pt x="2192319" y="3537278"/>
                </a:lnTo>
                <a:lnTo>
                  <a:pt x="2145542" y="3518569"/>
                </a:lnTo>
                <a:lnTo>
                  <a:pt x="2097204" y="3506094"/>
                </a:lnTo>
                <a:lnTo>
                  <a:pt x="2048867" y="3499857"/>
                </a:lnTo>
                <a:lnTo>
                  <a:pt x="1997410" y="3499857"/>
                </a:lnTo>
                <a:lnTo>
                  <a:pt x="1944396" y="3502976"/>
                </a:lnTo>
                <a:lnTo>
                  <a:pt x="1891382" y="3509211"/>
                </a:lnTo>
                <a:lnTo>
                  <a:pt x="1838366" y="3517009"/>
                </a:lnTo>
                <a:lnTo>
                  <a:pt x="1785350" y="3523245"/>
                </a:lnTo>
                <a:lnTo>
                  <a:pt x="1732336" y="3527923"/>
                </a:lnTo>
                <a:lnTo>
                  <a:pt x="1682442" y="3526365"/>
                </a:lnTo>
                <a:lnTo>
                  <a:pt x="1634105" y="3520128"/>
                </a:lnTo>
                <a:lnTo>
                  <a:pt x="1587326" y="3506094"/>
                </a:lnTo>
                <a:lnTo>
                  <a:pt x="1548345" y="3485823"/>
                </a:lnTo>
                <a:lnTo>
                  <a:pt x="1510922" y="3459315"/>
                </a:lnTo>
                <a:lnTo>
                  <a:pt x="1478179" y="3428131"/>
                </a:lnTo>
                <a:lnTo>
                  <a:pt x="1445433" y="3392268"/>
                </a:lnTo>
                <a:lnTo>
                  <a:pt x="1415807" y="3354846"/>
                </a:lnTo>
                <a:lnTo>
                  <a:pt x="1386182" y="3315864"/>
                </a:lnTo>
                <a:lnTo>
                  <a:pt x="1356556" y="3276884"/>
                </a:lnTo>
                <a:lnTo>
                  <a:pt x="1326930" y="3239461"/>
                </a:lnTo>
                <a:lnTo>
                  <a:pt x="1295744" y="3203599"/>
                </a:lnTo>
                <a:lnTo>
                  <a:pt x="1259881" y="3172413"/>
                </a:lnTo>
                <a:lnTo>
                  <a:pt x="1225577" y="3144346"/>
                </a:lnTo>
                <a:lnTo>
                  <a:pt x="1186596" y="3122518"/>
                </a:lnTo>
                <a:lnTo>
                  <a:pt x="1144496" y="3103806"/>
                </a:lnTo>
                <a:lnTo>
                  <a:pt x="1099278" y="3088214"/>
                </a:lnTo>
                <a:lnTo>
                  <a:pt x="1052499" y="3074180"/>
                </a:lnTo>
                <a:lnTo>
                  <a:pt x="1005723" y="3061706"/>
                </a:lnTo>
                <a:lnTo>
                  <a:pt x="957386" y="3049231"/>
                </a:lnTo>
                <a:lnTo>
                  <a:pt x="912167" y="3035198"/>
                </a:lnTo>
                <a:lnTo>
                  <a:pt x="866948" y="3019606"/>
                </a:lnTo>
                <a:lnTo>
                  <a:pt x="824850" y="3000894"/>
                </a:lnTo>
                <a:lnTo>
                  <a:pt x="787426" y="2977505"/>
                </a:lnTo>
                <a:lnTo>
                  <a:pt x="753122" y="2949439"/>
                </a:lnTo>
                <a:lnTo>
                  <a:pt x="725057" y="2915136"/>
                </a:lnTo>
                <a:lnTo>
                  <a:pt x="701668" y="2877713"/>
                </a:lnTo>
                <a:lnTo>
                  <a:pt x="682956" y="2835613"/>
                </a:lnTo>
                <a:lnTo>
                  <a:pt x="667364" y="2790396"/>
                </a:lnTo>
                <a:lnTo>
                  <a:pt x="653331" y="2745177"/>
                </a:lnTo>
                <a:lnTo>
                  <a:pt x="640857" y="2696840"/>
                </a:lnTo>
                <a:lnTo>
                  <a:pt x="628382" y="2650063"/>
                </a:lnTo>
                <a:lnTo>
                  <a:pt x="614349" y="2603285"/>
                </a:lnTo>
                <a:lnTo>
                  <a:pt x="598756" y="2558065"/>
                </a:lnTo>
                <a:lnTo>
                  <a:pt x="580044" y="2515965"/>
                </a:lnTo>
                <a:lnTo>
                  <a:pt x="558214" y="2476984"/>
                </a:lnTo>
                <a:lnTo>
                  <a:pt x="530150" y="2442681"/>
                </a:lnTo>
                <a:lnTo>
                  <a:pt x="498963" y="2406817"/>
                </a:lnTo>
                <a:lnTo>
                  <a:pt x="463101" y="2375633"/>
                </a:lnTo>
                <a:lnTo>
                  <a:pt x="424118" y="2346007"/>
                </a:lnTo>
                <a:lnTo>
                  <a:pt x="385138" y="2316382"/>
                </a:lnTo>
                <a:lnTo>
                  <a:pt x="346157" y="2286756"/>
                </a:lnTo>
                <a:lnTo>
                  <a:pt x="308733" y="2257129"/>
                </a:lnTo>
                <a:lnTo>
                  <a:pt x="272871" y="2224386"/>
                </a:lnTo>
                <a:lnTo>
                  <a:pt x="241686" y="2191641"/>
                </a:lnTo>
                <a:lnTo>
                  <a:pt x="215179" y="2154219"/>
                </a:lnTo>
                <a:lnTo>
                  <a:pt x="194909" y="2115238"/>
                </a:lnTo>
                <a:lnTo>
                  <a:pt x="180876" y="2068461"/>
                </a:lnTo>
                <a:lnTo>
                  <a:pt x="174638" y="2020123"/>
                </a:lnTo>
                <a:lnTo>
                  <a:pt x="173078" y="1970225"/>
                </a:lnTo>
                <a:lnTo>
                  <a:pt x="177756" y="1917211"/>
                </a:lnTo>
                <a:lnTo>
                  <a:pt x="183993" y="1864197"/>
                </a:lnTo>
                <a:lnTo>
                  <a:pt x="191789" y="1811182"/>
                </a:lnTo>
                <a:lnTo>
                  <a:pt x="198027" y="1758167"/>
                </a:lnTo>
                <a:lnTo>
                  <a:pt x="201146" y="1705153"/>
                </a:lnTo>
                <a:lnTo>
                  <a:pt x="201146" y="1653697"/>
                </a:lnTo>
                <a:lnTo>
                  <a:pt x="194909" y="1605362"/>
                </a:lnTo>
                <a:lnTo>
                  <a:pt x="182434" y="1557024"/>
                </a:lnTo>
                <a:lnTo>
                  <a:pt x="163723" y="1511804"/>
                </a:lnTo>
                <a:lnTo>
                  <a:pt x="140335" y="1465027"/>
                </a:lnTo>
                <a:lnTo>
                  <a:pt x="113826" y="1418251"/>
                </a:lnTo>
                <a:lnTo>
                  <a:pt x="85761" y="1371472"/>
                </a:lnTo>
                <a:lnTo>
                  <a:pt x="59253" y="1326252"/>
                </a:lnTo>
                <a:lnTo>
                  <a:pt x="35863" y="1277917"/>
                </a:lnTo>
                <a:lnTo>
                  <a:pt x="17153" y="1231139"/>
                </a:lnTo>
                <a:lnTo>
                  <a:pt x="4679" y="1182801"/>
                </a:lnTo>
                <a:lnTo>
                  <a:pt x="0" y="1132905"/>
                </a:lnTo>
                <a:lnTo>
                  <a:pt x="4679" y="1083010"/>
                </a:lnTo>
                <a:lnTo>
                  <a:pt x="17153" y="1034673"/>
                </a:lnTo>
                <a:lnTo>
                  <a:pt x="35863" y="987895"/>
                </a:lnTo>
                <a:lnTo>
                  <a:pt x="59253" y="939559"/>
                </a:lnTo>
                <a:lnTo>
                  <a:pt x="85761" y="894339"/>
                </a:lnTo>
                <a:lnTo>
                  <a:pt x="113826" y="847563"/>
                </a:lnTo>
                <a:lnTo>
                  <a:pt x="140335" y="800784"/>
                </a:lnTo>
                <a:lnTo>
                  <a:pt x="163723" y="754007"/>
                </a:lnTo>
                <a:lnTo>
                  <a:pt x="182434" y="708787"/>
                </a:lnTo>
                <a:lnTo>
                  <a:pt x="194909" y="660451"/>
                </a:lnTo>
                <a:lnTo>
                  <a:pt x="201146" y="612115"/>
                </a:lnTo>
                <a:lnTo>
                  <a:pt x="201146" y="560659"/>
                </a:lnTo>
                <a:lnTo>
                  <a:pt x="198027" y="507644"/>
                </a:lnTo>
                <a:lnTo>
                  <a:pt x="191789" y="454630"/>
                </a:lnTo>
                <a:lnTo>
                  <a:pt x="183993" y="401614"/>
                </a:lnTo>
                <a:lnTo>
                  <a:pt x="177756" y="348600"/>
                </a:lnTo>
                <a:lnTo>
                  <a:pt x="173078" y="295586"/>
                </a:lnTo>
                <a:lnTo>
                  <a:pt x="174638" y="245689"/>
                </a:lnTo>
                <a:lnTo>
                  <a:pt x="180876" y="197353"/>
                </a:lnTo>
                <a:lnTo>
                  <a:pt x="194909" y="150574"/>
                </a:lnTo>
                <a:lnTo>
                  <a:pt x="215179" y="111594"/>
                </a:lnTo>
                <a:lnTo>
                  <a:pt x="241686" y="74171"/>
                </a:lnTo>
                <a:lnTo>
                  <a:pt x="272871" y="41427"/>
                </a:lnTo>
                <a:lnTo>
                  <a:pt x="308733" y="868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28" name="Freeform: Shape 27">
            <a:extLst>
              <a:ext uri="{FF2B5EF4-FFF2-40B4-BE49-F238E27FC236}">
                <a16:creationId xmlns:a16="http://schemas.microsoft.com/office/drawing/2014/main" id="{6D32E310-1144-4755-A1D0-5F2886009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5117" y="-4"/>
            <a:ext cx="4116885" cy="3585722"/>
          </a:xfrm>
          <a:custGeom>
            <a:avLst/>
            <a:gdLst>
              <a:gd name="connsiteX0" fmla="*/ 371204 w 4116885"/>
              <a:gd name="connsiteY0" fmla="*/ 0 h 3585722"/>
              <a:gd name="connsiteX1" fmla="*/ 4116885 w 4116885"/>
              <a:gd name="connsiteY1" fmla="*/ 0 h 3585722"/>
              <a:gd name="connsiteX2" fmla="*/ 4116885 w 4116885"/>
              <a:gd name="connsiteY2" fmla="*/ 2920084 h 3585722"/>
              <a:gd name="connsiteX3" fmla="*/ 4083518 w 4116885"/>
              <a:gd name="connsiteY3" fmla="*/ 2934914 h 3585722"/>
              <a:gd name="connsiteX4" fmla="*/ 4040331 w 4116885"/>
              <a:gd name="connsiteY4" fmla="*/ 2949806 h 3585722"/>
              <a:gd name="connsiteX5" fmla="*/ 3997143 w 4116885"/>
              <a:gd name="connsiteY5" fmla="*/ 2963209 h 3585722"/>
              <a:gd name="connsiteX6" fmla="*/ 3950976 w 4116885"/>
              <a:gd name="connsiteY6" fmla="*/ 2975125 h 3585722"/>
              <a:gd name="connsiteX7" fmla="*/ 3906298 w 4116885"/>
              <a:gd name="connsiteY7" fmla="*/ 2987039 h 3585722"/>
              <a:gd name="connsiteX8" fmla="*/ 3861622 w 4116885"/>
              <a:gd name="connsiteY8" fmla="*/ 3000442 h 3585722"/>
              <a:gd name="connsiteX9" fmla="*/ 3818433 w 4116885"/>
              <a:gd name="connsiteY9" fmla="*/ 3015336 h 3585722"/>
              <a:gd name="connsiteX10" fmla="*/ 3778225 w 4116885"/>
              <a:gd name="connsiteY10" fmla="*/ 3033207 h 3585722"/>
              <a:gd name="connsiteX11" fmla="*/ 3740994 w 4116885"/>
              <a:gd name="connsiteY11" fmla="*/ 3054056 h 3585722"/>
              <a:gd name="connsiteX12" fmla="*/ 3708230 w 4116885"/>
              <a:gd name="connsiteY12" fmla="*/ 3080861 h 3585722"/>
              <a:gd name="connsiteX13" fmla="*/ 3673977 w 4116885"/>
              <a:gd name="connsiteY13" fmla="*/ 3110649 h 3585722"/>
              <a:gd name="connsiteX14" fmla="*/ 3644190 w 4116885"/>
              <a:gd name="connsiteY14" fmla="*/ 3144902 h 3585722"/>
              <a:gd name="connsiteX15" fmla="*/ 3615895 w 4116885"/>
              <a:gd name="connsiteY15" fmla="*/ 3180643 h 3585722"/>
              <a:gd name="connsiteX16" fmla="*/ 3587600 w 4116885"/>
              <a:gd name="connsiteY16" fmla="*/ 3217874 h 3585722"/>
              <a:gd name="connsiteX17" fmla="*/ 3559305 w 4116885"/>
              <a:gd name="connsiteY17" fmla="*/ 3255107 h 3585722"/>
              <a:gd name="connsiteX18" fmla="*/ 3531009 w 4116885"/>
              <a:gd name="connsiteY18" fmla="*/ 3290849 h 3585722"/>
              <a:gd name="connsiteX19" fmla="*/ 3499734 w 4116885"/>
              <a:gd name="connsiteY19" fmla="*/ 3325101 h 3585722"/>
              <a:gd name="connsiteX20" fmla="*/ 3468459 w 4116885"/>
              <a:gd name="connsiteY20" fmla="*/ 3354887 h 3585722"/>
              <a:gd name="connsiteX21" fmla="*/ 3432719 w 4116885"/>
              <a:gd name="connsiteY21" fmla="*/ 3380204 h 3585722"/>
              <a:gd name="connsiteX22" fmla="*/ 3395487 w 4116885"/>
              <a:gd name="connsiteY22" fmla="*/ 3399565 h 3585722"/>
              <a:gd name="connsiteX23" fmla="*/ 3350809 w 4116885"/>
              <a:gd name="connsiteY23" fmla="*/ 3412968 h 3585722"/>
              <a:gd name="connsiteX24" fmla="*/ 3304642 w 4116885"/>
              <a:gd name="connsiteY24" fmla="*/ 3418925 h 3585722"/>
              <a:gd name="connsiteX25" fmla="*/ 3256988 w 4116885"/>
              <a:gd name="connsiteY25" fmla="*/ 3420415 h 3585722"/>
              <a:gd name="connsiteX26" fmla="*/ 3206353 w 4116885"/>
              <a:gd name="connsiteY26" fmla="*/ 3415946 h 3585722"/>
              <a:gd name="connsiteX27" fmla="*/ 3155719 w 4116885"/>
              <a:gd name="connsiteY27" fmla="*/ 3409991 h 3585722"/>
              <a:gd name="connsiteX28" fmla="*/ 3105083 w 4116885"/>
              <a:gd name="connsiteY28" fmla="*/ 3402543 h 3585722"/>
              <a:gd name="connsiteX29" fmla="*/ 3054450 w 4116885"/>
              <a:gd name="connsiteY29" fmla="*/ 3396587 h 3585722"/>
              <a:gd name="connsiteX30" fmla="*/ 3003814 w 4116885"/>
              <a:gd name="connsiteY30" fmla="*/ 3393607 h 3585722"/>
              <a:gd name="connsiteX31" fmla="*/ 2954669 w 4116885"/>
              <a:gd name="connsiteY31" fmla="*/ 3393607 h 3585722"/>
              <a:gd name="connsiteX32" fmla="*/ 2908503 w 4116885"/>
              <a:gd name="connsiteY32" fmla="*/ 3399565 h 3585722"/>
              <a:gd name="connsiteX33" fmla="*/ 2860847 w 4116885"/>
              <a:gd name="connsiteY33" fmla="*/ 3411479 h 3585722"/>
              <a:gd name="connsiteX34" fmla="*/ 2817659 w 4116885"/>
              <a:gd name="connsiteY34" fmla="*/ 3429350 h 3585722"/>
              <a:gd name="connsiteX35" fmla="*/ 2772981 w 4116885"/>
              <a:gd name="connsiteY35" fmla="*/ 3453178 h 3585722"/>
              <a:gd name="connsiteX36" fmla="*/ 2728305 w 4116885"/>
              <a:gd name="connsiteY36" fmla="*/ 3477008 h 3585722"/>
              <a:gd name="connsiteX37" fmla="*/ 2683627 w 4116885"/>
              <a:gd name="connsiteY37" fmla="*/ 3503814 h 3585722"/>
              <a:gd name="connsiteX38" fmla="*/ 2640437 w 4116885"/>
              <a:gd name="connsiteY38" fmla="*/ 3529131 h 3585722"/>
              <a:gd name="connsiteX39" fmla="*/ 2594272 w 4116885"/>
              <a:gd name="connsiteY39" fmla="*/ 3551469 h 3585722"/>
              <a:gd name="connsiteX40" fmla="*/ 2549594 w 4116885"/>
              <a:gd name="connsiteY40" fmla="*/ 3569341 h 3585722"/>
              <a:gd name="connsiteX41" fmla="*/ 2503426 w 4116885"/>
              <a:gd name="connsiteY41" fmla="*/ 3581255 h 3585722"/>
              <a:gd name="connsiteX42" fmla="*/ 2455772 w 4116885"/>
              <a:gd name="connsiteY42" fmla="*/ 3585722 h 3585722"/>
              <a:gd name="connsiteX43" fmla="*/ 2408116 w 4116885"/>
              <a:gd name="connsiteY43" fmla="*/ 3581255 h 3585722"/>
              <a:gd name="connsiteX44" fmla="*/ 2361949 w 4116885"/>
              <a:gd name="connsiteY44" fmla="*/ 3569341 h 3585722"/>
              <a:gd name="connsiteX45" fmla="*/ 2317272 w 4116885"/>
              <a:gd name="connsiteY45" fmla="*/ 3551469 h 3585722"/>
              <a:gd name="connsiteX46" fmla="*/ 2271105 w 4116885"/>
              <a:gd name="connsiteY46" fmla="*/ 3529131 h 3585722"/>
              <a:gd name="connsiteX47" fmla="*/ 2227917 w 4116885"/>
              <a:gd name="connsiteY47" fmla="*/ 3503814 h 3585722"/>
              <a:gd name="connsiteX48" fmla="*/ 2183239 w 4116885"/>
              <a:gd name="connsiteY48" fmla="*/ 3477008 h 3585722"/>
              <a:gd name="connsiteX49" fmla="*/ 2138561 w 4116885"/>
              <a:gd name="connsiteY49" fmla="*/ 3453178 h 3585722"/>
              <a:gd name="connsiteX50" fmla="*/ 2093885 w 4116885"/>
              <a:gd name="connsiteY50" fmla="*/ 3429350 h 3585722"/>
              <a:gd name="connsiteX51" fmla="*/ 2049208 w 4116885"/>
              <a:gd name="connsiteY51" fmla="*/ 3411479 h 3585722"/>
              <a:gd name="connsiteX52" fmla="*/ 2003041 w 4116885"/>
              <a:gd name="connsiteY52" fmla="*/ 3399565 h 3585722"/>
              <a:gd name="connsiteX53" fmla="*/ 1956874 w 4116885"/>
              <a:gd name="connsiteY53" fmla="*/ 3393607 h 3585722"/>
              <a:gd name="connsiteX54" fmla="*/ 1907728 w 4116885"/>
              <a:gd name="connsiteY54" fmla="*/ 3393607 h 3585722"/>
              <a:gd name="connsiteX55" fmla="*/ 1857094 w 4116885"/>
              <a:gd name="connsiteY55" fmla="*/ 3396587 h 3585722"/>
              <a:gd name="connsiteX56" fmla="*/ 1806460 w 4116885"/>
              <a:gd name="connsiteY56" fmla="*/ 3402543 h 3585722"/>
              <a:gd name="connsiteX57" fmla="*/ 1755825 w 4116885"/>
              <a:gd name="connsiteY57" fmla="*/ 3409991 h 3585722"/>
              <a:gd name="connsiteX58" fmla="*/ 1705189 w 4116885"/>
              <a:gd name="connsiteY58" fmla="*/ 3415946 h 3585722"/>
              <a:gd name="connsiteX59" fmla="*/ 1654555 w 4116885"/>
              <a:gd name="connsiteY59" fmla="*/ 3420415 h 3585722"/>
              <a:gd name="connsiteX60" fmla="*/ 1606901 w 4116885"/>
              <a:gd name="connsiteY60" fmla="*/ 3418925 h 3585722"/>
              <a:gd name="connsiteX61" fmla="*/ 1560733 w 4116885"/>
              <a:gd name="connsiteY61" fmla="*/ 3412968 h 3585722"/>
              <a:gd name="connsiteX62" fmla="*/ 1516055 w 4116885"/>
              <a:gd name="connsiteY62" fmla="*/ 3399565 h 3585722"/>
              <a:gd name="connsiteX63" fmla="*/ 1478825 w 4116885"/>
              <a:gd name="connsiteY63" fmla="*/ 3380204 h 3585722"/>
              <a:gd name="connsiteX64" fmla="*/ 1443081 w 4116885"/>
              <a:gd name="connsiteY64" fmla="*/ 3354887 h 3585722"/>
              <a:gd name="connsiteX65" fmla="*/ 1411808 w 4116885"/>
              <a:gd name="connsiteY65" fmla="*/ 3325101 h 3585722"/>
              <a:gd name="connsiteX66" fmla="*/ 1380533 w 4116885"/>
              <a:gd name="connsiteY66" fmla="*/ 3290849 h 3585722"/>
              <a:gd name="connsiteX67" fmla="*/ 1352239 w 4116885"/>
              <a:gd name="connsiteY67" fmla="*/ 3255107 h 3585722"/>
              <a:gd name="connsiteX68" fmla="*/ 1323942 w 4116885"/>
              <a:gd name="connsiteY68" fmla="*/ 3217874 h 3585722"/>
              <a:gd name="connsiteX69" fmla="*/ 1295647 w 4116885"/>
              <a:gd name="connsiteY69" fmla="*/ 3180643 h 3585722"/>
              <a:gd name="connsiteX70" fmla="*/ 1267352 w 4116885"/>
              <a:gd name="connsiteY70" fmla="*/ 3144902 h 3585722"/>
              <a:gd name="connsiteX71" fmla="*/ 1237566 w 4116885"/>
              <a:gd name="connsiteY71" fmla="*/ 3110649 h 3585722"/>
              <a:gd name="connsiteX72" fmla="*/ 1203314 w 4116885"/>
              <a:gd name="connsiteY72" fmla="*/ 3080861 h 3585722"/>
              <a:gd name="connsiteX73" fmla="*/ 1170550 w 4116885"/>
              <a:gd name="connsiteY73" fmla="*/ 3054056 h 3585722"/>
              <a:gd name="connsiteX74" fmla="*/ 1133319 w 4116885"/>
              <a:gd name="connsiteY74" fmla="*/ 3033207 h 3585722"/>
              <a:gd name="connsiteX75" fmla="*/ 1093109 w 4116885"/>
              <a:gd name="connsiteY75" fmla="*/ 3015336 h 3585722"/>
              <a:gd name="connsiteX76" fmla="*/ 1049921 w 4116885"/>
              <a:gd name="connsiteY76" fmla="*/ 3000442 h 3585722"/>
              <a:gd name="connsiteX77" fmla="*/ 1005242 w 4116885"/>
              <a:gd name="connsiteY77" fmla="*/ 2987039 h 3585722"/>
              <a:gd name="connsiteX78" fmla="*/ 960566 w 4116885"/>
              <a:gd name="connsiteY78" fmla="*/ 2975125 h 3585722"/>
              <a:gd name="connsiteX79" fmla="*/ 914400 w 4116885"/>
              <a:gd name="connsiteY79" fmla="*/ 2963209 h 3585722"/>
              <a:gd name="connsiteX80" fmla="*/ 871211 w 4116885"/>
              <a:gd name="connsiteY80" fmla="*/ 2949806 h 3585722"/>
              <a:gd name="connsiteX81" fmla="*/ 828022 w 4116885"/>
              <a:gd name="connsiteY81" fmla="*/ 2934914 h 3585722"/>
              <a:gd name="connsiteX82" fmla="*/ 787813 w 4116885"/>
              <a:gd name="connsiteY82" fmla="*/ 2917043 h 3585722"/>
              <a:gd name="connsiteX83" fmla="*/ 752072 w 4116885"/>
              <a:gd name="connsiteY83" fmla="*/ 2894704 h 3585722"/>
              <a:gd name="connsiteX84" fmla="*/ 719306 w 4116885"/>
              <a:gd name="connsiteY84" fmla="*/ 2867898 h 3585722"/>
              <a:gd name="connsiteX85" fmla="*/ 692502 w 4116885"/>
              <a:gd name="connsiteY85" fmla="*/ 2835134 h 3585722"/>
              <a:gd name="connsiteX86" fmla="*/ 670163 w 4116885"/>
              <a:gd name="connsiteY86" fmla="*/ 2799391 h 3585722"/>
              <a:gd name="connsiteX87" fmla="*/ 652291 w 4116885"/>
              <a:gd name="connsiteY87" fmla="*/ 2759180 h 3585722"/>
              <a:gd name="connsiteX88" fmla="*/ 637399 w 4116885"/>
              <a:gd name="connsiteY88" fmla="*/ 2715993 h 3585722"/>
              <a:gd name="connsiteX89" fmla="*/ 623997 w 4116885"/>
              <a:gd name="connsiteY89" fmla="*/ 2672804 h 3585722"/>
              <a:gd name="connsiteX90" fmla="*/ 612083 w 4116885"/>
              <a:gd name="connsiteY90" fmla="*/ 2626638 h 3585722"/>
              <a:gd name="connsiteX91" fmla="*/ 600169 w 4116885"/>
              <a:gd name="connsiteY91" fmla="*/ 2581960 h 3585722"/>
              <a:gd name="connsiteX92" fmla="*/ 586764 w 4116885"/>
              <a:gd name="connsiteY92" fmla="*/ 2537281 h 3585722"/>
              <a:gd name="connsiteX93" fmla="*/ 571872 w 4116885"/>
              <a:gd name="connsiteY93" fmla="*/ 2494092 h 3585722"/>
              <a:gd name="connsiteX94" fmla="*/ 554000 w 4116885"/>
              <a:gd name="connsiteY94" fmla="*/ 2453882 h 3585722"/>
              <a:gd name="connsiteX95" fmla="*/ 533152 w 4116885"/>
              <a:gd name="connsiteY95" fmla="*/ 2416651 h 3585722"/>
              <a:gd name="connsiteX96" fmla="*/ 506346 w 4116885"/>
              <a:gd name="connsiteY96" fmla="*/ 2383887 h 3585722"/>
              <a:gd name="connsiteX97" fmla="*/ 476561 w 4116885"/>
              <a:gd name="connsiteY97" fmla="*/ 2349633 h 3585722"/>
              <a:gd name="connsiteX98" fmla="*/ 442308 w 4116885"/>
              <a:gd name="connsiteY98" fmla="*/ 2319849 h 3585722"/>
              <a:gd name="connsiteX99" fmla="*/ 405075 w 4116885"/>
              <a:gd name="connsiteY99" fmla="*/ 2291554 h 3585722"/>
              <a:gd name="connsiteX100" fmla="*/ 367844 w 4116885"/>
              <a:gd name="connsiteY100" fmla="*/ 2263257 h 3585722"/>
              <a:gd name="connsiteX101" fmla="*/ 330615 w 4116885"/>
              <a:gd name="connsiteY101" fmla="*/ 2234962 h 3585722"/>
              <a:gd name="connsiteX102" fmla="*/ 294872 w 4116885"/>
              <a:gd name="connsiteY102" fmla="*/ 2206664 h 3585722"/>
              <a:gd name="connsiteX103" fmla="*/ 260619 w 4116885"/>
              <a:gd name="connsiteY103" fmla="*/ 2175390 h 3585722"/>
              <a:gd name="connsiteX104" fmla="*/ 230835 w 4116885"/>
              <a:gd name="connsiteY104" fmla="*/ 2144116 h 3585722"/>
              <a:gd name="connsiteX105" fmla="*/ 205519 w 4116885"/>
              <a:gd name="connsiteY105" fmla="*/ 2108372 h 3585722"/>
              <a:gd name="connsiteX106" fmla="*/ 186158 w 4116885"/>
              <a:gd name="connsiteY106" fmla="*/ 2071141 h 3585722"/>
              <a:gd name="connsiteX107" fmla="*/ 172755 w 4116885"/>
              <a:gd name="connsiteY107" fmla="*/ 2026465 h 3585722"/>
              <a:gd name="connsiteX108" fmla="*/ 166797 w 4116885"/>
              <a:gd name="connsiteY108" fmla="*/ 1980297 h 3585722"/>
              <a:gd name="connsiteX109" fmla="*/ 165306 w 4116885"/>
              <a:gd name="connsiteY109" fmla="*/ 1932640 h 3585722"/>
              <a:gd name="connsiteX110" fmla="*/ 169775 w 4116885"/>
              <a:gd name="connsiteY110" fmla="*/ 1882006 h 3585722"/>
              <a:gd name="connsiteX111" fmla="*/ 175733 w 4116885"/>
              <a:gd name="connsiteY111" fmla="*/ 1831370 h 3585722"/>
              <a:gd name="connsiteX112" fmla="*/ 183178 w 4116885"/>
              <a:gd name="connsiteY112" fmla="*/ 1780735 h 3585722"/>
              <a:gd name="connsiteX113" fmla="*/ 189136 w 4116885"/>
              <a:gd name="connsiteY113" fmla="*/ 1730101 h 3585722"/>
              <a:gd name="connsiteX114" fmla="*/ 192116 w 4116885"/>
              <a:gd name="connsiteY114" fmla="*/ 1679466 h 3585722"/>
              <a:gd name="connsiteX115" fmla="*/ 192116 w 4116885"/>
              <a:gd name="connsiteY115" fmla="*/ 1630319 h 3585722"/>
              <a:gd name="connsiteX116" fmla="*/ 186158 w 4116885"/>
              <a:gd name="connsiteY116" fmla="*/ 1584152 h 3585722"/>
              <a:gd name="connsiteX117" fmla="*/ 174244 w 4116885"/>
              <a:gd name="connsiteY117" fmla="*/ 1537986 h 3585722"/>
              <a:gd name="connsiteX118" fmla="*/ 156372 w 4116885"/>
              <a:gd name="connsiteY118" fmla="*/ 1494795 h 3585722"/>
              <a:gd name="connsiteX119" fmla="*/ 134033 w 4116885"/>
              <a:gd name="connsiteY119" fmla="*/ 1450119 h 3585722"/>
              <a:gd name="connsiteX120" fmla="*/ 108716 w 4116885"/>
              <a:gd name="connsiteY120" fmla="*/ 1405442 h 3585722"/>
              <a:gd name="connsiteX121" fmla="*/ 81910 w 4116885"/>
              <a:gd name="connsiteY121" fmla="*/ 1360762 h 3585722"/>
              <a:gd name="connsiteX122" fmla="*/ 56594 w 4116885"/>
              <a:gd name="connsiteY122" fmla="*/ 1317574 h 3585722"/>
              <a:gd name="connsiteX123" fmla="*/ 34253 w 4116885"/>
              <a:gd name="connsiteY123" fmla="*/ 1271407 h 3585722"/>
              <a:gd name="connsiteX124" fmla="*/ 16383 w 4116885"/>
              <a:gd name="connsiteY124" fmla="*/ 1226729 h 3585722"/>
              <a:gd name="connsiteX125" fmla="*/ 4469 w 4116885"/>
              <a:gd name="connsiteY125" fmla="*/ 1180561 h 3585722"/>
              <a:gd name="connsiteX126" fmla="*/ 0 w 4116885"/>
              <a:gd name="connsiteY126" fmla="*/ 1132905 h 3585722"/>
              <a:gd name="connsiteX127" fmla="*/ 4469 w 4116885"/>
              <a:gd name="connsiteY127" fmla="*/ 1085249 h 3585722"/>
              <a:gd name="connsiteX128" fmla="*/ 16383 w 4116885"/>
              <a:gd name="connsiteY128" fmla="*/ 1039083 h 3585722"/>
              <a:gd name="connsiteX129" fmla="*/ 34253 w 4116885"/>
              <a:gd name="connsiteY129" fmla="*/ 994403 h 3585722"/>
              <a:gd name="connsiteX130" fmla="*/ 56594 w 4116885"/>
              <a:gd name="connsiteY130" fmla="*/ 948238 h 3585722"/>
              <a:gd name="connsiteX131" fmla="*/ 81910 w 4116885"/>
              <a:gd name="connsiteY131" fmla="*/ 905048 h 3585722"/>
              <a:gd name="connsiteX132" fmla="*/ 108716 w 4116885"/>
              <a:gd name="connsiteY132" fmla="*/ 860370 h 3585722"/>
              <a:gd name="connsiteX133" fmla="*/ 134033 w 4116885"/>
              <a:gd name="connsiteY133" fmla="*/ 815693 h 3585722"/>
              <a:gd name="connsiteX134" fmla="*/ 156372 w 4116885"/>
              <a:gd name="connsiteY134" fmla="*/ 771015 h 3585722"/>
              <a:gd name="connsiteX135" fmla="*/ 174244 w 4116885"/>
              <a:gd name="connsiteY135" fmla="*/ 727825 h 3585722"/>
              <a:gd name="connsiteX136" fmla="*/ 186158 w 4116885"/>
              <a:gd name="connsiteY136" fmla="*/ 681658 h 3585722"/>
              <a:gd name="connsiteX137" fmla="*/ 192116 w 4116885"/>
              <a:gd name="connsiteY137" fmla="*/ 635491 h 3585722"/>
              <a:gd name="connsiteX138" fmla="*/ 192116 w 4116885"/>
              <a:gd name="connsiteY138" fmla="*/ 586346 h 3585722"/>
              <a:gd name="connsiteX139" fmla="*/ 189136 w 4116885"/>
              <a:gd name="connsiteY139" fmla="*/ 535711 h 3585722"/>
              <a:gd name="connsiteX140" fmla="*/ 183178 w 4116885"/>
              <a:gd name="connsiteY140" fmla="*/ 485075 h 3585722"/>
              <a:gd name="connsiteX141" fmla="*/ 175733 w 4116885"/>
              <a:gd name="connsiteY141" fmla="*/ 434440 h 3585722"/>
              <a:gd name="connsiteX142" fmla="*/ 169775 w 4116885"/>
              <a:gd name="connsiteY142" fmla="*/ 383806 h 3585722"/>
              <a:gd name="connsiteX143" fmla="*/ 165306 w 4116885"/>
              <a:gd name="connsiteY143" fmla="*/ 333172 h 3585722"/>
              <a:gd name="connsiteX144" fmla="*/ 166797 w 4116885"/>
              <a:gd name="connsiteY144" fmla="*/ 285515 h 3585722"/>
              <a:gd name="connsiteX145" fmla="*/ 172755 w 4116885"/>
              <a:gd name="connsiteY145" fmla="*/ 239348 h 3585722"/>
              <a:gd name="connsiteX146" fmla="*/ 186158 w 4116885"/>
              <a:gd name="connsiteY146" fmla="*/ 194669 h 3585722"/>
              <a:gd name="connsiteX147" fmla="*/ 205519 w 4116885"/>
              <a:gd name="connsiteY147" fmla="*/ 157438 h 3585722"/>
              <a:gd name="connsiteX148" fmla="*/ 230835 w 4116885"/>
              <a:gd name="connsiteY148" fmla="*/ 121696 h 3585722"/>
              <a:gd name="connsiteX149" fmla="*/ 260619 w 4116885"/>
              <a:gd name="connsiteY149" fmla="*/ 90421 h 3585722"/>
              <a:gd name="connsiteX150" fmla="*/ 294872 w 4116885"/>
              <a:gd name="connsiteY150" fmla="*/ 59147 h 3585722"/>
              <a:gd name="connsiteX151" fmla="*/ 330615 w 4116885"/>
              <a:gd name="connsiteY151" fmla="*/ 30850 h 3585722"/>
              <a:gd name="connsiteX152" fmla="*/ 367844 w 4116885"/>
              <a:gd name="connsiteY152" fmla="*/ 2553 h 358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4116885" h="3585722">
                <a:moveTo>
                  <a:pt x="371204" y="0"/>
                </a:moveTo>
                <a:lnTo>
                  <a:pt x="4116885" y="0"/>
                </a:lnTo>
                <a:lnTo>
                  <a:pt x="4116885" y="2920084"/>
                </a:lnTo>
                <a:lnTo>
                  <a:pt x="4083518" y="2934914"/>
                </a:lnTo>
                <a:lnTo>
                  <a:pt x="4040331" y="2949806"/>
                </a:lnTo>
                <a:lnTo>
                  <a:pt x="3997143" y="2963209"/>
                </a:lnTo>
                <a:lnTo>
                  <a:pt x="3950976" y="2975125"/>
                </a:lnTo>
                <a:lnTo>
                  <a:pt x="3906298" y="2987039"/>
                </a:lnTo>
                <a:lnTo>
                  <a:pt x="3861622" y="3000442"/>
                </a:lnTo>
                <a:lnTo>
                  <a:pt x="3818433" y="3015336"/>
                </a:lnTo>
                <a:lnTo>
                  <a:pt x="3778225" y="3033207"/>
                </a:lnTo>
                <a:lnTo>
                  <a:pt x="3740994" y="3054056"/>
                </a:lnTo>
                <a:lnTo>
                  <a:pt x="3708230" y="3080861"/>
                </a:lnTo>
                <a:lnTo>
                  <a:pt x="3673977" y="3110649"/>
                </a:lnTo>
                <a:lnTo>
                  <a:pt x="3644190" y="3144902"/>
                </a:lnTo>
                <a:lnTo>
                  <a:pt x="3615895" y="3180643"/>
                </a:lnTo>
                <a:lnTo>
                  <a:pt x="3587600" y="3217874"/>
                </a:lnTo>
                <a:lnTo>
                  <a:pt x="3559305" y="3255107"/>
                </a:lnTo>
                <a:lnTo>
                  <a:pt x="3531009" y="3290849"/>
                </a:lnTo>
                <a:lnTo>
                  <a:pt x="3499734" y="3325101"/>
                </a:lnTo>
                <a:lnTo>
                  <a:pt x="3468459" y="3354887"/>
                </a:lnTo>
                <a:lnTo>
                  <a:pt x="3432719" y="3380204"/>
                </a:lnTo>
                <a:lnTo>
                  <a:pt x="3395487" y="3399565"/>
                </a:lnTo>
                <a:lnTo>
                  <a:pt x="3350809" y="3412968"/>
                </a:lnTo>
                <a:lnTo>
                  <a:pt x="3304642" y="3418925"/>
                </a:lnTo>
                <a:lnTo>
                  <a:pt x="3256988" y="3420415"/>
                </a:lnTo>
                <a:lnTo>
                  <a:pt x="3206353" y="3415946"/>
                </a:lnTo>
                <a:lnTo>
                  <a:pt x="3155719" y="3409991"/>
                </a:lnTo>
                <a:lnTo>
                  <a:pt x="3105083" y="3402543"/>
                </a:lnTo>
                <a:lnTo>
                  <a:pt x="3054450" y="3396587"/>
                </a:lnTo>
                <a:lnTo>
                  <a:pt x="3003814" y="3393607"/>
                </a:lnTo>
                <a:lnTo>
                  <a:pt x="2954669" y="3393607"/>
                </a:lnTo>
                <a:lnTo>
                  <a:pt x="2908503" y="3399565"/>
                </a:lnTo>
                <a:lnTo>
                  <a:pt x="2860847" y="3411479"/>
                </a:lnTo>
                <a:lnTo>
                  <a:pt x="2817659" y="3429350"/>
                </a:lnTo>
                <a:lnTo>
                  <a:pt x="2772981" y="3453178"/>
                </a:lnTo>
                <a:lnTo>
                  <a:pt x="2728305" y="3477008"/>
                </a:lnTo>
                <a:lnTo>
                  <a:pt x="2683627" y="3503814"/>
                </a:lnTo>
                <a:lnTo>
                  <a:pt x="2640437" y="3529131"/>
                </a:lnTo>
                <a:lnTo>
                  <a:pt x="2594272" y="3551469"/>
                </a:lnTo>
                <a:lnTo>
                  <a:pt x="2549594" y="3569341"/>
                </a:lnTo>
                <a:lnTo>
                  <a:pt x="2503426" y="3581255"/>
                </a:lnTo>
                <a:lnTo>
                  <a:pt x="2455772" y="3585722"/>
                </a:lnTo>
                <a:lnTo>
                  <a:pt x="2408116" y="3581255"/>
                </a:lnTo>
                <a:lnTo>
                  <a:pt x="2361949" y="3569341"/>
                </a:lnTo>
                <a:lnTo>
                  <a:pt x="2317272" y="3551469"/>
                </a:lnTo>
                <a:lnTo>
                  <a:pt x="2271105" y="3529131"/>
                </a:lnTo>
                <a:lnTo>
                  <a:pt x="2227917" y="3503814"/>
                </a:lnTo>
                <a:lnTo>
                  <a:pt x="2183239" y="3477008"/>
                </a:lnTo>
                <a:lnTo>
                  <a:pt x="2138561" y="3453178"/>
                </a:lnTo>
                <a:lnTo>
                  <a:pt x="2093885" y="3429350"/>
                </a:lnTo>
                <a:lnTo>
                  <a:pt x="2049208" y="3411479"/>
                </a:lnTo>
                <a:lnTo>
                  <a:pt x="2003041" y="3399565"/>
                </a:lnTo>
                <a:lnTo>
                  <a:pt x="1956874" y="3393607"/>
                </a:lnTo>
                <a:lnTo>
                  <a:pt x="1907728" y="3393607"/>
                </a:lnTo>
                <a:lnTo>
                  <a:pt x="1857094" y="3396587"/>
                </a:lnTo>
                <a:lnTo>
                  <a:pt x="1806460" y="3402543"/>
                </a:lnTo>
                <a:lnTo>
                  <a:pt x="1755825" y="3409991"/>
                </a:lnTo>
                <a:lnTo>
                  <a:pt x="1705189" y="3415946"/>
                </a:lnTo>
                <a:lnTo>
                  <a:pt x="1654555" y="3420415"/>
                </a:lnTo>
                <a:lnTo>
                  <a:pt x="1606901" y="3418925"/>
                </a:lnTo>
                <a:lnTo>
                  <a:pt x="1560733" y="3412968"/>
                </a:lnTo>
                <a:lnTo>
                  <a:pt x="1516055" y="3399565"/>
                </a:lnTo>
                <a:lnTo>
                  <a:pt x="1478825" y="3380204"/>
                </a:lnTo>
                <a:lnTo>
                  <a:pt x="1443081" y="3354887"/>
                </a:lnTo>
                <a:lnTo>
                  <a:pt x="1411808" y="3325101"/>
                </a:lnTo>
                <a:lnTo>
                  <a:pt x="1380533" y="3290849"/>
                </a:lnTo>
                <a:lnTo>
                  <a:pt x="1352239" y="3255107"/>
                </a:lnTo>
                <a:lnTo>
                  <a:pt x="1323942" y="3217874"/>
                </a:lnTo>
                <a:lnTo>
                  <a:pt x="1295647" y="3180643"/>
                </a:lnTo>
                <a:lnTo>
                  <a:pt x="1267352" y="3144902"/>
                </a:lnTo>
                <a:lnTo>
                  <a:pt x="1237566" y="3110649"/>
                </a:lnTo>
                <a:lnTo>
                  <a:pt x="1203314" y="3080861"/>
                </a:lnTo>
                <a:lnTo>
                  <a:pt x="1170550" y="3054056"/>
                </a:lnTo>
                <a:lnTo>
                  <a:pt x="1133319" y="3033207"/>
                </a:lnTo>
                <a:lnTo>
                  <a:pt x="1093109" y="3015336"/>
                </a:lnTo>
                <a:lnTo>
                  <a:pt x="1049921" y="3000442"/>
                </a:lnTo>
                <a:lnTo>
                  <a:pt x="1005242" y="2987039"/>
                </a:lnTo>
                <a:lnTo>
                  <a:pt x="960566" y="2975125"/>
                </a:lnTo>
                <a:lnTo>
                  <a:pt x="914400" y="2963209"/>
                </a:lnTo>
                <a:lnTo>
                  <a:pt x="871211" y="2949806"/>
                </a:lnTo>
                <a:lnTo>
                  <a:pt x="828022" y="2934914"/>
                </a:lnTo>
                <a:lnTo>
                  <a:pt x="787813" y="2917043"/>
                </a:lnTo>
                <a:lnTo>
                  <a:pt x="752072" y="2894704"/>
                </a:lnTo>
                <a:lnTo>
                  <a:pt x="719306" y="2867898"/>
                </a:lnTo>
                <a:lnTo>
                  <a:pt x="692502" y="2835134"/>
                </a:lnTo>
                <a:lnTo>
                  <a:pt x="670163" y="2799391"/>
                </a:lnTo>
                <a:lnTo>
                  <a:pt x="652291" y="2759180"/>
                </a:lnTo>
                <a:lnTo>
                  <a:pt x="637399" y="2715993"/>
                </a:lnTo>
                <a:lnTo>
                  <a:pt x="623997" y="2672804"/>
                </a:lnTo>
                <a:lnTo>
                  <a:pt x="612083" y="2626638"/>
                </a:lnTo>
                <a:lnTo>
                  <a:pt x="600169" y="2581960"/>
                </a:lnTo>
                <a:lnTo>
                  <a:pt x="586764" y="2537281"/>
                </a:lnTo>
                <a:lnTo>
                  <a:pt x="571872" y="2494092"/>
                </a:lnTo>
                <a:lnTo>
                  <a:pt x="554000" y="2453882"/>
                </a:lnTo>
                <a:lnTo>
                  <a:pt x="533152" y="2416651"/>
                </a:lnTo>
                <a:lnTo>
                  <a:pt x="506346" y="2383887"/>
                </a:lnTo>
                <a:lnTo>
                  <a:pt x="476561" y="2349633"/>
                </a:lnTo>
                <a:lnTo>
                  <a:pt x="442308" y="2319849"/>
                </a:lnTo>
                <a:lnTo>
                  <a:pt x="405075" y="2291554"/>
                </a:lnTo>
                <a:lnTo>
                  <a:pt x="367844" y="2263257"/>
                </a:lnTo>
                <a:lnTo>
                  <a:pt x="330615" y="2234962"/>
                </a:lnTo>
                <a:lnTo>
                  <a:pt x="294872" y="2206664"/>
                </a:lnTo>
                <a:lnTo>
                  <a:pt x="260619" y="2175390"/>
                </a:lnTo>
                <a:lnTo>
                  <a:pt x="230835" y="2144116"/>
                </a:lnTo>
                <a:lnTo>
                  <a:pt x="205519" y="2108372"/>
                </a:lnTo>
                <a:lnTo>
                  <a:pt x="186158" y="2071141"/>
                </a:lnTo>
                <a:lnTo>
                  <a:pt x="172755" y="2026465"/>
                </a:lnTo>
                <a:lnTo>
                  <a:pt x="166797" y="1980297"/>
                </a:lnTo>
                <a:lnTo>
                  <a:pt x="165306" y="1932640"/>
                </a:lnTo>
                <a:lnTo>
                  <a:pt x="169775" y="1882006"/>
                </a:lnTo>
                <a:lnTo>
                  <a:pt x="175733" y="1831370"/>
                </a:lnTo>
                <a:lnTo>
                  <a:pt x="183178" y="1780735"/>
                </a:lnTo>
                <a:lnTo>
                  <a:pt x="189136" y="1730101"/>
                </a:lnTo>
                <a:lnTo>
                  <a:pt x="192116" y="1679466"/>
                </a:lnTo>
                <a:lnTo>
                  <a:pt x="192116" y="1630319"/>
                </a:lnTo>
                <a:lnTo>
                  <a:pt x="186158" y="1584152"/>
                </a:lnTo>
                <a:lnTo>
                  <a:pt x="174244" y="1537986"/>
                </a:lnTo>
                <a:lnTo>
                  <a:pt x="156372" y="1494795"/>
                </a:lnTo>
                <a:lnTo>
                  <a:pt x="134033" y="1450119"/>
                </a:lnTo>
                <a:lnTo>
                  <a:pt x="108716" y="1405442"/>
                </a:lnTo>
                <a:lnTo>
                  <a:pt x="81910" y="1360762"/>
                </a:lnTo>
                <a:lnTo>
                  <a:pt x="56594" y="1317574"/>
                </a:lnTo>
                <a:lnTo>
                  <a:pt x="34253" y="1271407"/>
                </a:lnTo>
                <a:lnTo>
                  <a:pt x="16383" y="1226729"/>
                </a:lnTo>
                <a:lnTo>
                  <a:pt x="4469" y="1180561"/>
                </a:lnTo>
                <a:lnTo>
                  <a:pt x="0" y="1132905"/>
                </a:lnTo>
                <a:lnTo>
                  <a:pt x="4469" y="1085249"/>
                </a:lnTo>
                <a:lnTo>
                  <a:pt x="16383" y="1039083"/>
                </a:lnTo>
                <a:lnTo>
                  <a:pt x="34253" y="994403"/>
                </a:lnTo>
                <a:lnTo>
                  <a:pt x="56594" y="948238"/>
                </a:lnTo>
                <a:lnTo>
                  <a:pt x="81910" y="905048"/>
                </a:lnTo>
                <a:lnTo>
                  <a:pt x="108716" y="860370"/>
                </a:lnTo>
                <a:lnTo>
                  <a:pt x="134033" y="815693"/>
                </a:lnTo>
                <a:lnTo>
                  <a:pt x="156372" y="771015"/>
                </a:lnTo>
                <a:lnTo>
                  <a:pt x="174244" y="727825"/>
                </a:lnTo>
                <a:lnTo>
                  <a:pt x="186158" y="681658"/>
                </a:lnTo>
                <a:lnTo>
                  <a:pt x="192116" y="635491"/>
                </a:lnTo>
                <a:lnTo>
                  <a:pt x="192116" y="586346"/>
                </a:lnTo>
                <a:lnTo>
                  <a:pt x="189136" y="535711"/>
                </a:lnTo>
                <a:lnTo>
                  <a:pt x="183178" y="485075"/>
                </a:lnTo>
                <a:lnTo>
                  <a:pt x="175733" y="434440"/>
                </a:lnTo>
                <a:lnTo>
                  <a:pt x="169775" y="383806"/>
                </a:lnTo>
                <a:lnTo>
                  <a:pt x="165306" y="333172"/>
                </a:lnTo>
                <a:lnTo>
                  <a:pt x="166797" y="285515"/>
                </a:lnTo>
                <a:lnTo>
                  <a:pt x="172755" y="239348"/>
                </a:lnTo>
                <a:lnTo>
                  <a:pt x="186158" y="194669"/>
                </a:lnTo>
                <a:lnTo>
                  <a:pt x="205519" y="157438"/>
                </a:lnTo>
                <a:lnTo>
                  <a:pt x="230835" y="121696"/>
                </a:lnTo>
                <a:lnTo>
                  <a:pt x="260619" y="90421"/>
                </a:lnTo>
                <a:lnTo>
                  <a:pt x="294872" y="59147"/>
                </a:lnTo>
                <a:lnTo>
                  <a:pt x="330615" y="30850"/>
                </a:lnTo>
                <a:lnTo>
                  <a:pt x="367844" y="2553"/>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Vacation">
            <a:extLst>
              <a:ext uri="{FF2B5EF4-FFF2-40B4-BE49-F238E27FC236}">
                <a16:creationId xmlns:a16="http://schemas.microsoft.com/office/drawing/2014/main" id="{0152C6D7-892B-49AE-9DD6-F878BC549F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46517" y="209550"/>
            <a:ext cx="2505075" cy="2505075"/>
          </a:xfrm>
          <a:prstGeom prst="rect">
            <a:avLst/>
          </a:prstGeom>
        </p:spPr>
      </p:pic>
      <p:sp>
        <p:nvSpPr>
          <p:cNvPr id="40" name="Slide Number Placeholder 1">
            <a:extLst>
              <a:ext uri="{FF2B5EF4-FFF2-40B4-BE49-F238E27FC236}">
                <a16:creationId xmlns:a16="http://schemas.microsoft.com/office/drawing/2014/main" id="{26ACFBC9-A24B-6D9C-A92A-E91057007D0D}"/>
              </a:ext>
            </a:extLst>
          </p:cNvPr>
          <p:cNvSpPr>
            <a:spLocks noGrp="1"/>
          </p:cNvSpPr>
          <p:nvPr>
            <p:ph type="sldNum" sz="quarter" idx="12"/>
          </p:nvPr>
        </p:nvSpPr>
        <p:spPr>
          <a:xfrm>
            <a:off x="7772400" y="6373368"/>
            <a:ext cx="527765" cy="345796"/>
          </a:xfrm>
          <a:prstGeom prst="ellipse">
            <a:avLst/>
          </a:prstGeom>
        </p:spPr>
        <p:txBody>
          <a:bodyPr vert="horz" lIns="91440" tIns="45720" rIns="91440" bIns="45720" rtlCol="0" anchor="ctr">
            <a:normAutofit/>
          </a:bodyPr>
          <a:lstStyle/>
          <a:p>
            <a:pPr>
              <a:lnSpc>
                <a:spcPct val="90000"/>
              </a:lnSpc>
              <a:spcAft>
                <a:spcPts val="600"/>
              </a:spcAft>
            </a:pPr>
            <a:endParaRPr lang="en-US" sz="1100" dirty="0">
              <a:solidFill>
                <a:schemeClr val="tx1">
                  <a:alpha val="70000"/>
                </a:schemeClr>
              </a:solidFill>
            </a:endParaRPr>
          </a:p>
        </p:txBody>
      </p:sp>
      <p:sp>
        <p:nvSpPr>
          <p:cNvPr id="30" name="Freeform: Shape 29">
            <a:extLst>
              <a:ext uri="{FF2B5EF4-FFF2-40B4-BE49-F238E27FC236}">
                <a16:creationId xmlns:a16="http://schemas.microsoft.com/office/drawing/2014/main" id="{2AD292BD-58D8-4261-AD54-80C939F13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8598" y="3909952"/>
            <a:ext cx="3313402" cy="2948047"/>
          </a:xfrm>
          <a:custGeom>
            <a:avLst/>
            <a:gdLst>
              <a:gd name="connsiteX0" fmla="*/ 1934947 w 3313402"/>
              <a:gd name="connsiteY0" fmla="*/ 0 h 2948047"/>
              <a:gd name="connsiteX1" fmla="*/ 1972495 w 3313402"/>
              <a:gd name="connsiteY1" fmla="*/ 3519 h 2948047"/>
              <a:gd name="connsiteX2" fmla="*/ 2008871 w 3313402"/>
              <a:gd name="connsiteY2" fmla="*/ 12907 h 2948047"/>
              <a:gd name="connsiteX3" fmla="*/ 2044074 w 3313402"/>
              <a:gd name="connsiteY3" fmla="*/ 26988 h 2948047"/>
              <a:gd name="connsiteX4" fmla="*/ 2080448 w 3313402"/>
              <a:gd name="connsiteY4" fmla="*/ 44589 h 2948047"/>
              <a:gd name="connsiteX5" fmla="*/ 2114478 w 3313402"/>
              <a:gd name="connsiteY5" fmla="*/ 64537 h 2948047"/>
              <a:gd name="connsiteX6" fmla="*/ 2149681 w 3313402"/>
              <a:gd name="connsiteY6" fmla="*/ 85659 h 2948047"/>
              <a:gd name="connsiteX7" fmla="*/ 2184882 w 3313402"/>
              <a:gd name="connsiteY7" fmla="*/ 104433 h 2948047"/>
              <a:gd name="connsiteX8" fmla="*/ 2220084 w 3313402"/>
              <a:gd name="connsiteY8" fmla="*/ 123208 h 2948047"/>
              <a:gd name="connsiteX9" fmla="*/ 2254113 w 3313402"/>
              <a:gd name="connsiteY9" fmla="*/ 137288 h 2948047"/>
              <a:gd name="connsiteX10" fmla="*/ 2291662 w 3313402"/>
              <a:gd name="connsiteY10" fmla="*/ 146675 h 2948047"/>
              <a:gd name="connsiteX11" fmla="*/ 2328037 w 3313402"/>
              <a:gd name="connsiteY11" fmla="*/ 151369 h 2948047"/>
              <a:gd name="connsiteX12" fmla="*/ 2366759 w 3313402"/>
              <a:gd name="connsiteY12" fmla="*/ 151369 h 2948047"/>
              <a:gd name="connsiteX13" fmla="*/ 2406656 w 3313402"/>
              <a:gd name="connsiteY13" fmla="*/ 149023 h 2948047"/>
              <a:gd name="connsiteX14" fmla="*/ 2446551 w 3313402"/>
              <a:gd name="connsiteY14" fmla="*/ 144329 h 2948047"/>
              <a:gd name="connsiteX15" fmla="*/ 2486448 w 3313402"/>
              <a:gd name="connsiteY15" fmla="*/ 138462 h 2948047"/>
              <a:gd name="connsiteX16" fmla="*/ 2526343 w 3313402"/>
              <a:gd name="connsiteY16" fmla="*/ 133769 h 2948047"/>
              <a:gd name="connsiteX17" fmla="*/ 2566239 w 3313402"/>
              <a:gd name="connsiteY17" fmla="*/ 130247 h 2948047"/>
              <a:gd name="connsiteX18" fmla="*/ 2603787 w 3313402"/>
              <a:gd name="connsiteY18" fmla="*/ 131421 h 2948047"/>
              <a:gd name="connsiteX19" fmla="*/ 2640163 w 3313402"/>
              <a:gd name="connsiteY19" fmla="*/ 136115 h 2948047"/>
              <a:gd name="connsiteX20" fmla="*/ 2675366 w 3313402"/>
              <a:gd name="connsiteY20" fmla="*/ 146675 h 2948047"/>
              <a:gd name="connsiteX21" fmla="*/ 2704702 w 3313402"/>
              <a:gd name="connsiteY21" fmla="*/ 161930 h 2948047"/>
              <a:gd name="connsiteX22" fmla="*/ 2732862 w 3313402"/>
              <a:gd name="connsiteY22" fmla="*/ 181878 h 2948047"/>
              <a:gd name="connsiteX23" fmla="*/ 2757504 w 3313402"/>
              <a:gd name="connsiteY23" fmla="*/ 205346 h 2948047"/>
              <a:gd name="connsiteX24" fmla="*/ 2782146 w 3313402"/>
              <a:gd name="connsiteY24" fmla="*/ 232334 h 2948047"/>
              <a:gd name="connsiteX25" fmla="*/ 2804440 w 3313402"/>
              <a:gd name="connsiteY25" fmla="*/ 260495 h 2948047"/>
              <a:gd name="connsiteX26" fmla="*/ 2826735 w 3313402"/>
              <a:gd name="connsiteY26" fmla="*/ 289831 h 2948047"/>
              <a:gd name="connsiteX27" fmla="*/ 2849030 w 3313402"/>
              <a:gd name="connsiteY27" fmla="*/ 319166 h 2948047"/>
              <a:gd name="connsiteX28" fmla="*/ 2871324 w 3313402"/>
              <a:gd name="connsiteY28" fmla="*/ 347327 h 2948047"/>
              <a:gd name="connsiteX29" fmla="*/ 2894793 w 3313402"/>
              <a:gd name="connsiteY29" fmla="*/ 374315 h 2948047"/>
              <a:gd name="connsiteX30" fmla="*/ 2921781 w 3313402"/>
              <a:gd name="connsiteY30" fmla="*/ 397785 h 2948047"/>
              <a:gd name="connsiteX31" fmla="*/ 2947597 w 3313402"/>
              <a:gd name="connsiteY31" fmla="*/ 418906 h 2948047"/>
              <a:gd name="connsiteX32" fmla="*/ 2976931 w 3313402"/>
              <a:gd name="connsiteY32" fmla="*/ 435332 h 2948047"/>
              <a:gd name="connsiteX33" fmla="*/ 3008614 w 3313402"/>
              <a:gd name="connsiteY33" fmla="*/ 449413 h 2948047"/>
              <a:gd name="connsiteX34" fmla="*/ 3042641 w 3313402"/>
              <a:gd name="connsiteY34" fmla="*/ 461147 h 2948047"/>
              <a:gd name="connsiteX35" fmla="*/ 3077843 w 3313402"/>
              <a:gd name="connsiteY35" fmla="*/ 471708 h 2948047"/>
              <a:gd name="connsiteX36" fmla="*/ 3113046 w 3313402"/>
              <a:gd name="connsiteY36" fmla="*/ 481096 h 2948047"/>
              <a:gd name="connsiteX37" fmla="*/ 3149422 w 3313402"/>
              <a:gd name="connsiteY37" fmla="*/ 490483 h 2948047"/>
              <a:gd name="connsiteX38" fmla="*/ 3183450 w 3313402"/>
              <a:gd name="connsiteY38" fmla="*/ 501044 h 2948047"/>
              <a:gd name="connsiteX39" fmla="*/ 3217478 w 3313402"/>
              <a:gd name="connsiteY39" fmla="*/ 512777 h 2948047"/>
              <a:gd name="connsiteX40" fmla="*/ 3249161 w 3313402"/>
              <a:gd name="connsiteY40" fmla="*/ 526859 h 2948047"/>
              <a:gd name="connsiteX41" fmla="*/ 3277323 w 3313402"/>
              <a:gd name="connsiteY41" fmla="*/ 544460 h 2948047"/>
              <a:gd name="connsiteX42" fmla="*/ 3303139 w 3313402"/>
              <a:gd name="connsiteY42" fmla="*/ 565581 h 2948047"/>
              <a:gd name="connsiteX43" fmla="*/ 3313402 w 3313402"/>
              <a:gd name="connsiteY43" fmla="*/ 578126 h 2948047"/>
              <a:gd name="connsiteX44" fmla="*/ 3313402 w 3313402"/>
              <a:gd name="connsiteY44" fmla="*/ 2948047 h 2948047"/>
              <a:gd name="connsiteX45" fmla="*/ 422306 w 3313402"/>
              <a:gd name="connsiteY45" fmla="*/ 2948047 h 2948047"/>
              <a:gd name="connsiteX46" fmla="*/ 420079 w 3313402"/>
              <a:gd name="connsiteY46" fmla="*/ 2944070 h 2948047"/>
              <a:gd name="connsiteX47" fmla="*/ 398960 w 3313402"/>
              <a:gd name="connsiteY47" fmla="*/ 2918255 h 2948047"/>
              <a:gd name="connsiteX48" fmla="*/ 375490 w 3313402"/>
              <a:gd name="connsiteY48" fmla="*/ 2891267 h 2948047"/>
              <a:gd name="connsiteX49" fmla="*/ 348502 w 3313402"/>
              <a:gd name="connsiteY49" fmla="*/ 2867799 h 2948047"/>
              <a:gd name="connsiteX50" fmla="*/ 319166 w 3313402"/>
              <a:gd name="connsiteY50" fmla="*/ 2845505 h 2948047"/>
              <a:gd name="connsiteX51" fmla="*/ 289832 w 3313402"/>
              <a:gd name="connsiteY51" fmla="*/ 2823210 h 2948047"/>
              <a:gd name="connsiteX52" fmla="*/ 260497 w 3313402"/>
              <a:gd name="connsiteY52" fmla="*/ 2800916 h 2948047"/>
              <a:gd name="connsiteX53" fmla="*/ 232334 w 3313402"/>
              <a:gd name="connsiteY53" fmla="*/ 2778620 h 2948047"/>
              <a:gd name="connsiteX54" fmla="*/ 205346 w 3313402"/>
              <a:gd name="connsiteY54" fmla="*/ 2753979 h 2948047"/>
              <a:gd name="connsiteX55" fmla="*/ 181878 w 3313402"/>
              <a:gd name="connsiteY55" fmla="*/ 2729338 h 2948047"/>
              <a:gd name="connsiteX56" fmla="*/ 161931 w 3313402"/>
              <a:gd name="connsiteY56" fmla="*/ 2701176 h 2948047"/>
              <a:gd name="connsiteX57" fmla="*/ 146677 w 3313402"/>
              <a:gd name="connsiteY57" fmla="*/ 2671841 h 2948047"/>
              <a:gd name="connsiteX58" fmla="*/ 136116 w 3313402"/>
              <a:gd name="connsiteY58" fmla="*/ 2636640 h 2948047"/>
              <a:gd name="connsiteX59" fmla="*/ 131422 w 3313402"/>
              <a:gd name="connsiteY59" fmla="*/ 2600264 h 2948047"/>
              <a:gd name="connsiteX60" fmla="*/ 130248 w 3313402"/>
              <a:gd name="connsiteY60" fmla="*/ 2562713 h 2948047"/>
              <a:gd name="connsiteX61" fmla="*/ 133769 w 3313402"/>
              <a:gd name="connsiteY61" fmla="*/ 2522818 h 2948047"/>
              <a:gd name="connsiteX62" fmla="*/ 138462 w 3313402"/>
              <a:gd name="connsiteY62" fmla="*/ 2482923 h 2948047"/>
              <a:gd name="connsiteX63" fmla="*/ 144329 w 3313402"/>
              <a:gd name="connsiteY63" fmla="*/ 2443026 h 2948047"/>
              <a:gd name="connsiteX64" fmla="*/ 149023 w 3313402"/>
              <a:gd name="connsiteY64" fmla="*/ 2403131 h 2948047"/>
              <a:gd name="connsiteX65" fmla="*/ 151371 w 3313402"/>
              <a:gd name="connsiteY65" fmla="*/ 2363236 h 2948047"/>
              <a:gd name="connsiteX66" fmla="*/ 151371 w 3313402"/>
              <a:gd name="connsiteY66" fmla="*/ 2324513 h 2948047"/>
              <a:gd name="connsiteX67" fmla="*/ 146677 w 3313402"/>
              <a:gd name="connsiteY67" fmla="*/ 2288138 h 2948047"/>
              <a:gd name="connsiteX68" fmla="*/ 137289 w 3313402"/>
              <a:gd name="connsiteY68" fmla="*/ 2251763 h 2948047"/>
              <a:gd name="connsiteX69" fmla="*/ 123208 w 3313402"/>
              <a:gd name="connsiteY69" fmla="*/ 2217733 h 2948047"/>
              <a:gd name="connsiteX70" fmla="*/ 105607 w 3313402"/>
              <a:gd name="connsiteY70" fmla="*/ 2182531 h 2948047"/>
              <a:gd name="connsiteX71" fmla="*/ 85659 w 3313402"/>
              <a:gd name="connsiteY71" fmla="*/ 2147330 h 2948047"/>
              <a:gd name="connsiteX72" fmla="*/ 64538 w 3313402"/>
              <a:gd name="connsiteY72" fmla="*/ 2112127 h 2948047"/>
              <a:gd name="connsiteX73" fmla="*/ 44590 w 3313402"/>
              <a:gd name="connsiteY73" fmla="*/ 2078098 h 2948047"/>
              <a:gd name="connsiteX74" fmla="*/ 26988 w 3313402"/>
              <a:gd name="connsiteY74" fmla="*/ 2041723 h 2948047"/>
              <a:gd name="connsiteX75" fmla="*/ 12908 w 3313402"/>
              <a:gd name="connsiteY75" fmla="*/ 2006521 h 2948047"/>
              <a:gd name="connsiteX76" fmla="*/ 3521 w 3313402"/>
              <a:gd name="connsiteY76" fmla="*/ 1970145 h 2948047"/>
              <a:gd name="connsiteX77" fmla="*/ 0 w 3313402"/>
              <a:gd name="connsiteY77" fmla="*/ 1932596 h 2948047"/>
              <a:gd name="connsiteX78" fmla="*/ 3521 w 3313402"/>
              <a:gd name="connsiteY78" fmla="*/ 1895048 h 2948047"/>
              <a:gd name="connsiteX79" fmla="*/ 12908 w 3313402"/>
              <a:gd name="connsiteY79" fmla="*/ 1858672 h 2948047"/>
              <a:gd name="connsiteX80" fmla="*/ 26988 w 3313402"/>
              <a:gd name="connsiteY80" fmla="*/ 1823470 h 2948047"/>
              <a:gd name="connsiteX81" fmla="*/ 44590 w 3313402"/>
              <a:gd name="connsiteY81" fmla="*/ 1787095 h 2948047"/>
              <a:gd name="connsiteX82" fmla="*/ 64538 w 3313402"/>
              <a:gd name="connsiteY82" fmla="*/ 1753065 h 2948047"/>
              <a:gd name="connsiteX83" fmla="*/ 85659 w 3313402"/>
              <a:gd name="connsiteY83" fmla="*/ 1717864 h 2948047"/>
              <a:gd name="connsiteX84" fmla="*/ 105607 w 3313402"/>
              <a:gd name="connsiteY84" fmla="*/ 1682661 h 2948047"/>
              <a:gd name="connsiteX85" fmla="*/ 123208 w 3313402"/>
              <a:gd name="connsiteY85" fmla="*/ 1647460 h 2948047"/>
              <a:gd name="connsiteX86" fmla="*/ 137289 w 3313402"/>
              <a:gd name="connsiteY86" fmla="*/ 1613430 h 2948047"/>
              <a:gd name="connsiteX87" fmla="*/ 146677 w 3313402"/>
              <a:gd name="connsiteY87" fmla="*/ 1577054 h 2948047"/>
              <a:gd name="connsiteX88" fmla="*/ 151371 w 3313402"/>
              <a:gd name="connsiteY88" fmla="*/ 1540680 h 2948047"/>
              <a:gd name="connsiteX89" fmla="*/ 151371 w 3313402"/>
              <a:gd name="connsiteY89" fmla="*/ 1501958 h 2948047"/>
              <a:gd name="connsiteX90" fmla="*/ 149023 w 3313402"/>
              <a:gd name="connsiteY90" fmla="*/ 1462061 h 2948047"/>
              <a:gd name="connsiteX91" fmla="*/ 144329 w 3313402"/>
              <a:gd name="connsiteY91" fmla="*/ 1422166 h 2948047"/>
              <a:gd name="connsiteX92" fmla="*/ 138462 w 3313402"/>
              <a:gd name="connsiteY92" fmla="*/ 1382269 h 2948047"/>
              <a:gd name="connsiteX93" fmla="*/ 133769 w 3313402"/>
              <a:gd name="connsiteY93" fmla="*/ 1342374 h 2948047"/>
              <a:gd name="connsiteX94" fmla="*/ 130248 w 3313402"/>
              <a:gd name="connsiteY94" fmla="*/ 1302479 h 2948047"/>
              <a:gd name="connsiteX95" fmla="*/ 131422 w 3313402"/>
              <a:gd name="connsiteY95" fmla="*/ 1264930 h 2948047"/>
              <a:gd name="connsiteX96" fmla="*/ 136116 w 3313402"/>
              <a:gd name="connsiteY96" fmla="*/ 1228554 h 2948047"/>
              <a:gd name="connsiteX97" fmla="*/ 146677 w 3313402"/>
              <a:gd name="connsiteY97" fmla="*/ 1193352 h 2948047"/>
              <a:gd name="connsiteX98" fmla="*/ 161931 w 3313402"/>
              <a:gd name="connsiteY98" fmla="*/ 1164017 h 2948047"/>
              <a:gd name="connsiteX99" fmla="*/ 181878 w 3313402"/>
              <a:gd name="connsiteY99" fmla="*/ 1135856 h 2948047"/>
              <a:gd name="connsiteX100" fmla="*/ 205346 w 3313402"/>
              <a:gd name="connsiteY100" fmla="*/ 1111214 h 2948047"/>
              <a:gd name="connsiteX101" fmla="*/ 232334 w 3313402"/>
              <a:gd name="connsiteY101" fmla="*/ 1086573 h 2948047"/>
              <a:gd name="connsiteX102" fmla="*/ 260497 w 3313402"/>
              <a:gd name="connsiteY102" fmla="*/ 1064277 h 2948047"/>
              <a:gd name="connsiteX103" fmla="*/ 289832 w 3313402"/>
              <a:gd name="connsiteY103" fmla="*/ 1041982 h 2948047"/>
              <a:gd name="connsiteX104" fmla="*/ 319166 w 3313402"/>
              <a:gd name="connsiteY104" fmla="*/ 1019688 h 2948047"/>
              <a:gd name="connsiteX105" fmla="*/ 348502 w 3313402"/>
              <a:gd name="connsiteY105" fmla="*/ 997393 h 2948047"/>
              <a:gd name="connsiteX106" fmla="*/ 375490 w 3313402"/>
              <a:gd name="connsiteY106" fmla="*/ 973926 h 2948047"/>
              <a:gd name="connsiteX107" fmla="*/ 398960 w 3313402"/>
              <a:gd name="connsiteY107" fmla="*/ 946938 h 2948047"/>
              <a:gd name="connsiteX108" fmla="*/ 420079 w 3313402"/>
              <a:gd name="connsiteY108" fmla="*/ 921122 h 2948047"/>
              <a:gd name="connsiteX109" fmla="*/ 436507 w 3313402"/>
              <a:gd name="connsiteY109" fmla="*/ 891788 h 2948047"/>
              <a:gd name="connsiteX110" fmla="*/ 450588 w 3313402"/>
              <a:gd name="connsiteY110" fmla="*/ 860106 h 2948047"/>
              <a:gd name="connsiteX111" fmla="*/ 462322 w 3313402"/>
              <a:gd name="connsiteY111" fmla="*/ 826076 h 2948047"/>
              <a:gd name="connsiteX112" fmla="*/ 472883 w 3313402"/>
              <a:gd name="connsiteY112" fmla="*/ 790874 h 2948047"/>
              <a:gd name="connsiteX113" fmla="*/ 482271 w 3313402"/>
              <a:gd name="connsiteY113" fmla="*/ 755672 h 2948047"/>
              <a:gd name="connsiteX114" fmla="*/ 491658 w 3313402"/>
              <a:gd name="connsiteY114" fmla="*/ 719297 h 2948047"/>
              <a:gd name="connsiteX115" fmla="*/ 502219 w 3313402"/>
              <a:gd name="connsiteY115" fmla="*/ 685268 h 2948047"/>
              <a:gd name="connsiteX116" fmla="*/ 513952 w 3313402"/>
              <a:gd name="connsiteY116" fmla="*/ 651238 h 2948047"/>
              <a:gd name="connsiteX117" fmla="*/ 528034 w 3313402"/>
              <a:gd name="connsiteY117" fmla="*/ 619558 h 2948047"/>
              <a:gd name="connsiteX118" fmla="*/ 545635 w 3313402"/>
              <a:gd name="connsiteY118" fmla="*/ 591396 h 2948047"/>
              <a:gd name="connsiteX119" fmla="*/ 566755 w 3313402"/>
              <a:gd name="connsiteY119" fmla="*/ 565581 h 2948047"/>
              <a:gd name="connsiteX120" fmla="*/ 592570 w 3313402"/>
              <a:gd name="connsiteY120" fmla="*/ 544460 h 2948047"/>
              <a:gd name="connsiteX121" fmla="*/ 620733 w 3313402"/>
              <a:gd name="connsiteY121" fmla="*/ 526859 h 2948047"/>
              <a:gd name="connsiteX122" fmla="*/ 652413 w 3313402"/>
              <a:gd name="connsiteY122" fmla="*/ 512777 h 2948047"/>
              <a:gd name="connsiteX123" fmla="*/ 686443 w 3313402"/>
              <a:gd name="connsiteY123" fmla="*/ 501044 h 2948047"/>
              <a:gd name="connsiteX124" fmla="*/ 720472 w 3313402"/>
              <a:gd name="connsiteY124" fmla="*/ 490483 h 2948047"/>
              <a:gd name="connsiteX125" fmla="*/ 756848 w 3313402"/>
              <a:gd name="connsiteY125" fmla="*/ 481096 h 2948047"/>
              <a:gd name="connsiteX126" fmla="*/ 792049 w 3313402"/>
              <a:gd name="connsiteY126" fmla="*/ 471708 h 2948047"/>
              <a:gd name="connsiteX127" fmla="*/ 827252 w 3313402"/>
              <a:gd name="connsiteY127" fmla="*/ 461147 h 2948047"/>
              <a:gd name="connsiteX128" fmla="*/ 861280 w 3313402"/>
              <a:gd name="connsiteY128" fmla="*/ 449413 h 2948047"/>
              <a:gd name="connsiteX129" fmla="*/ 892962 w 3313402"/>
              <a:gd name="connsiteY129" fmla="*/ 435332 h 2948047"/>
              <a:gd name="connsiteX130" fmla="*/ 922297 w 3313402"/>
              <a:gd name="connsiteY130" fmla="*/ 418906 h 2948047"/>
              <a:gd name="connsiteX131" fmla="*/ 948112 w 3313402"/>
              <a:gd name="connsiteY131" fmla="*/ 397785 h 2948047"/>
              <a:gd name="connsiteX132" fmla="*/ 975101 w 3313402"/>
              <a:gd name="connsiteY132" fmla="*/ 374315 h 2948047"/>
              <a:gd name="connsiteX133" fmla="*/ 998569 w 3313402"/>
              <a:gd name="connsiteY133" fmla="*/ 347327 h 2948047"/>
              <a:gd name="connsiteX134" fmla="*/ 1020864 w 3313402"/>
              <a:gd name="connsiteY134" fmla="*/ 319166 h 2948047"/>
              <a:gd name="connsiteX135" fmla="*/ 1043158 w 3313402"/>
              <a:gd name="connsiteY135" fmla="*/ 289831 h 2948047"/>
              <a:gd name="connsiteX136" fmla="*/ 1065453 w 3313402"/>
              <a:gd name="connsiteY136" fmla="*/ 260495 h 2948047"/>
              <a:gd name="connsiteX137" fmla="*/ 1087747 w 3313402"/>
              <a:gd name="connsiteY137" fmla="*/ 232334 h 2948047"/>
              <a:gd name="connsiteX138" fmla="*/ 1112390 w 3313402"/>
              <a:gd name="connsiteY138" fmla="*/ 205346 h 2948047"/>
              <a:gd name="connsiteX139" fmla="*/ 1137030 w 3313402"/>
              <a:gd name="connsiteY139" fmla="*/ 181878 h 2948047"/>
              <a:gd name="connsiteX140" fmla="*/ 1165193 w 3313402"/>
              <a:gd name="connsiteY140" fmla="*/ 161930 h 2948047"/>
              <a:gd name="connsiteX141" fmla="*/ 1194528 w 3313402"/>
              <a:gd name="connsiteY141" fmla="*/ 146675 h 2948047"/>
              <a:gd name="connsiteX142" fmla="*/ 1229731 w 3313402"/>
              <a:gd name="connsiteY142" fmla="*/ 136115 h 2948047"/>
              <a:gd name="connsiteX143" fmla="*/ 1266106 w 3313402"/>
              <a:gd name="connsiteY143" fmla="*/ 131421 h 2948047"/>
              <a:gd name="connsiteX144" fmla="*/ 1303654 w 3313402"/>
              <a:gd name="connsiteY144" fmla="*/ 130247 h 2948047"/>
              <a:gd name="connsiteX145" fmla="*/ 1343549 w 3313402"/>
              <a:gd name="connsiteY145" fmla="*/ 133769 h 2948047"/>
              <a:gd name="connsiteX146" fmla="*/ 1383446 w 3313402"/>
              <a:gd name="connsiteY146" fmla="*/ 138462 h 2948047"/>
              <a:gd name="connsiteX147" fmla="*/ 1423342 w 3313402"/>
              <a:gd name="connsiteY147" fmla="*/ 144329 h 2948047"/>
              <a:gd name="connsiteX148" fmla="*/ 1463237 w 3313402"/>
              <a:gd name="connsiteY148" fmla="*/ 149023 h 2948047"/>
              <a:gd name="connsiteX149" fmla="*/ 1503133 w 3313402"/>
              <a:gd name="connsiteY149" fmla="*/ 151369 h 2948047"/>
              <a:gd name="connsiteX150" fmla="*/ 1541856 w 3313402"/>
              <a:gd name="connsiteY150" fmla="*/ 151369 h 2948047"/>
              <a:gd name="connsiteX151" fmla="*/ 1578232 w 3313402"/>
              <a:gd name="connsiteY151" fmla="*/ 146675 h 2948047"/>
              <a:gd name="connsiteX152" fmla="*/ 1614608 w 3313402"/>
              <a:gd name="connsiteY152" fmla="*/ 137288 h 2948047"/>
              <a:gd name="connsiteX153" fmla="*/ 1649810 w 3313402"/>
              <a:gd name="connsiteY153" fmla="*/ 123208 h 2948047"/>
              <a:gd name="connsiteX154" fmla="*/ 1685011 w 3313402"/>
              <a:gd name="connsiteY154" fmla="*/ 104433 h 2948047"/>
              <a:gd name="connsiteX155" fmla="*/ 1720214 w 3313402"/>
              <a:gd name="connsiteY155" fmla="*/ 85659 h 2948047"/>
              <a:gd name="connsiteX156" fmla="*/ 1755415 w 3313402"/>
              <a:gd name="connsiteY156" fmla="*/ 64537 h 2948047"/>
              <a:gd name="connsiteX157" fmla="*/ 1789445 w 3313402"/>
              <a:gd name="connsiteY157" fmla="*/ 44589 h 2948047"/>
              <a:gd name="connsiteX158" fmla="*/ 1825821 w 3313402"/>
              <a:gd name="connsiteY158" fmla="*/ 26988 h 2948047"/>
              <a:gd name="connsiteX159" fmla="*/ 1861022 w 3313402"/>
              <a:gd name="connsiteY159" fmla="*/ 12907 h 2948047"/>
              <a:gd name="connsiteX160" fmla="*/ 1897398 w 3313402"/>
              <a:gd name="connsiteY160" fmla="*/ 3519 h 294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3313402" h="2948047">
                <a:moveTo>
                  <a:pt x="1934947" y="0"/>
                </a:moveTo>
                <a:lnTo>
                  <a:pt x="1972495" y="3519"/>
                </a:lnTo>
                <a:lnTo>
                  <a:pt x="2008871" y="12907"/>
                </a:lnTo>
                <a:lnTo>
                  <a:pt x="2044074" y="26988"/>
                </a:lnTo>
                <a:lnTo>
                  <a:pt x="2080448" y="44589"/>
                </a:lnTo>
                <a:lnTo>
                  <a:pt x="2114478" y="64537"/>
                </a:lnTo>
                <a:lnTo>
                  <a:pt x="2149681" y="85659"/>
                </a:lnTo>
                <a:lnTo>
                  <a:pt x="2184882" y="104433"/>
                </a:lnTo>
                <a:lnTo>
                  <a:pt x="2220084" y="123208"/>
                </a:lnTo>
                <a:lnTo>
                  <a:pt x="2254113" y="137288"/>
                </a:lnTo>
                <a:lnTo>
                  <a:pt x="2291662" y="146675"/>
                </a:lnTo>
                <a:lnTo>
                  <a:pt x="2328037" y="151369"/>
                </a:lnTo>
                <a:lnTo>
                  <a:pt x="2366759" y="151369"/>
                </a:lnTo>
                <a:lnTo>
                  <a:pt x="2406656" y="149023"/>
                </a:lnTo>
                <a:lnTo>
                  <a:pt x="2446551" y="144329"/>
                </a:lnTo>
                <a:lnTo>
                  <a:pt x="2486448" y="138462"/>
                </a:lnTo>
                <a:lnTo>
                  <a:pt x="2526343" y="133769"/>
                </a:lnTo>
                <a:lnTo>
                  <a:pt x="2566239" y="130247"/>
                </a:lnTo>
                <a:lnTo>
                  <a:pt x="2603787" y="131421"/>
                </a:lnTo>
                <a:lnTo>
                  <a:pt x="2640163" y="136115"/>
                </a:lnTo>
                <a:lnTo>
                  <a:pt x="2675366" y="146675"/>
                </a:lnTo>
                <a:lnTo>
                  <a:pt x="2704702" y="161930"/>
                </a:lnTo>
                <a:lnTo>
                  <a:pt x="2732862" y="181878"/>
                </a:lnTo>
                <a:lnTo>
                  <a:pt x="2757504" y="205346"/>
                </a:lnTo>
                <a:lnTo>
                  <a:pt x="2782146" y="232334"/>
                </a:lnTo>
                <a:lnTo>
                  <a:pt x="2804440" y="260495"/>
                </a:lnTo>
                <a:lnTo>
                  <a:pt x="2826735" y="289831"/>
                </a:lnTo>
                <a:lnTo>
                  <a:pt x="2849030" y="319166"/>
                </a:lnTo>
                <a:lnTo>
                  <a:pt x="2871324" y="347327"/>
                </a:lnTo>
                <a:lnTo>
                  <a:pt x="2894793" y="374315"/>
                </a:lnTo>
                <a:lnTo>
                  <a:pt x="2921781" y="397785"/>
                </a:lnTo>
                <a:lnTo>
                  <a:pt x="2947597" y="418906"/>
                </a:lnTo>
                <a:lnTo>
                  <a:pt x="2976931" y="435332"/>
                </a:lnTo>
                <a:lnTo>
                  <a:pt x="3008614" y="449413"/>
                </a:lnTo>
                <a:lnTo>
                  <a:pt x="3042641" y="461147"/>
                </a:lnTo>
                <a:lnTo>
                  <a:pt x="3077843" y="471708"/>
                </a:lnTo>
                <a:lnTo>
                  <a:pt x="3113046" y="481096"/>
                </a:lnTo>
                <a:lnTo>
                  <a:pt x="3149422" y="490483"/>
                </a:lnTo>
                <a:lnTo>
                  <a:pt x="3183450" y="501044"/>
                </a:lnTo>
                <a:lnTo>
                  <a:pt x="3217478" y="512777"/>
                </a:lnTo>
                <a:lnTo>
                  <a:pt x="3249161" y="526859"/>
                </a:lnTo>
                <a:lnTo>
                  <a:pt x="3277323" y="544460"/>
                </a:lnTo>
                <a:lnTo>
                  <a:pt x="3303139" y="565581"/>
                </a:lnTo>
                <a:lnTo>
                  <a:pt x="3313402" y="578126"/>
                </a:lnTo>
                <a:lnTo>
                  <a:pt x="3313402" y="2948047"/>
                </a:lnTo>
                <a:lnTo>
                  <a:pt x="422306" y="2948047"/>
                </a:lnTo>
                <a:lnTo>
                  <a:pt x="420079" y="2944070"/>
                </a:lnTo>
                <a:lnTo>
                  <a:pt x="398960" y="2918255"/>
                </a:lnTo>
                <a:lnTo>
                  <a:pt x="375490" y="2891267"/>
                </a:lnTo>
                <a:lnTo>
                  <a:pt x="348502" y="2867799"/>
                </a:lnTo>
                <a:lnTo>
                  <a:pt x="319166" y="2845505"/>
                </a:lnTo>
                <a:lnTo>
                  <a:pt x="289832" y="2823210"/>
                </a:lnTo>
                <a:lnTo>
                  <a:pt x="260497" y="2800916"/>
                </a:lnTo>
                <a:lnTo>
                  <a:pt x="232334" y="2778620"/>
                </a:lnTo>
                <a:lnTo>
                  <a:pt x="205346" y="2753979"/>
                </a:lnTo>
                <a:lnTo>
                  <a:pt x="181878" y="2729338"/>
                </a:lnTo>
                <a:lnTo>
                  <a:pt x="161931" y="2701176"/>
                </a:lnTo>
                <a:lnTo>
                  <a:pt x="146677" y="2671841"/>
                </a:lnTo>
                <a:lnTo>
                  <a:pt x="136116" y="2636640"/>
                </a:lnTo>
                <a:lnTo>
                  <a:pt x="131422" y="2600264"/>
                </a:lnTo>
                <a:lnTo>
                  <a:pt x="130248" y="2562713"/>
                </a:lnTo>
                <a:lnTo>
                  <a:pt x="133769" y="2522818"/>
                </a:lnTo>
                <a:lnTo>
                  <a:pt x="138462" y="2482923"/>
                </a:lnTo>
                <a:lnTo>
                  <a:pt x="144329" y="2443026"/>
                </a:lnTo>
                <a:lnTo>
                  <a:pt x="149023" y="2403131"/>
                </a:lnTo>
                <a:lnTo>
                  <a:pt x="151371" y="2363236"/>
                </a:lnTo>
                <a:lnTo>
                  <a:pt x="151371" y="2324513"/>
                </a:lnTo>
                <a:lnTo>
                  <a:pt x="146677" y="2288138"/>
                </a:lnTo>
                <a:lnTo>
                  <a:pt x="137289" y="2251763"/>
                </a:lnTo>
                <a:lnTo>
                  <a:pt x="123208" y="2217733"/>
                </a:lnTo>
                <a:lnTo>
                  <a:pt x="105607" y="2182531"/>
                </a:lnTo>
                <a:lnTo>
                  <a:pt x="85659" y="2147330"/>
                </a:lnTo>
                <a:lnTo>
                  <a:pt x="64538" y="2112127"/>
                </a:lnTo>
                <a:lnTo>
                  <a:pt x="44590" y="2078098"/>
                </a:lnTo>
                <a:lnTo>
                  <a:pt x="26988" y="2041723"/>
                </a:lnTo>
                <a:lnTo>
                  <a:pt x="12908" y="2006521"/>
                </a:lnTo>
                <a:lnTo>
                  <a:pt x="3521" y="1970145"/>
                </a:lnTo>
                <a:lnTo>
                  <a:pt x="0" y="1932596"/>
                </a:lnTo>
                <a:lnTo>
                  <a:pt x="3521" y="1895048"/>
                </a:lnTo>
                <a:lnTo>
                  <a:pt x="12908" y="1858672"/>
                </a:lnTo>
                <a:lnTo>
                  <a:pt x="26988" y="1823470"/>
                </a:lnTo>
                <a:lnTo>
                  <a:pt x="44590" y="1787095"/>
                </a:lnTo>
                <a:lnTo>
                  <a:pt x="64538" y="1753065"/>
                </a:lnTo>
                <a:lnTo>
                  <a:pt x="85659" y="1717864"/>
                </a:lnTo>
                <a:lnTo>
                  <a:pt x="105607" y="1682661"/>
                </a:lnTo>
                <a:lnTo>
                  <a:pt x="123208" y="1647460"/>
                </a:lnTo>
                <a:lnTo>
                  <a:pt x="137289" y="1613430"/>
                </a:lnTo>
                <a:lnTo>
                  <a:pt x="146677" y="1577054"/>
                </a:lnTo>
                <a:lnTo>
                  <a:pt x="151371" y="1540680"/>
                </a:lnTo>
                <a:lnTo>
                  <a:pt x="151371" y="1501958"/>
                </a:lnTo>
                <a:lnTo>
                  <a:pt x="149023" y="1462061"/>
                </a:lnTo>
                <a:lnTo>
                  <a:pt x="144329" y="1422166"/>
                </a:lnTo>
                <a:lnTo>
                  <a:pt x="138462" y="1382269"/>
                </a:lnTo>
                <a:lnTo>
                  <a:pt x="133769" y="1342374"/>
                </a:lnTo>
                <a:lnTo>
                  <a:pt x="130248" y="1302479"/>
                </a:lnTo>
                <a:lnTo>
                  <a:pt x="131422" y="1264930"/>
                </a:lnTo>
                <a:lnTo>
                  <a:pt x="136116" y="1228554"/>
                </a:lnTo>
                <a:lnTo>
                  <a:pt x="146677" y="1193352"/>
                </a:lnTo>
                <a:lnTo>
                  <a:pt x="161931" y="1164017"/>
                </a:lnTo>
                <a:lnTo>
                  <a:pt x="181878" y="1135856"/>
                </a:lnTo>
                <a:lnTo>
                  <a:pt x="205346" y="1111214"/>
                </a:lnTo>
                <a:lnTo>
                  <a:pt x="232334" y="1086573"/>
                </a:lnTo>
                <a:lnTo>
                  <a:pt x="260497" y="1064277"/>
                </a:lnTo>
                <a:lnTo>
                  <a:pt x="289832" y="1041982"/>
                </a:lnTo>
                <a:lnTo>
                  <a:pt x="319166" y="1019688"/>
                </a:lnTo>
                <a:lnTo>
                  <a:pt x="348502" y="997393"/>
                </a:lnTo>
                <a:lnTo>
                  <a:pt x="375490" y="973926"/>
                </a:lnTo>
                <a:lnTo>
                  <a:pt x="398960" y="946938"/>
                </a:lnTo>
                <a:lnTo>
                  <a:pt x="420079" y="921122"/>
                </a:lnTo>
                <a:lnTo>
                  <a:pt x="436507" y="891788"/>
                </a:lnTo>
                <a:lnTo>
                  <a:pt x="450588" y="860106"/>
                </a:lnTo>
                <a:lnTo>
                  <a:pt x="462322" y="826076"/>
                </a:lnTo>
                <a:lnTo>
                  <a:pt x="472883" y="790874"/>
                </a:lnTo>
                <a:lnTo>
                  <a:pt x="482271" y="755672"/>
                </a:lnTo>
                <a:lnTo>
                  <a:pt x="491658" y="719297"/>
                </a:lnTo>
                <a:lnTo>
                  <a:pt x="502219" y="685268"/>
                </a:lnTo>
                <a:lnTo>
                  <a:pt x="513952" y="651238"/>
                </a:lnTo>
                <a:lnTo>
                  <a:pt x="528034" y="619558"/>
                </a:lnTo>
                <a:lnTo>
                  <a:pt x="545635" y="591396"/>
                </a:lnTo>
                <a:lnTo>
                  <a:pt x="566755" y="565581"/>
                </a:lnTo>
                <a:lnTo>
                  <a:pt x="592570" y="544460"/>
                </a:lnTo>
                <a:lnTo>
                  <a:pt x="620733" y="526859"/>
                </a:lnTo>
                <a:lnTo>
                  <a:pt x="652413" y="512777"/>
                </a:lnTo>
                <a:lnTo>
                  <a:pt x="686443" y="501044"/>
                </a:lnTo>
                <a:lnTo>
                  <a:pt x="720472" y="490483"/>
                </a:lnTo>
                <a:lnTo>
                  <a:pt x="756848" y="481096"/>
                </a:lnTo>
                <a:lnTo>
                  <a:pt x="792049" y="471708"/>
                </a:lnTo>
                <a:lnTo>
                  <a:pt x="827252" y="461147"/>
                </a:lnTo>
                <a:lnTo>
                  <a:pt x="861280" y="449413"/>
                </a:lnTo>
                <a:lnTo>
                  <a:pt x="892962" y="435332"/>
                </a:lnTo>
                <a:lnTo>
                  <a:pt x="922297" y="418906"/>
                </a:lnTo>
                <a:lnTo>
                  <a:pt x="948112" y="397785"/>
                </a:lnTo>
                <a:lnTo>
                  <a:pt x="975101" y="374315"/>
                </a:lnTo>
                <a:lnTo>
                  <a:pt x="998569" y="347327"/>
                </a:lnTo>
                <a:lnTo>
                  <a:pt x="1020864" y="319166"/>
                </a:lnTo>
                <a:lnTo>
                  <a:pt x="1043158" y="289831"/>
                </a:lnTo>
                <a:lnTo>
                  <a:pt x="1065453" y="260495"/>
                </a:lnTo>
                <a:lnTo>
                  <a:pt x="1087747" y="232334"/>
                </a:lnTo>
                <a:lnTo>
                  <a:pt x="1112390" y="205346"/>
                </a:lnTo>
                <a:lnTo>
                  <a:pt x="1137030" y="181878"/>
                </a:lnTo>
                <a:lnTo>
                  <a:pt x="1165193" y="161930"/>
                </a:lnTo>
                <a:lnTo>
                  <a:pt x="1194528" y="146675"/>
                </a:lnTo>
                <a:lnTo>
                  <a:pt x="1229731" y="136115"/>
                </a:lnTo>
                <a:lnTo>
                  <a:pt x="1266106" y="131421"/>
                </a:lnTo>
                <a:lnTo>
                  <a:pt x="1303654" y="130247"/>
                </a:lnTo>
                <a:lnTo>
                  <a:pt x="1343549" y="133769"/>
                </a:lnTo>
                <a:lnTo>
                  <a:pt x="1383446" y="138462"/>
                </a:lnTo>
                <a:lnTo>
                  <a:pt x="1423342" y="144329"/>
                </a:lnTo>
                <a:lnTo>
                  <a:pt x="1463237" y="149023"/>
                </a:lnTo>
                <a:lnTo>
                  <a:pt x="1503133" y="151369"/>
                </a:lnTo>
                <a:lnTo>
                  <a:pt x="1541856" y="151369"/>
                </a:lnTo>
                <a:lnTo>
                  <a:pt x="1578232" y="146675"/>
                </a:lnTo>
                <a:lnTo>
                  <a:pt x="1614608" y="137288"/>
                </a:lnTo>
                <a:lnTo>
                  <a:pt x="1649810" y="123208"/>
                </a:lnTo>
                <a:lnTo>
                  <a:pt x="1685011" y="104433"/>
                </a:lnTo>
                <a:lnTo>
                  <a:pt x="1720214" y="85659"/>
                </a:lnTo>
                <a:lnTo>
                  <a:pt x="1755415" y="64537"/>
                </a:lnTo>
                <a:lnTo>
                  <a:pt x="1789445" y="44589"/>
                </a:lnTo>
                <a:lnTo>
                  <a:pt x="1825821" y="26988"/>
                </a:lnTo>
                <a:lnTo>
                  <a:pt x="1861022" y="12907"/>
                </a:lnTo>
                <a:lnTo>
                  <a:pt x="1897398" y="3519"/>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32" name="Freeform: Shape 31">
            <a:extLst>
              <a:ext uri="{FF2B5EF4-FFF2-40B4-BE49-F238E27FC236}">
                <a16:creationId xmlns:a16="http://schemas.microsoft.com/office/drawing/2014/main" id="{875C1B52-15CE-4113-A420-BFFE21037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91066" y="4009109"/>
            <a:ext cx="3200935" cy="2848897"/>
          </a:xfrm>
          <a:custGeom>
            <a:avLst/>
            <a:gdLst>
              <a:gd name="connsiteX0" fmla="*/ 1822480 w 3200935"/>
              <a:gd name="connsiteY0" fmla="*/ 0 h 2848897"/>
              <a:gd name="connsiteX1" fmla="*/ 1858100 w 3200935"/>
              <a:gd name="connsiteY1" fmla="*/ 3339 h 2848897"/>
              <a:gd name="connsiteX2" fmla="*/ 1892611 w 3200935"/>
              <a:gd name="connsiteY2" fmla="*/ 12245 h 2848897"/>
              <a:gd name="connsiteX3" fmla="*/ 1926007 w 3200935"/>
              <a:gd name="connsiteY3" fmla="*/ 25604 h 2848897"/>
              <a:gd name="connsiteX4" fmla="*/ 1960514 w 3200935"/>
              <a:gd name="connsiteY4" fmla="*/ 42302 h 2848897"/>
              <a:gd name="connsiteX5" fmla="*/ 1992798 w 3200935"/>
              <a:gd name="connsiteY5" fmla="*/ 61227 h 2848897"/>
              <a:gd name="connsiteX6" fmla="*/ 2026194 w 3200935"/>
              <a:gd name="connsiteY6" fmla="*/ 81264 h 2848897"/>
              <a:gd name="connsiteX7" fmla="*/ 2059589 w 3200935"/>
              <a:gd name="connsiteY7" fmla="*/ 99075 h 2848897"/>
              <a:gd name="connsiteX8" fmla="*/ 2092985 w 3200935"/>
              <a:gd name="connsiteY8" fmla="*/ 116887 h 2848897"/>
              <a:gd name="connsiteX9" fmla="*/ 2125268 w 3200935"/>
              <a:gd name="connsiteY9" fmla="*/ 130245 h 2848897"/>
              <a:gd name="connsiteX10" fmla="*/ 2160890 w 3200935"/>
              <a:gd name="connsiteY10" fmla="*/ 139150 h 2848897"/>
              <a:gd name="connsiteX11" fmla="*/ 2195399 w 3200935"/>
              <a:gd name="connsiteY11" fmla="*/ 143604 h 2848897"/>
              <a:gd name="connsiteX12" fmla="*/ 2232134 w 3200935"/>
              <a:gd name="connsiteY12" fmla="*/ 143604 h 2848897"/>
              <a:gd name="connsiteX13" fmla="*/ 2269983 w 3200935"/>
              <a:gd name="connsiteY13" fmla="*/ 141378 h 2848897"/>
              <a:gd name="connsiteX14" fmla="*/ 2307831 w 3200935"/>
              <a:gd name="connsiteY14" fmla="*/ 136924 h 2848897"/>
              <a:gd name="connsiteX15" fmla="*/ 2345681 w 3200935"/>
              <a:gd name="connsiteY15" fmla="*/ 131359 h 2848897"/>
              <a:gd name="connsiteX16" fmla="*/ 2383529 w 3200935"/>
              <a:gd name="connsiteY16" fmla="*/ 126906 h 2848897"/>
              <a:gd name="connsiteX17" fmla="*/ 2421378 w 3200935"/>
              <a:gd name="connsiteY17" fmla="*/ 123565 h 2848897"/>
              <a:gd name="connsiteX18" fmla="*/ 2456999 w 3200935"/>
              <a:gd name="connsiteY18" fmla="*/ 124678 h 2848897"/>
              <a:gd name="connsiteX19" fmla="*/ 2491507 w 3200935"/>
              <a:gd name="connsiteY19" fmla="*/ 129132 h 2848897"/>
              <a:gd name="connsiteX20" fmla="*/ 2524903 w 3200935"/>
              <a:gd name="connsiteY20" fmla="*/ 139150 h 2848897"/>
              <a:gd name="connsiteX21" fmla="*/ 2552734 w 3200935"/>
              <a:gd name="connsiteY21" fmla="*/ 153622 h 2848897"/>
              <a:gd name="connsiteX22" fmla="*/ 2579449 w 3200935"/>
              <a:gd name="connsiteY22" fmla="*/ 172547 h 2848897"/>
              <a:gd name="connsiteX23" fmla="*/ 2602827 w 3200935"/>
              <a:gd name="connsiteY23" fmla="*/ 194811 h 2848897"/>
              <a:gd name="connsiteX24" fmla="*/ 2626204 w 3200935"/>
              <a:gd name="connsiteY24" fmla="*/ 220414 h 2848897"/>
              <a:gd name="connsiteX25" fmla="*/ 2647355 w 3200935"/>
              <a:gd name="connsiteY25" fmla="*/ 247131 h 2848897"/>
              <a:gd name="connsiteX26" fmla="*/ 2668506 w 3200935"/>
              <a:gd name="connsiteY26" fmla="*/ 274961 h 2848897"/>
              <a:gd name="connsiteX27" fmla="*/ 2689656 w 3200935"/>
              <a:gd name="connsiteY27" fmla="*/ 302791 h 2848897"/>
              <a:gd name="connsiteX28" fmla="*/ 2710806 w 3200935"/>
              <a:gd name="connsiteY28" fmla="*/ 329509 h 2848897"/>
              <a:gd name="connsiteX29" fmla="*/ 2733071 w 3200935"/>
              <a:gd name="connsiteY29" fmla="*/ 355112 h 2848897"/>
              <a:gd name="connsiteX30" fmla="*/ 2758675 w 3200935"/>
              <a:gd name="connsiteY30" fmla="*/ 377377 h 2848897"/>
              <a:gd name="connsiteX31" fmla="*/ 2783165 w 3200935"/>
              <a:gd name="connsiteY31" fmla="*/ 397415 h 2848897"/>
              <a:gd name="connsiteX32" fmla="*/ 2810995 w 3200935"/>
              <a:gd name="connsiteY32" fmla="*/ 412999 h 2848897"/>
              <a:gd name="connsiteX33" fmla="*/ 2841051 w 3200935"/>
              <a:gd name="connsiteY33" fmla="*/ 426357 h 2848897"/>
              <a:gd name="connsiteX34" fmla="*/ 2873333 w 3200935"/>
              <a:gd name="connsiteY34" fmla="*/ 437489 h 2848897"/>
              <a:gd name="connsiteX35" fmla="*/ 2906728 w 3200935"/>
              <a:gd name="connsiteY35" fmla="*/ 447507 h 2848897"/>
              <a:gd name="connsiteX36" fmla="*/ 2940124 w 3200935"/>
              <a:gd name="connsiteY36" fmla="*/ 456413 h 2848897"/>
              <a:gd name="connsiteX37" fmla="*/ 2974633 w 3200935"/>
              <a:gd name="connsiteY37" fmla="*/ 465320 h 2848897"/>
              <a:gd name="connsiteX38" fmla="*/ 3006916 w 3200935"/>
              <a:gd name="connsiteY38" fmla="*/ 475338 h 2848897"/>
              <a:gd name="connsiteX39" fmla="*/ 3039197 w 3200935"/>
              <a:gd name="connsiteY39" fmla="*/ 486470 h 2848897"/>
              <a:gd name="connsiteX40" fmla="*/ 3069254 w 3200935"/>
              <a:gd name="connsiteY40" fmla="*/ 499829 h 2848897"/>
              <a:gd name="connsiteX41" fmla="*/ 3095972 w 3200935"/>
              <a:gd name="connsiteY41" fmla="*/ 516527 h 2848897"/>
              <a:gd name="connsiteX42" fmla="*/ 3120463 w 3200935"/>
              <a:gd name="connsiteY42" fmla="*/ 536565 h 2848897"/>
              <a:gd name="connsiteX43" fmla="*/ 3140498 w 3200935"/>
              <a:gd name="connsiteY43" fmla="*/ 561055 h 2848897"/>
              <a:gd name="connsiteX44" fmla="*/ 3157197 w 3200935"/>
              <a:gd name="connsiteY44" fmla="*/ 587772 h 2848897"/>
              <a:gd name="connsiteX45" fmla="*/ 3170555 w 3200935"/>
              <a:gd name="connsiteY45" fmla="*/ 617827 h 2848897"/>
              <a:gd name="connsiteX46" fmla="*/ 3181687 w 3200935"/>
              <a:gd name="connsiteY46" fmla="*/ 650112 h 2848897"/>
              <a:gd name="connsiteX47" fmla="*/ 3191705 w 3200935"/>
              <a:gd name="connsiteY47" fmla="*/ 682393 h 2848897"/>
              <a:gd name="connsiteX48" fmla="*/ 3200612 w 3200935"/>
              <a:gd name="connsiteY48" fmla="*/ 716904 h 2848897"/>
              <a:gd name="connsiteX49" fmla="*/ 3200935 w 3200935"/>
              <a:gd name="connsiteY49" fmla="*/ 718115 h 2848897"/>
              <a:gd name="connsiteX50" fmla="*/ 3200935 w 3200935"/>
              <a:gd name="connsiteY50" fmla="*/ 2848897 h 2848897"/>
              <a:gd name="connsiteX51" fmla="*/ 413394 w 3200935"/>
              <a:gd name="connsiteY51" fmla="*/ 2848897 h 2848897"/>
              <a:gd name="connsiteX52" fmla="*/ 400932 w 3200935"/>
              <a:gd name="connsiteY52" fmla="*/ 2820857 h 2848897"/>
              <a:gd name="connsiteX53" fmla="*/ 385348 w 3200935"/>
              <a:gd name="connsiteY53" fmla="*/ 2793028 h 2848897"/>
              <a:gd name="connsiteX54" fmla="*/ 365311 w 3200935"/>
              <a:gd name="connsiteY54" fmla="*/ 2768537 h 2848897"/>
              <a:gd name="connsiteX55" fmla="*/ 343046 w 3200935"/>
              <a:gd name="connsiteY55" fmla="*/ 2742933 h 2848897"/>
              <a:gd name="connsiteX56" fmla="*/ 317443 w 3200935"/>
              <a:gd name="connsiteY56" fmla="*/ 2720669 h 2848897"/>
              <a:gd name="connsiteX57" fmla="*/ 289612 w 3200935"/>
              <a:gd name="connsiteY57" fmla="*/ 2699519 h 2848897"/>
              <a:gd name="connsiteX58" fmla="*/ 261783 w 3200935"/>
              <a:gd name="connsiteY58" fmla="*/ 2678368 h 2848897"/>
              <a:gd name="connsiteX59" fmla="*/ 233954 w 3200935"/>
              <a:gd name="connsiteY59" fmla="*/ 2657218 h 2848897"/>
              <a:gd name="connsiteX60" fmla="*/ 207237 w 3200935"/>
              <a:gd name="connsiteY60" fmla="*/ 2636065 h 2848897"/>
              <a:gd name="connsiteX61" fmla="*/ 181633 w 3200935"/>
              <a:gd name="connsiteY61" fmla="*/ 2612689 h 2848897"/>
              <a:gd name="connsiteX62" fmla="*/ 159370 w 3200935"/>
              <a:gd name="connsiteY62" fmla="*/ 2589312 h 2848897"/>
              <a:gd name="connsiteX63" fmla="*/ 140446 w 3200935"/>
              <a:gd name="connsiteY63" fmla="*/ 2562594 h 2848897"/>
              <a:gd name="connsiteX64" fmla="*/ 125974 w 3200935"/>
              <a:gd name="connsiteY64" fmla="*/ 2534764 h 2848897"/>
              <a:gd name="connsiteX65" fmla="*/ 115956 w 3200935"/>
              <a:gd name="connsiteY65" fmla="*/ 2501370 h 2848897"/>
              <a:gd name="connsiteX66" fmla="*/ 111502 w 3200935"/>
              <a:gd name="connsiteY66" fmla="*/ 2466860 h 2848897"/>
              <a:gd name="connsiteX67" fmla="*/ 110388 w 3200935"/>
              <a:gd name="connsiteY67" fmla="*/ 2431236 h 2848897"/>
              <a:gd name="connsiteX68" fmla="*/ 113728 w 3200935"/>
              <a:gd name="connsiteY68" fmla="*/ 2393388 h 2848897"/>
              <a:gd name="connsiteX69" fmla="*/ 118182 w 3200935"/>
              <a:gd name="connsiteY69" fmla="*/ 2355539 h 2848897"/>
              <a:gd name="connsiteX70" fmla="*/ 123747 w 3200935"/>
              <a:gd name="connsiteY70" fmla="*/ 2317690 h 2848897"/>
              <a:gd name="connsiteX71" fmla="*/ 128200 w 3200935"/>
              <a:gd name="connsiteY71" fmla="*/ 2279842 h 2848897"/>
              <a:gd name="connsiteX72" fmla="*/ 130428 w 3200935"/>
              <a:gd name="connsiteY72" fmla="*/ 2241992 h 2848897"/>
              <a:gd name="connsiteX73" fmla="*/ 130428 w 3200935"/>
              <a:gd name="connsiteY73" fmla="*/ 2205256 h 2848897"/>
              <a:gd name="connsiteX74" fmla="*/ 125974 w 3200935"/>
              <a:gd name="connsiteY74" fmla="*/ 2170747 h 2848897"/>
              <a:gd name="connsiteX75" fmla="*/ 117069 w 3200935"/>
              <a:gd name="connsiteY75" fmla="*/ 2136238 h 2848897"/>
              <a:gd name="connsiteX76" fmla="*/ 103710 w 3200935"/>
              <a:gd name="connsiteY76" fmla="*/ 2103954 h 2848897"/>
              <a:gd name="connsiteX77" fmla="*/ 87012 w 3200935"/>
              <a:gd name="connsiteY77" fmla="*/ 2070559 h 2848897"/>
              <a:gd name="connsiteX78" fmla="*/ 68088 w 3200935"/>
              <a:gd name="connsiteY78" fmla="*/ 2037163 h 2848897"/>
              <a:gd name="connsiteX79" fmla="*/ 48051 w 3200935"/>
              <a:gd name="connsiteY79" fmla="*/ 2003766 h 2848897"/>
              <a:gd name="connsiteX80" fmla="*/ 29127 w 3200935"/>
              <a:gd name="connsiteY80" fmla="*/ 1971483 h 2848897"/>
              <a:gd name="connsiteX81" fmla="*/ 12427 w 3200935"/>
              <a:gd name="connsiteY81" fmla="*/ 1936974 h 2848897"/>
              <a:gd name="connsiteX82" fmla="*/ 0 w 3200935"/>
              <a:gd name="connsiteY82" fmla="*/ 1905903 h 2848897"/>
              <a:gd name="connsiteX83" fmla="*/ 0 w 3200935"/>
              <a:gd name="connsiteY83" fmla="*/ 1760990 h 2848897"/>
              <a:gd name="connsiteX84" fmla="*/ 12427 w 3200935"/>
              <a:gd name="connsiteY84" fmla="*/ 1729918 h 2848897"/>
              <a:gd name="connsiteX85" fmla="*/ 29127 w 3200935"/>
              <a:gd name="connsiteY85" fmla="*/ 1695410 h 2848897"/>
              <a:gd name="connsiteX86" fmla="*/ 48051 w 3200935"/>
              <a:gd name="connsiteY86" fmla="*/ 1663126 h 2848897"/>
              <a:gd name="connsiteX87" fmla="*/ 68088 w 3200935"/>
              <a:gd name="connsiteY87" fmla="*/ 1629730 h 2848897"/>
              <a:gd name="connsiteX88" fmla="*/ 87012 w 3200935"/>
              <a:gd name="connsiteY88" fmla="*/ 1596334 h 2848897"/>
              <a:gd name="connsiteX89" fmla="*/ 103710 w 3200935"/>
              <a:gd name="connsiteY89" fmla="*/ 1562938 h 2848897"/>
              <a:gd name="connsiteX90" fmla="*/ 117069 w 3200935"/>
              <a:gd name="connsiteY90" fmla="*/ 1530654 h 2848897"/>
              <a:gd name="connsiteX91" fmla="*/ 125974 w 3200935"/>
              <a:gd name="connsiteY91" fmla="*/ 1496145 h 2848897"/>
              <a:gd name="connsiteX92" fmla="*/ 130428 w 3200935"/>
              <a:gd name="connsiteY92" fmla="*/ 1461636 h 2848897"/>
              <a:gd name="connsiteX93" fmla="*/ 130428 w 3200935"/>
              <a:gd name="connsiteY93" fmla="*/ 1424901 h 2848897"/>
              <a:gd name="connsiteX94" fmla="*/ 128200 w 3200935"/>
              <a:gd name="connsiteY94" fmla="*/ 1387052 h 2848897"/>
              <a:gd name="connsiteX95" fmla="*/ 123747 w 3200935"/>
              <a:gd name="connsiteY95" fmla="*/ 1349203 h 2848897"/>
              <a:gd name="connsiteX96" fmla="*/ 118182 w 3200935"/>
              <a:gd name="connsiteY96" fmla="*/ 1311353 h 2848897"/>
              <a:gd name="connsiteX97" fmla="*/ 113728 w 3200935"/>
              <a:gd name="connsiteY97" fmla="*/ 1273505 h 2848897"/>
              <a:gd name="connsiteX98" fmla="*/ 110388 w 3200935"/>
              <a:gd name="connsiteY98" fmla="*/ 1235657 h 2848897"/>
              <a:gd name="connsiteX99" fmla="*/ 111502 w 3200935"/>
              <a:gd name="connsiteY99" fmla="*/ 1200034 h 2848897"/>
              <a:gd name="connsiteX100" fmla="*/ 115956 w 3200935"/>
              <a:gd name="connsiteY100" fmla="*/ 1165525 h 2848897"/>
              <a:gd name="connsiteX101" fmla="*/ 125974 w 3200935"/>
              <a:gd name="connsiteY101" fmla="*/ 1132128 h 2848897"/>
              <a:gd name="connsiteX102" fmla="*/ 140446 w 3200935"/>
              <a:gd name="connsiteY102" fmla="*/ 1104298 h 2848897"/>
              <a:gd name="connsiteX103" fmla="*/ 159370 w 3200935"/>
              <a:gd name="connsiteY103" fmla="*/ 1077582 h 2848897"/>
              <a:gd name="connsiteX104" fmla="*/ 181633 w 3200935"/>
              <a:gd name="connsiteY104" fmla="*/ 1054204 h 2848897"/>
              <a:gd name="connsiteX105" fmla="*/ 207237 w 3200935"/>
              <a:gd name="connsiteY105" fmla="*/ 1030827 h 2848897"/>
              <a:gd name="connsiteX106" fmla="*/ 233954 w 3200935"/>
              <a:gd name="connsiteY106" fmla="*/ 1009676 h 2848897"/>
              <a:gd name="connsiteX107" fmla="*/ 261783 w 3200935"/>
              <a:gd name="connsiteY107" fmla="*/ 988524 h 2848897"/>
              <a:gd name="connsiteX108" fmla="*/ 289612 w 3200935"/>
              <a:gd name="connsiteY108" fmla="*/ 967374 h 2848897"/>
              <a:gd name="connsiteX109" fmla="*/ 317443 w 3200935"/>
              <a:gd name="connsiteY109" fmla="*/ 946223 h 2848897"/>
              <a:gd name="connsiteX110" fmla="*/ 343046 w 3200935"/>
              <a:gd name="connsiteY110" fmla="*/ 923960 h 2848897"/>
              <a:gd name="connsiteX111" fmla="*/ 365311 w 3200935"/>
              <a:gd name="connsiteY111" fmla="*/ 898356 h 2848897"/>
              <a:gd name="connsiteX112" fmla="*/ 385348 w 3200935"/>
              <a:gd name="connsiteY112" fmla="*/ 873865 h 2848897"/>
              <a:gd name="connsiteX113" fmla="*/ 400932 w 3200935"/>
              <a:gd name="connsiteY113" fmla="*/ 846035 h 2848897"/>
              <a:gd name="connsiteX114" fmla="*/ 414290 w 3200935"/>
              <a:gd name="connsiteY114" fmla="*/ 815980 h 2848897"/>
              <a:gd name="connsiteX115" fmla="*/ 425422 w 3200935"/>
              <a:gd name="connsiteY115" fmla="*/ 783695 h 2848897"/>
              <a:gd name="connsiteX116" fmla="*/ 435442 w 3200935"/>
              <a:gd name="connsiteY116" fmla="*/ 750298 h 2848897"/>
              <a:gd name="connsiteX117" fmla="*/ 444347 w 3200935"/>
              <a:gd name="connsiteY117" fmla="*/ 716904 h 2848897"/>
              <a:gd name="connsiteX118" fmla="*/ 453253 w 3200935"/>
              <a:gd name="connsiteY118" fmla="*/ 682393 h 2848897"/>
              <a:gd name="connsiteX119" fmla="*/ 463271 w 3200935"/>
              <a:gd name="connsiteY119" fmla="*/ 650112 h 2848897"/>
              <a:gd name="connsiteX120" fmla="*/ 474403 w 3200935"/>
              <a:gd name="connsiteY120" fmla="*/ 617827 h 2848897"/>
              <a:gd name="connsiteX121" fmla="*/ 487762 w 3200935"/>
              <a:gd name="connsiteY121" fmla="*/ 587772 h 2848897"/>
              <a:gd name="connsiteX122" fmla="*/ 504460 w 3200935"/>
              <a:gd name="connsiteY122" fmla="*/ 561055 h 2848897"/>
              <a:gd name="connsiteX123" fmla="*/ 524495 w 3200935"/>
              <a:gd name="connsiteY123" fmla="*/ 536565 h 2848897"/>
              <a:gd name="connsiteX124" fmla="*/ 548987 w 3200935"/>
              <a:gd name="connsiteY124" fmla="*/ 516527 h 2848897"/>
              <a:gd name="connsiteX125" fmla="*/ 575704 w 3200935"/>
              <a:gd name="connsiteY125" fmla="*/ 499829 h 2848897"/>
              <a:gd name="connsiteX126" fmla="*/ 605759 w 3200935"/>
              <a:gd name="connsiteY126" fmla="*/ 486470 h 2848897"/>
              <a:gd name="connsiteX127" fmla="*/ 638042 w 3200935"/>
              <a:gd name="connsiteY127" fmla="*/ 475338 h 2848897"/>
              <a:gd name="connsiteX128" fmla="*/ 670325 w 3200935"/>
              <a:gd name="connsiteY128" fmla="*/ 465320 h 2848897"/>
              <a:gd name="connsiteX129" fmla="*/ 704834 w 3200935"/>
              <a:gd name="connsiteY129" fmla="*/ 456413 h 2848897"/>
              <a:gd name="connsiteX130" fmla="*/ 738229 w 3200935"/>
              <a:gd name="connsiteY130" fmla="*/ 447507 h 2848897"/>
              <a:gd name="connsiteX131" fmla="*/ 771626 w 3200935"/>
              <a:gd name="connsiteY131" fmla="*/ 437489 h 2848897"/>
              <a:gd name="connsiteX132" fmla="*/ 803907 w 3200935"/>
              <a:gd name="connsiteY132" fmla="*/ 426357 h 2848897"/>
              <a:gd name="connsiteX133" fmla="*/ 833964 w 3200935"/>
              <a:gd name="connsiteY133" fmla="*/ 412999 h 2848897"/>
              <a:gd name="connsiteX134" fmla="*/ 861794 w 3200935"/>
              <a:gd name="connsiteY134" fmla="*/ 397415 h 2848897"/>
              <a:gd name="connsiteX135" fmla="*/ 886284 w 3200935"/>
              <a:gd name="connsiteY135" fmla="*/ 377377 h 2848897"/>
              <a:gd name="connsiteX136" fmla="*/ 911888 w 3200935"/>
              <a:gd name="connsiteY136" fmla="*/ 355112 h 2848897"/>
              <a:gd name="connsiteX137" fmla="*/ 934152 w 3200935"/>
              <a:gd name="connsiteY137" fmla="*/ 329509 h 2848897"/>
              <a:gd name="connsiteX138" fmla="*/ 955302 w 3200935"/>
              <a:gd name="connsiteY138" fmla="*/ 302791 h 2848897"/>
              <a:gd name="connsiteX139" fmla="*/ 976452 w 3200935"/>
              <a:gd name="connsiteY139" fmla="*/ 274961 h 2848897"/>
              <a:gd name="connsiteX140" fmla="*/ 997604 w 3200935"/>
              <a:gd name="connsiteY140" fmla="*/ 247131 h 2848897"/>
              <a:gd name="connsiteX141" fmla="*/ 1018754 w 3200935"/>
              <a:gd name="connsiteY141" fmla="*/ 220414 h 2848897"/>
              <a:gd name="connsiteX142" fmla="*/ 1042131 w 3200935"/>
              <a:gd name="connsiteY142" fmla="*/ 194811 h 2848897"/>
              <a:gd name="connsiteX143" fmla="*/ 1065507 w 3200935"/>
              <a:gd name="connsiteY143" fmla="*/ 172547 h 2848897"/>
              <a:gd name="connsiteX144" fmla="*/ 1092225 w 3200935"/>
              <a:gd name="connsiteY144" fmla="*/ 153622 h 2848897"/>
              <a:gd name="connsiteX145" fmla="*/ 1120055 w 3200935"/>
              <a:gd name="connsiteY145" fmla="*/ 139150 h 2848897"/>
              <a:gd name="connsiteX146" fmla="*/ 1153451 w 3200935"/>
              <a:gd name="connsiteY146" fmla="*/ 129132 h 2848897"/>
              <a:gd name="connsiteX147" fmla="*/ 1187961 w 3200935"/>
              <a:gd name="connsiteY147" fmla="*/ 124678 h 2848897"/>
              <a:gd name="connsiteX148" fmla="*/ 1223581 w 3200935"/>
              <a:gd name="connsiteY148" fmla="*/ 123565 h 2848897"/>
              <a:gd name="connsiteX149" fmla="*/ 1261429 w 3200935"/>
              <a:gd name="connsiteY149" fmla="*/ 126906 h 2848897"/>
              <a:gd name="connsiteX150" fmla="*/ 1299279 w 3200935"/>
              <a:gd name="connsiteY150" fmla="*/ 131359 h 2848897"/>
              <a:gd name="connsiteX151" fmla="*/ 1337128 w 3200935"/>
              <a:gd name="connsiteY151" fmla="*/ 136924 h 2848897"/>
              <a:gd name="connsiteX152" fmla="*/ 1374976 w 3200935"/>
              <a:gd name="connsiteY152" fmla="*/ 141378 h 2848897"/>
              <a:gd name="connsiteX153" fmla="*/ 1412824 w 3200935"/>
              <a:gd name="connsiteY153" fmla="*/ 143604 h 2848897"/>
              <a:gd name="connsiteX154" fmla="*/ 1449561 w 3200935"/>
              <a:gd name="connsiteY154" fmla="*/ 143604 h 2848897"/>
              <a:gd name="connsiteX155" fmla="*/ 1484069 w 3200935"/>
              <a:gd name="connsiteY155" fmla="*/ 139150 h 2848897"/>
              <a:gd name="connsiteX156" fmla="*/ 1518579 w 3200935"/>
              <a:gd name="connsiteY156" fmla="*/ 130245 h 2848897"/>
              <a:gd name="connsiteX157" fmla="*/ 1551974 w 3200935"/>
              <a:gd name="connsiteY157" fmla="*/ 116887 h 2848897"/>
              <a:gd name="connsiteX158" fmla="*/ 1585369 w 3200935"/>
              <a:gd name="connsiteY158" fmla="*/ 99075 h 2848897"/>
              <a:gd name="connsiteX159" fmla="*/ 1618765 w 3200935"/>
              <a:gd name="connsiteY159" fmla="*/ 81264 h 2848897"/>
              <a:gd name="connsiteX160" fmla="*/ 1652161 w 3200935"/>
              <a:gd name="connsiteY160" fmla="*/ 61227 h 2848897"/>
              <a:gd name="connsiteX161" fmla="*/ 1684444 w 3200935"/>
              <a:gd name="connsiteY161" fmla="*/ 42302 h 2848897"/>
              <a:gd name="connsiteX162" fmla="*/ 1718953 w 3200935"/>
              <a:gd name="connsiteY162" fmla="*/ 25604 h 2848897"/>
              <a:gd name="connsiteX163" fmla="*/ 1752349 w 3200935"/>
              <a:gd name="connsiteY163" fmla="*/ 12245 h 2848897"/>
              <a:gd name="connsiteX164" fmla="*/ 1786858 w 3200935"/>
              <a:gd name="connsiteY164" fmla="*/ 3339 h 284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200935" h="2848897">
                <a:moveTo>
                  <a:pt x="1822480" y="0"/>
                </a:moveTo>
                <a:lnTo>
                  <a:pt x="1858100" y="3339"/>
                </a:lnTo>
                <a:lnTo>
                  <a:pt x="1892611" y="12245"/>
                </a:lnTo>
                <a:lnTo>
                  <a:pt x="1926007" y="25604"/>
                </a:lnTo>
                <a:lnTo>
                  <a:pt x="1960514" y="42302"/>
                </a:lnTo>
                <a:lnTo>
                  <a:pt x="1992798" y="61227"/>
                </a:lnTo>
                <a:lnTo>
                  <a:pt x="2026194" y="81264"/>
                </a:lnTo>
                <a:lnTo>
                  <a:pt x="2059589" y="99075"/>
                </a:lnTo>
                <a:lnTo>
                  <a:pt x="2092985" y="116887"/>
                </a:lnTo>
                <a:lnTo>
                  <a:pt x="2125268" y="130245"/>
                </a:lnTo>
                <a:lnTo>
                  <a:pt x="2160890" y="139150"/>
                </a:lnTo>
                <a:lnTo>
                  <a:pt x="2195399" y="143604"/>
                </a:lnTo>
                <a:lnTo>
                  <a:pt x="2232134" y="143604"/>
                </a:lnTo>
                <a:lnTo>
                  <a:pt x="2269983" y="141378"/>
                </a:lnTo>
                <a:lnTo>
                  <a:pt x="2307831" y="136924"/>
                </a:lnTo>
                <a:lnTo>
                  <a:pt x="2345681" y="131359"/>
                </a:lnTo>
                <a:lnTo>
                  <a:pt x="2383529" y="126906"/>
                </a:lnTo>
                <a:lnTo>
                  <a:pt x="2421378" y="123565"/>
                </a:lnTo>
                <a:lnTo>
                  <a:pt x="2456999" y="124678"/>
                </a:lnTo>
                <a:lnTo>
                  <a:pt x="2491507" y="129132"/>
                </a:lnTo>
                <a:lnTo>
                  <a:pt x="2524903" y="139150"/>
                </a:lnTo>
                <a:lnTo>
                  <a:pt x="2552734" y="153622"/>
                </a:lnTo>
                <a:lnTo>
                  <a:pt x="2579449" y="172547"/>
                </a:lnTo>
                <a:lnTo>
                  <a:pt x="2602827" y="194811"/>
                </a:lnTo>
                <a:lnTo>
                  <a:pt x="2626204" y="220414"/>
                </a:lnTo>
                <a:lnTo>
                  <a:pt x="2647355" y="247131"/>
                </a:lnTo>
                <a:lnTo>
                  <a:pt x="2668506" y="274961"/>
                </a:lnTo>
                <a:lnTo>
                  <a:pt x="2689656" y="302791"/>
                </a:lnTo>
                <a:lnTo>
                  <a:pt x="2710806" y="329509"/>
                </a:lnTo>
                <a:lnTo>
                  <a:pt x="2733071" y="355112"/>
                </a:lnTo>
                <a:lnTo>
                  <a:pt x="2758675" y="377377"/>
                </a:lnTo>
                <a:lnTo>
                  <a:pt x="2783165" y="397415"/>
                </a:lnTo>
                <a:lnTo>
                  <a:pt x="2810995" y="412999"/>
                </a:lnTo>
                <a:lnTo>
                  <a:pt x="2841051" y="426357"/>
                </a:lnTo>
                <a:lnTo>
                  <a:pt x="2873333" y="437489"/>
                </a:lnTo>
                <a:lnTo>
                  <a:pt x="2906728" y="447507"/>
                </a:lnTo>
                <a:lnTo>
                  <a:pt x="2940124" y="456413"/>
                </a:lnTo>
                <a:lnTo>
                  <a:pt x="2974633" y="465320"/>
                </a:lnTo>
                <a:lnTo>
                  <a:pt x="3006916" y="475338"/>
                </a:lnTo>
                <a:lnTo>
                  <a:pt x="3039197" y="486470"/>
                </a:lnTo>
                <a:lnTo>
                  <a:pt x="3069254" y="499829"/>
                </a:lnTo>
                <a:lnTo>
                  <a:pt x="3095972" y="516527"/>
                </a:lnTo>
                <a:lnTo>
                  <a:pt x="3120463" y="536565"/>
                </a:lnTo>
                <a:lnTo>
                  <a:pt x="3140498" y="561055"/>
                </a:lnTo>
                <a:lnTo>
                  <a:pt x="3157197" y="587772"/>
                </a:lnTo>
                <a:lnTo>
                  <a:pt x="3170555" y="617827"/>
                </a:lnTo>
                <a:lnTo>
                  <a:pt x="3181687" y="650112"/>
                </a:lnTo>
                <a:lnTo>
                  <a:pt x="3191705" y="682393"/>
                </a:lnTo>
                <a:lnTo>
                  <a:pt x="3200612" y="716904"/>
                </a:lnTo>
                <a:lnTo>
                  <a:pt x="3200935" y="718115"/>
                </a:lnTo>
                <a:lnTo>
                  <a:pt x="3200935" y="2848897"/>
                </a:lnTo>
                <a:lnTo>
                  <a:pt x="413394" y="2848897"/>
                </a:lnTo>
                <a:lnTo>
                  <a:pt x="400932" y="2820857"/>
                </a:lnTo>
                <a:lnTo>
                  <a:pt x="385348" y="2793028"/>
                </a:lnTo>
                <a:lnTo>
                  <a:pt x="365311" y="2768537"/>
                </a:lnTo>
                <a:lnTo>
                  <a:pt x="343046" y="2742933"/>
                </a:lnTo>
                <a:lnTo>
                  <a:pt x="317443" y="2720669"/>
                </a:lnTo>
                <a:lnTo>
                  <a:pt x="289612" y="2699519"/>
                </a:lnTo>
                <a:lnTo>
                  <a:pt x="261783" y="2678368"/>
                </a:lnTo>
                <a:lnTo>
                  <a:pt x="233954" y="2657218"/>
                </a:lnTo>
                <a:lnTo>
                  <a:pt x="207237" y="2636065"/>
                </a:lnTo>
                <a:lnTo>
                  <a:pt x="181633" y="2612689"/>
                </a:lnTo>
                <a:lnTo>
                  <a:pt x="159370" y="2589312"/>
                </a:lnTo>
                <a:lnTo>
                  <a:pt x="140446" y="2562594"/>
                </a:lnTo>
                <a:lnTo>
                  <a:pt x="125974" y="2534764"/>
                </a:lnTo>
                <a:lnTo>
                  <a:pt x="115956" y="2501370"/>
                </a:lnTo>
                <a:lnTo>
                  <a:pt x="111502" y="2466860"/>
                </a:lnTo>
                <a:lnTo>
                  <a:pt x="110388" y="2431236"/>
                </a:lnTo>
                <a:lnTo>
                  <a:pt x="113728" y="2393388"/>
                </a:lnTo>
                <a:lnTo>
                  <a:pt x="118182" y="2355539"/>
                </a:lnTo>
                <a:lnTo>
                  <a:pt x="123747" y="2317690"/>
                </a:lnTo>
                <a:lnTo>
                  <a:pt x="128200" y="2279842"/>
                </a:lnTo>
                <a:lnTo>
                  <a:pt x="130428" y="2241992"/>
                </a:lnTo>
                <a:lnTo>
                  <a:pt x="130428" y="2205256"/>
                </a:lnTo>
                <a:lnTo>
                  <a:pt x="125974" y="2170747"/>
                </a:lnTo>
                <a:lnTo>
                  <a:pt x="117069" y="2136238"/>
                </a:lnTo>
                <a:lnTo>
                  <a:pt x="103710" y="2103954"/>
                </a:lnTo>
                <a:lnTo>
                  <a:pt x="87012" y="2070559"/>
                </a:lnTo>
                <a:lnTo>
                  <a:pt x="68088" y="2037163"/>
                </a:lnTo>
                <a:lnTo>
                  <a:pt x="48051" y="2003766"/>
                </a:lnTo>
                <a:lnTo>
                  <a:pt x="29127" y="1971483"/>
                </a:lnTo>
                <a:lnTo>
                  <a:pt x="12427" y="1936974"/>
                </a:lnTo>
                <a:lnTo>
                  <a:pt x="0" y="1905903"/>
                </a:lnTo>
                <a:lnTo>
                  <a:pt x="0" y="1760990"/>
                </a:lnTo>
                <a:lnTo>
                  <a:pt x="12427" y="1729918"/>
                </a:lnTo>
                <a:lnTo>
                  <a:pt x="29127" y="1695410"/>
                </a:lnTo>
                <a:lnTo>
                  <a:pt x="48051" y="1663126"/>
                </a:lnTo>
                <a:lnTo>
                  <a:pt x="68088" y="1629730"/>
                </a:lnTo>
                <a:lnTo>
                  <a:pt x="87012" y="1596334"/>
                </a:lnTo>
                <a:lnTo>
                  <a:pt x="103710" y="1562938"/>
                </a:lnTo>
                <a:lnTo>
                  <a:pt x="117069" y="1530654"/>
                </a:lnTo>
                <a:lnTo>
                  <a:pt x="125974" y="1496145"/>
                </a:lnTo>
                <a:lnTo>
                  <a:pt x="130428" y="1461636"/>
                </a:lnTo>
                <a:lnTo>
                  <a:pt x="130428" y="1424901"/>
                </a:lnTo>
                <a:lnTo>
                  <a:pt x="128200" y="1387052"/>
                </a:lnTo>
                <a:lnTo>
                  <a:pt x="123747" y="1349203"/>
                </a:lnTo>
                <a:lnTo>
                  <a:pt x="118182" y="1311353"/>
                </a:lnTo>
                <a:lnTo>
                  <a:pt x="113728" y="1273505"/>
                </a:lnTo>
                <a:lnTo>
                  <a:pt x="110388" y="1235657"/>
                </a:lnTo>
                <a:lnTo>
                  <a:pt x="111502" y="1200034"/>
                </a:lnTo>
                <a:lnTo>
                  <a:pt x="115956" y="1165525"/>
                </a:lnTo>
                <a:lnTo>
                  <a:pt x="125974" y="1132128"/>
                </a:lnTo>
                <a:lnTo>
                  <a:pt x="140446" y="1104298"/>
                </a:lnTo>
                <a:lnTo>
                  <a:pt x="159370" y="1077582"/>
                </a:lnTo>
                <a:lnTo>
                  <a:pt x="181633" y="1054204"/>
                </a:lnTo>
                <a:lnTo>
                  <a:pt x="207237" y="1030827"/>
                </a:lnTo>
                <a:lnTo>
                  <a:pt x="233954" y="1009676"/>
                </a:lnTo>
                <a:lnTo>
                  <a:pt x="261783" y="988524"/>
                </a:lnTo>
                <a:lnTo>
                  <a:pt x="289612" y="967374"/>
                </a:lnTo>
                <a:lnTo>
                  <a:pt x="317443" y="946223"/>
                </a:lnTo>
                <a:lnTo>
                  <a:pt x="343046" y="923960"/>
                </a:lnTo>
                <a:lnTo>
                  <a:pt x="365311" y="898356"/>
                </a:lnTo>
                <a:lnTo>
                  <a:pt x="385348" y="873865"/>
                </a:lnTo>
                <a:lnTo>
                  <a:pt x="400932" y="846035"/>
                </a:lnTo>
                <a:lnTo>
                  <a:pt x="414290" y="815980"/>
                </a:lnTo>
                <a:lnTo>
                  <a:pt x="425422" y="783695"/>
                </a:lnTo>
                <a:lnTo>
                  <a:pt x="435442" y="750298"/>
                </a:lnTo>
                <a:lnTo>
                  <a:pt x="444347" y="716904"/>
                </a:lnTo>
                <a:lnTo>
                  <a:pt x="453253" y="682393"/>
                </a:lnTo>
                <a:lnTo>
                  <a:pt x="463271" y="650112"/>
                </a:lnTo>
                <a:lnTo>
                  <a:pt x="474403" y="617827"/>
                </a:lnTo>
                <a:lnTo>
                  <a:pt x="487762" y="587772"/>
                </a:lnTo>
                <a:lnTo>
                  <a:pt x="504460" y="561055"/>
                </a:lnTo>
                <a:lnTo>
                  <a:pt x="524495" y="536565"/>
                </a:lnTo>
                <a:lnTo>
                  <a:pt x="548987" y="516527"/>
                </a:lnTo>
                <a:lnTo>
                  <a:pt x="575704" y="499829"/>
                </a:lnTo>
                <a:lnTo>
                  <a:pt x="605759" y="486470"/>
                </a:lnTo>
                <a:lnTo>
                  <a:pt x="638042" y="475338"/>
                </a:lnTo>
                <a:lnTo>
                  <a:pt x="670325" y="465320"/>
                </a:lnTo>
                <a:lnTo>
                  <a:pt x="704834" y="456413"/>
                </a:lnTo>
                <a:lnTo>
                  <a:pt x="738229" y="447507"/>
                </a:lnTo>
                <a:lnTo>
                  <a:pt x="771626" y="437489"/>
                </a:lnTo>
                <a:lnTo>
                  <a:pt x="803907" y="426357"/>
                </a:lnTo>
                <a:lnTo>
                  <a:pt x="833964" y="412999"/>
                </a:lnTo>
                <a:lnTo>
                  <a:pt x="861794" y="397415"/>
                </a:lnTo>
                <a:lnTo>
                  <a:pt x="886284" y="377377"/>
                </a:lnTo>
                <a:lnTo>
                  <a:pt x="911888" y="355112"/>
                </a:lnTo>
                <a:lnTo>
                  <a:pt x="934152" y="329509"/>
                </a:lnTo>
                <a:lnTo>
                  <a:pt x="955302" y="302791"/>
                </a:lnTo>
                <a:lnTo>
                  <a:pt x="976452" y="274961"/>
                </a:lnTo>
                <a:lnTo>
                  <a:pt x="997604" y="247131"/>
                </a:lnTo>
                <a:lnTo>
                  <a:pt x="1018754" y="220414"/>
                </a:lnTo>
                <a:lnTo>
                  <a:pt x="1042131" y="194811"/>
                </a:lnTo>
                <a:lnTo>
                  <a:pt x="1065507" y="172547"/>
                </a:lnTo>
                <a:lnTo>
                  <a:pt x="1092225" y="153622"/>
                </a:lnTo>
                <a:lnTo>
                  <a:pt x="1120055" y="139150"/>
                </a:lnTo>
                <a:lnTo>
                  <a:pt x="1153451" y="129132"/>
                </a:lnTo>
                <a:lnTo>
                  <a:pt x="1187961" y="124678"/>
                </a:lnTo>
                <a:lnTo>
                  <a:pt x="1223581" y="123565"/>
                </a:lnTo>
                <a:lnTo>
                  <a:pt x="1261429" y="126906"/>
                </a:lnTo>
                <a:lnTo>
                  <a:pt x="1299279" y="131359"/>
                </a:lnTo>
                <a:lnTo>
                  <a:pt x="1337128" y="136924"/>
                </a:lnTo>
                <a:lnTo>
                  <a:pt x="1374976" y="141378"/>
                </a:lnTo>
                <a:lnTo>
                  <a:pt x="1412824" y="143604"/>
                </a:lnTo>
                <a:lnTo>
                  <a:pt x="1449561" y="143604"/>
                </a:lnTo>
                <a:lnTo>
                  <a:pt x="1484069" y="139150"/>
                </a:lnTo>
                <a:lnTo>
                  <a:pt x="1518579" y="130245"/>
                </a:lnTo>
                <a:lnTo>
                  <a:pt x="1551974" y="116887"/>
                </a:lnTo>
                <a:lnTo>
                  <a:pt x="1585369" y="99075"/>
                </a:lnTo>
                <a:lnTo>
                  <a:pt x="1618765" y="81264"/>
                </a:lnTo>
                <a:lnTo>
                  <a:pt x="1652161" y="61227"/>
                </a:lnTo>
                <a:lnTo>
                  <a:pt x="1684444" y="42302"/>
                </a:lnTo>
                <a:lnTo>
                  <a:pt x="1718953" y="25604"/>
                </a:lnTo>
                <a:lnTo>
                  <a:pt x="1752349" y="12245"/>
                </a:lnTo>
                <a:lnTo>
                  <a:pt x="1786858" y="333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oogle Shape;1378;p23">
            <a:hlinkClick r:id="rId4"/>
            <a:extLst>
              <a:ext uri="{FF2B5EF4-FFF2-40B4-BE49-F238E27FC236}">
                <a16:creationId xmlns:a16="http://schemas.microsoft.com/office/drawing/2014/main" id="{C2F5935B-7F39-8DBE-ED92-C66B3623FF83}"/>
              </a:ext>
            </a:extLst>
          </p:cNvPr>
          <p:cNvPicPr preferRelativeResize="0">
            <a:picLocks/>
          </p:cNvPicPr>
          <p:nvPr/>
        </p:nvPicPr>
        <p:blipFill rotWithShape="1">
          <a:blip r:embed="rId5">
            <a:alphaModFix/>
          </a:blip>
          <a:srcRect/>
          <a:stretch/>
        </p:blipFill>
        <p:spPr>
          <a:xfrm>
            <a:off x="7460722" y="2714625"/>
            <a:ext cx="4162425" cy="4114800"/>
          </a:xfrm>
          <a:prstGeom prst="rect">
            <a:avLst/>
          </a:prstGeom>
          <a:noFill/>
          <a:ln>
            <a:noFill/>
          </a:ln>
        </p:spPr>
      </p:pic>
      <p:pic>
        <p:nvPicPr>
          <p:cNvPr id="27" name="Picture 26">
            <a:extLst>
              <a:ext uri="{FF2B5EF4-FFF2-40B4-BE49-F238E27FC236}">
                <a16:creationId xmlns:a16="http://schemas.microsoft.com/office/drawing/2014/main" id="{DBB42596-60D4-4D8D-A373-913980070972}"/>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3885762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2C0C63A-B05B-45A5-AE88-7A3D061A2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BAD34AF-5414-49A5-AB75-F1CA854B3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6" cy="6858000"/>
            <a:chOff x="1" y="0"/>
            <a:chExt cx="12191996" cy="6858000"/>
          </a:xfrm>
        </p:grpSpPr>
        <p:sp>
          <p:nvSpPr>
            <p:cNvPr id="23" name="Rectangle 22">
              <a:extLst>
                <a:ext uri="{FF2B5EF4-FFF2-40B4-BE49-F238E27FC236}">
                  <a16:creationId xmlns:a16="http://schemas.microsoft.com/office/drawing/2014/main" id="{7BAD3960-6DE9-4457-8083-F6FFBD58D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bg1"/>
            </a:solidFill>
            <a:ln w="0">
              <a:noFill/>
              <a:prstDash val="solid"/>
              <a:round/>
              <a:headEnd/>
              <a:tailEnd/>
            </a:ln>
          </p:spPr>
          <p:txBody>
            <a:bodyPr rtlCol="0" anchor="ctr"/>
            <a:lstStyle/>
            <a:p>
              <a:pPr algn="ctr" defTabSz="457200"/>
              <a:endParaRPr lang="en-US">
                <a:solidFill>
                  <a:schemeClr val="tx1"/>
                </a:solidFill>
              </a:endParaRPr>
            </a:p>
          </p:txBody>
        </p:sp>
        <p:sp>
          <p:nvSpPr>
            <p:cNvPr id="24" name="Rectangle 23">
              <a:extLst>
                <a:ext uri="{FF2B5EF4-FFF2-40B4-BE49-F238E27FC236}">
                  <a16:creationId xmlns:a16="http://schemas.microsoft.com/office/drawing/2014/main" id="{F3F5E368-26F9-408D-9C1D-D007FCE0C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grpSp>
      <p:sp>
        <p:nvSpPr>
          <p:cNvPr id="4" name="TextBox 3">
            <a:extLst>
              <a:ext uri="{FF2B5EF4-FFF2-40B4-BE49-F238E27FC236}">
                <a16:creationId xmlns:a16="http://schemas.microsoft.com/office/drawing/2014/main" id="{C7081EF8-1A88-5832-0415-B26A84F43EB3}"/>
              </a:ext>
            </a:extLst>
          </p:cNvPr>
          <p:cNvSpPr txBox="1"/>
          <p:nvPr/>
        </p:nvSpPr>
        <p:spPr>
          <a:xfrm>
            <a:off x="765051" y="662400"/>
            <a:ext cx="7007349" cy="1492132"/>
          </a:xfrm>
          <a:prstGeom prst="rect">
            <a:avLst/>
          </a:prstGeom>
        </p:spPr>
        <p:txBody>
          <a:bodyPr vert="horz" lIns="91440" tIns="45720" rIns="91440" bIns="45720" rtlCol="0" anchor="t">
            <a:normAutofit/>
          </a:bodyPr>
          <a:lstStyle/>
          <a:p>
            <a:pPr marL="0" marR="0" lvl="0" indent="0">
              <a:lnSpc>
                <a:spcPct val="90000"/>
              </a:lnSpc>
              <a:spcBef>
                <a:spcPct val="0"/>
              </a:spcBef>
              <a:spcAft>
                <a:spcPts val="600"/>
              </a:spcAft>
            </a:pPr>
            <a:r>
              <a:rPr lang="en-US" sz="4400" b="1">
                <a:latin typeface="+mj-lt"/>
                <a:ea typeface="+mj-ea"/>
                <a:cs typeface="+mj-cs"/>
                <a:sym typeface="Calibri"/>
              </a:rPr>
              <a:t>UPON REGULARIZATION</a:t>
            </a:r>
            <a:endParaRPr lang="en-US" sz="4400">
              <a:latin typeface="+mj-lt"/>
              <a:ea typeface="+mj-ea"/>
              <a:cs typeface="+mj-cs"/>
            </a:endParaRPr>
          </a:p>
        </p:txBody>
      </p:sp>
      <p:sp>
        <p:nvSpPr>
          <p:cNvPr id="26" name="Freeform: Shape 25">
            <a:extLst>
              <a:ext uri="{FF2B5EF4-FFF2-40B4-BE49-F238E27FC236}">
                <a16:creationId xmlns:a16="http://schemas.microsoft.com/office/drawing/2014/main" id="{8C4F1A0C-BD28-4977-9745-E2A4FB752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9668" y="0"/>
            <a:ext cx="4232332" cy="3701000"/>
          </a:xfrm>
          <a:custGeom>
            <a:avLst/>
            <a:gdLst>
              <a:gd name="connsiteX0" fmla="*/ 319701 w 4232332"/>
              <a:gd name="connsiteY0" fmla="*/ 0 h 3701000"/>
              <a:gd name="connsiteX1" fmla="*/ 4232332 w 4232332"/>
              <a:gd name="connsiteY1" fmla="*/ 0 h 3701000"/>
              <a:gd name="connsiteX2" fmla="*/ 4232332 w 4232332"/>
              <a:gd name="connsiteY2" fmla="*/ 3034486 h 3701000"/>
              <a:gd name="connsiteX3" fmla="*/ 4230268 w 4232332"/>
              <a:gd name="connsiteY3" fmla="*/ 3035198 h 3701000"/>
              <a:gd name="connsiteX4" fmla="*/ 4185051 w 4232332"/>
              <a:gd name="connsiteY4" fmla="*/ 3049231 h 3701000"/>
              <a:gd name="connsiteX5" fmla="*/ 4136714 w 4232332"/>
              <a:gd name="connsiteY5" fmla="*/ 3061706 h 3701000"/>
              <a:gd name="connsiteX6" fmla="*/ 4089935 w 4232332"/>
              <a:gd name="connsiteY6" fmla="*/ 3074180 h 3701000"/>
              <a:gd name="connsiteX7" fmla="*/ 4043158 w 4232332"/>
              <a:gd name="connsiteY7" fmla="*/ 3088214 h 3701000"/>
              <a:gd name="connsiteX8" fmla="*/ 3997940 w 4232332"/>
              <a:gd name="connsiteY8" fmla="*/ 3103806 h 3701000"/>
              <a:gd name="connsiteX9" fmla="*/ 3955840 w 4232332"/>
              <a:gd name="connsiteY9" fmla="*/ 3122518 h 3701000"/>
              <a:gd name="connsiteX10" fmla="*/ 3916860 w 4232332"/>
              <a:gd name="connsiteY10" fmla="*/ 3144346 h 3701000"/>
              <a:gd name="connsiteX11" fmla="*/ 3882555 w 4232332"/>
              <a:gd name="connsiteY11" fmla="*/ 3172413 h 3701000"/>
              <a:gd name="connsiteX12" fmla="*/ 3846692 w 4232332"/>
              <a:gd name="connsiteY12" fmla="*/ 3203599 h 3701000"/>
              <a:gd name="connsiteX13" fmla="*/ 3815506 w 4232332"/>
              <a:gd name="connsiteY13" fmla="*/ 3239461 h 3701000"/>
              <a:gd name="connsiteX14" fmla="*/ 3785881 w 4232332"/>
              <a:gd name="connsiteY14" fmla="*/ 3276884 h 3701000"/>
              <a:gd name="connsiteX15" fmla="*/ 3756254 w 4232332"/>
              <a:gd name="connsiteY15" fmla="*/ 3315864 h 3701000"/>
              <a:gd name="connsiteX16" fmla="*/ 3726629 w 4232332"/>
              <a:gd name="connsiteY16" fmla="*/ 3354846 h 3701000"/>
              <a:gd name="connsiteX17" fmla="*/ 3697003 w 4232332"/>
              <a:gd name="connsiteY17" fmla="*/ 3392268 h 3701000"/>
              <a:gd name="connsiteX18" fmla="*/ 3664258 w 4232332"/>
              <a:gd name="connsiteY18" fmla="*/ 3428131 h 3701000"/>
              <a:gd name="connsiteX19" fmla="*/ 3631513 w 4232332"/>
              <a:gd name="connsiteY19" fmla="*/ 3459315 h 3701000"/>
              <a:gd name="connsiteX20" fmla="*/ 3594093 w 4232332"/>
              <a:gd name="connsiteY20" fmla="*/ 3485823 h 3701000"/>
              <a:gd name="connsiteX21" fmla="*/ 3555111 w 4232332"/>
              <a:gd name="connsiteY21" fmla="*/ 3506094 h 3701000"/>
              <a:gd name="connsiteX22" fmla="*/ 3508332 w 4232332"/>
              <a:gd name="connsiteY22" fmla="*/ 3520128 h 3701000"/>
              <a:gd name="connsiteX23" fmla="*/ 3459994 w 4232332"/>
              <a:gd name="connsiteY23" fmla="*/ 3526365 h 3701000"/>
              <a:gd name="connsiteX24" fmla="*/ 3410100 w 4232332"/>
              <a:gd name="connsiteY24" fmla="*/ 3527923 h 3701000"/>
              <a:gd name="connsiteX25" fmla="*/ 3357084 w 4232332"/>
              <a:gd name="connsiteY25" fmla="*/ 3523245 h 3701000"/>
              <a:gd name="connsiteX26" fmla="*/ 3304070 w 4232332"/>
              <a:gd name="connsiteY26" fmla="*/ 3517009 h 3701000"/>
              <a:gd name="connsiteX27" fmla="*/ 3251054 w 4232332"/>
              <a:gd name="connsiteY27" fmla="*/ 3509211 h 3701000"/>
              <a:gd name="connsiteX28" fmla="*/ 3198040 w 4232332"/>
              <a:gd name="connsiteY28" fmla="*/ 3502976 h 3701000"/>
              <a:gd name="connsiteX29" fmla="*/ 3145024 w 4232332"/>
              <a:gd name="connsiteY29" fmla="*/ 3499857 h 3701000"/>
              <a:gd name="connsiteX30" fmla="*/ 3093569 w 4232332"/>
              <a:gd name="connsiteY30" fmla="*/ 3499857 h 3701000"/>
              <a:gd name="connsiteX31" fmla="*/ 3045233 w 4232332"/>
              <a:gd name="connsiteY31" fmla="*/ 3506094 h 3701000"/>
              <a:gd name="connsiteX32" fmla="*/ 2995337 w 4232332"/>
              <a:gd name="connsiteY32" fmla="*/ 3518569 h 3701000"/>
              <a:gd name="connsiteX33" fmla="*/ 2950118 w 4232332"/>
              <a:gd name="connsiteY33" fmla="*/ 3537278 h 3701000"/>
              <a:gd name="connsiteX34" fmla="*/ 2903340 w 4232332"/>
              <a:gd name="connsiteY34" fmla="*/ 3562227 h 3701000"/>
              <a:gd name="connsiteX35" fmla="*/ 2856564 w 4232332"/>
              <a:gd name="connsiteY35" fmla="*/ 3587176 h 3701000"/>
              <a:gd name="connsiteX36" fmla="*/ 2809785 w 4232332"/>
              <a:gd name="connsiteY36" fmla="*/ 3615241 h 3701000"/>
              <a:gd name="connsiteX37" fmla="*/ 2764565 w 4232332"/>
              <a:gd name="connsiteY37" fmla="*/ 3641749 h 3701000"/>
              <a:gd name="connsiteX38" fmla="*/ 2716230 w 4232332"/>
              <a:gd name="connsiteY38" fmla="*/ 3665138 h 3701000"/>
              <a:gd name="connsiteX39" fmla="*/ 2669451 w 4232332"/>
              <a:gd name="connsiteY39" fmla="*/ 3683850 h 3701000"/>
              <a:gd name="connsiteX40" fmla="*/ 2621114 w 4232332"/>
              <a:gd name="connsiteY40" fmla="*/ 3696324 h 3701000"/>
              <a:gd name="connsiteX41" fmla="*/ 2571219 w 4232332"/>
              <a:gd name="connsiteY41" fmla="*/ 3701000 h 3701000"/>
              <a:gd name="connsiteX42" fmla="*/ 2521322 w 4232332"/>
              <a:gd name="connsiteY42" fmla="*/ 3696324 h 3701000"/>
              <a:gd name="connsiteX43" fmla="*/ 2472985 w 4232332"/>
              <a:gd name="connsiteY43" fmla="*/ 3683850 h 3701000"/>
              <a:gd name="connsiteX44" fmla="*/ 2426209 w 4232332"/>
              <a:gd name="connsiteY44" fmla="*/ 3665138 h 3701000"/>
              <a:gd name="connsiteX45" fmla="*/ 2377871 w 4232332"/>
              <a:gd name="connsiteY45" fmla="*/ 3641749 h 3701000"/>
              <a:gd name="connsiteX46" fmla="*/ 2332651 w 4232332"/>
              <a:gd name="connsiteY46" fmla="*/ 3615241 h 3701000"/>
              <a:gd name="connsiteX47" fmla="*/ 2285874 w 4232332"/>
              <a:gd name="connsiteY47" fmla="*/ 3587176 h 3701000"/>
              <a:gd name="connsiteX48" fmla="*/ 2239096 w 4232332"/>
              <a:gd name="connsiteY48" fmla="*/ 3562227 h 3701000"/>
              <a:gd name="connsiteX49" fmla="*/ 2192319 w 4232332"/>
              <a:gd name="connsiteY49" fmla="*/ 3537278 h 3701000"/>
              <a:gd name="connsiteX50" fmla="*/ 2145542 w 4232332"/>
              <a:gd name="connsiteY50" fmla="*/ 3518569 h 3701000"/>
              <a:gd name="connsiteX51" fmla="*/ 2097204 w 4232332"/>
              <a:gd name="connsiteY51" fmla="*/ 3506094 h 3701000"/>
              <a:gd name="connsiteX52" fmla="*/ 2048867 w 4232332"/>
              <a:gd name="connsiteY52" fmla="*/ 3499857 h 3701000"/>
              <a:gd name="connsiteX53" fmla="*/ 1997410 w 4232332"/>
              <a:gd name="connsiteY53" fmla="*/ 3499857 h 3701000"/>
              <a:gd name="connsiteX54" fmla="*/ 1944396 w 4232332"/>
              <a:gd name="connsiteY54" fmla="*/ 3502976 h 3701000"/>
              <a:gd name="connsiteX55" fmla="*/ 1891382 w 4232332"/>
              <a:gd name="connsiteY55" fmla="*/ 3509211 h 3701000"/>
              <a:gd name="connsiteX56" fmla="*/ 1838366 w 4232332"/>
              <a:gd name="connsiteY56" fmla="*/ 3517009 h 3701000"/>
              <a:gd name="connsiteX57" fmla="*/ 1785350 w 4232332"/>
              <a:gd name="connsiteY57" fmla="*/ 3523245 h 3701000"/>
              <a:gd name="connsiteX58" fmla="*/ 1732336 w 4232332"/>
              <a:gd name="connsiteY58" fmla="*/ 3527923 h 3701000"/>
              <a:gd name="connsiteX59" fmla="*/ 1682442 w 4232332"/>
              <a:gd name="connsiteY59" fmla="*/ 3526365 h 3701000"/>
              <a:gd name="connsiteX60" fmla="*/ 1634105 w 4232332"/>
              <a:gd name="connsiteY60" fmla="*/ 3520128 h 3701000"/>
              <a:gd name="connsiteX61" fmla="*/ 1587326 w 4232332"/>
              <a:gd name="connsiteY61" fmla="*/ 3506094 h 3701000"/>
              <a:gd name="connsiteX62" fmla="*/ 1548345 w 4232332"/>
              <a:gd name="connsiteY62" fmla="*/ 3485823 h 3701000"/>
              <a:gd name="connsiteX63" fmla="*/ 1510922 w 4232332"/>
              <a:gd name="connsiteY63" fmla="*/ 3459315 h 3701000"/>
              <a:gd name="connsiteX64" fmla="*/ 1478179 w 4232332"/>
              <a:gd name="connsiteY64" fmla="*/ 3428131 h 3701000"/>
              <a:gd name="connsiteX65" fmla="*/ 1445433 w 4232332"/>
              <a:gd name="connsiteY65" fmla="*/ 3392268 h 3701000"/>
              <a:gd name="connsiteX66" fmla="*/ 1415807 w 4232332"/>
              <a:gd name="connsiteY66" fmla="*/ 3354846 h 3701000"/>
              <a:gd name="connsiteX67" fmla="*/ 1386182 w 4232332"/>
              <a:gd name="connsiteY67" fmla="*/ 3315864 h 3701000"/>
              <a:gd name="connsiteX68" fmla="*/ 1356556 w 4232332"/>
              <a:gd name="connsiteY68" fmla="*/ 3276884 h 3701000"/>
              <a:gd name="connsiteX69" fmla="*/ 1326930 w 4232332"/>
              <a:gd name="connsiteY69" fmla="*/ 3239461 h 3701000"/>
              <a:gd name="connsiteX70" fmla="*/ 1295744 w 4232332"/>
              <a:gd name="connsiteY70" fmla="*/ 3203599 h 3701000"/>
              <a:gd name="connsiteX71" fmla="*/ 1259881 w 4232332"/>
              <a:gd name="connsiteY71" fmla="*/ 3172413 h 3701000"/>
              <a:gd name="connsiteX72" fmla="*/ 1225577 w 4232332"/>
              <a:gd name="connsiteY72" fmla="*/ 3144346 h 3701000"/>
              <a:gd name="connsiteX73" fmla="*/ 1186596 w 4232332"/>
              <a:gd name="connsiteY73" fmla="*/ 3122518 h 3701000"/>
              <a:gd name="connsiteX74" fmla="*/ 1144496 w 4232332"/>
              <a:gd name="connsiteY74" fmla="*/ 3103806 h 3701000"/>
              <a:gd name="connsiteX75" fmla="*/ 1099278 w 4232332"/>
              <a:gd name="connsiteY75" fmla="*/ 3088214 h 3701000"/>
              <a:gd name="connsiteX76" fmla="*/ 1052499 w 4232332"/>
              <a:gd name="connsiteY76" fmla="*/ 3074180 h 3701000"/>
              <a:gd name="connsiteX77" fmla="*/ 1005723 w 4232332"/>
              <a:gd name="connsiteY77" fmla="*/ 3061706 h 3701000"/>
              <a:gd name="connsiteX78" fmla="*/ 957386 w 4232332"/>
              <a:gd name="connsiteY78" fmla="*/ 3049231 h 3701000"/>
              <a:gd name="connsiteX79" fmla="*/ 912167 w 4232332"/>
              <a:gd name="connsiteY79" fmla="*/ 3035198 h 3701000"/>
              <a:gd name="connsiteX80" fmla="*/ 866948 w 4232332"/>
              <a:gd name="connsiteY80" fmla="*/ 3019606 h 3701000"/>
              <a:gd name="connsiteX81" fmla="*/ 824850 w 4232332"/>
              <a:gd name="connsiteY81" fmla="*/ 3000894 h 3701000"/>
              <a:gd name="connsiteX82" fmla="*/ 787426 w 4232332"/>
              <a:gd name="connsiteY82" fmla="*/ 2977505 h 3701000"/>
              <a:gd name="connsiteX83" fmla="*/ 753122 w 4232332"/>
              <a:gd name="connsiteY83" fmla="*/ 2949439 h 3701000"/>
              <a:gd name="connsiteX84" fmla="*/ 725057 w 4232332"/>
              <a:gd name="connsiteY84" fmla="*/ 2915136 h 3701000"/>
              <a:gd name="connsiteX85" fmla="*/ 701668 w 4232332"/>
              <a:gd name="connsiteY85" fmla="*/ 2877713 h 3701000"/>
              <a:gd name="connsiteX86" fmla="*/ 682956 w 4232332"/>
              <a:gd name="connsiteY86" fmla="*/ 2835613 h 3701000"/>
              <a:gd name="connsiteX87" fmla="*/ 667364 w 4232332"/>
              <a:gd name="connsiteY87" fmla="*/ 2790396 h 3701000"/>
              <a:gd name="connsiteX88" fmla="*/ 653331 w 4232332"/>
              <a:gd name="connsiteY88" fmla="*/ 2745177 h 3701000"/>
              <a:gd name="connsiteX89" fmla="*/ 640857 w 4232332"/>
              <a:gd name="connsiteY89" fmla="*/ 2696840 h 3701000"/>
              <a:gd name="connsiteX90" fmla="*/ 628382 w 4232332"/>
              <a:gd name="connsiteY90" fmla="*/ 2650063 h 3701000"/>
              <a:gd name="connsiteX91" fmla="*/ 614349 w 4232332"/>
              <a:gd name="connsiteY91" fmla="*/ 2603285 h 3701000"/>
              <a:gd name="connsiteX92" fmla="*/ 598756 w 4232332"/>
              <a:gd name="connsiteY92" fmla="*/ 2558065 h 3701000"/>
              <a:gd name="connsiteX93" fmla="*/ 580044 w 4232332"/>
              <a:gd name="connsiteY93" fmla="*/ 2515965 h 3701000"/>
              <a:gd name="connsiteX94" fmla="*/ 558214 w 4232332"/>
              <a:gd name="connsiteY94" fmla="*/ 2476984 h 3701000"/>
              <a:gd name="connsiteX95" fmla="*/ 530150 w 4232332"/>
              <a:gd name="connsiteY95" fmla="*/ 2442681 h 3701000"/>
              <a:gd name="connsiteX96" fmla="*/ 498963 w 4232332"/>
              <a:gd name="connsiteY96" fmla="*/ 2406817 h 3701000"/>
              <a:gd name="connsiteX97" fmla="*/ 463101 w 4232332"/>
              <a:gd name="connsiteY97" fmla="*/ 2375633 h 3701000"/>
              <a:gd name="connsiteX98" fmla="*/ 424118 w 4232332"/>
              <a:gd name="connsiteY98" fmla="*/ 2346007 h 3701000"/>
              <a:gd name="connsiteX99" fmla="*/ 385138 w 4232332"/>
              <a:gd name="connsiteY99" fmla="*/ 2316382 h 3701000"/>
              <a:gd name="connsiteX100" fmla="*/ 346157 w 4232332"/>
              <a:gd name="connsiteY100" fmla="*/ 2286756 h 3701000"/>
              <a:gd name="connsiteX101" fmla="*/ 308733 w 4232332"/>
              <a:gd name="connsiteY101" fmla="*/ 2257129 h 3701000"/>
              <a:gd name="connsiteX102" fmla="*/ 272871 w 4232332"/>
              <a:gd name="connsiteY102" fmla="*/ 2224386 h 3701000"/>
              <a:gd name="connsiteX103" fmla="*/ 241686 w 4232332"/>
              <a:gd name="connsiteY103" fmla="*/ 2191641 h 3701000"/>
              <a:gd name="connsiteX104" fmla="*/ 215179 w 4232332"/>
              <a:gd name="connsiteY104" fmla="*/ 2154219 h 3701000"/>
              <a:gd name="connsiteX105" fmla="*/ 194909 w 4232332"/>
              <a:gd name="connsiteY105" fmla="*/ 2115238 h 3701000"/>
              <a:gd name="connsiteX106" fmla="*/ 180876 w 4232332"/>
              <a:gd name="connsiteY106" fmla="*/ 2068461 h 3701000"/>
              <a:gd name="connsiteX107" fmla="*/ 174638 w 4232332"/>
              <a:gd name="connsiteY107" fmla="*/ 2020123 h 3701000"/>
              <a:gd name="connsiteX108" fmla="*/ 173078 w 4232332"/>
              <a:gd name="connsiteY108" fmla="*/ 1970225 h 3701000"/>
              <a:gd name="connsiteX109" fmla="*/ 177756 w 4232332"/>
              <a:gd name="connsiteY109" fmla="*/ 1917211 h 3701000"/>
              <a:gd name="connsiteX110" fmla="*/ 183993 w 4232332"/>
              <a:gd name="connsiteY110" fmla="*/ 1864197 h 3701000"/>
              <a:gd name="connsiteX111" fmla="*/ 191789 w 4232332"/>
              <a:gd name="connsiteY111" fmla="*/ 1811182 h 3701000"/>
              <a:gd name="connsiteX112" fmla="*/ 198027 w 4232332"/>
              <a:gd name="connsiteY112" fmla="*/ 1758167 h 3701000"/>
              <a:gd name="connsiteX113" fmla="*/ 201146 w 4232332"/>
              <a:gd name="connsiteY113" fmla="*/ 1705153 h 3701000"/>
              <a:gd name="connsiteX114" fmla="*/ 201146 w 4232332"/>
              <a:gd name="connsiteY114" fmla="*/ 1653697 h 3701000"/>
              <a:gd name="connsiteX115" fmla="*/ 194909 w 4232332"/>
              <a:gd name="connsiteY115" fmla="*/ 1605362 h 3701000"/>
              <a:gd name="connsiteX116" fmla="*/ 182434 w 4232332"/>
              <a:gd name="connsiteY116" fmla="*/ 1557024 h 3701000"/>
              <a:gd name="connsiteX117" fmla="*/ 163723 w 4232332"/>
              <a:gd name="connsiteY117" fmla="*/ 1511804 h 3701000"/>
              <a:gd name="connsiteX118" fmla="*/ 140335 w 4232332"/>
              <a:gd name="connsiteY118" fmla="*/ 1465027 h 3701000"/>
              <a:gd name="connsiteX119" fmla="*/ 113826 w 4232332"/>
              <a:gd name="connsiteY119" fmla="*/ 1418251 h 3701000"/>
              <a:gd name="connsiteX120" fmla="*/ 85761 w 4232332"/>
              <a:gd name="connsiteY120" fmla="*/ 1371472 h 3701000"/>
              <a:gd name="connsiteX121" fmla="*/ 59253 w 4232332"/>
              <a:gd name="connsiteY121" fmla="*/ 1326252 h 3701000"/>
              <a:gd name="connsiteX122" fmla="*/ 35863 w 4232332"/>
              <a:gd name="connsiteY122" fmla="*/ 1277917 h 3701000"/>
              <a:gd name="connsiteX123" fmla="*/ 17153 w 4232332"/>
              <a:gd name="connsiteY123" fmla="*/ 1231139 h 3701000"/>
              <a:gd name="connsiteX124" fmla="*/ 4679 w 4232332"/>
              <a:gd name="connsiteY124" fmla="*/ 1182801 h 3701000"/>
              <a:gd name="connsiteX125" fmla="*/ 0 w 4232332"/>
              <a:gd name="connsiteY125" fmla="*/ 1132905 h 3701000"/>
              <a:gd name="connsiteX126" fmla="*/ 4679 w 4232332"/>
              <a:gd name="connsiteY126" fmla="*/ 1083010 h 3701000"/>
              <a:gd name="connsiteX127" fmla="*/ 17153 w 4232332"/>
              <a:gd name="connsiteY127" fmla="*/ 1034673 h 3701000"/>
              <a:gd name="connsiteX128" fmla="*/ 35863 w 4232332"/>
              <a:gd name="connsiteY128" fmla="*/ 987895 h 3701000"/>
              <a:gd name="connsiteX129" fmla="*/ 59253 w 4232332"/>
              <a:gd name="connsiteY129" fmla="*/ 939559 h 3701000"/>
              <a:gd name="connsiteX130" fmla="*/ 85761 w 4232332"/>
              <a:gd name="connsiteY130" fmla="*/ 894339 h 3701000"/>
              <a:gd name="connsiteX131" fmla="*/ 113826 w 4232332"/>
              <a:gd name="connsiteY131" fmla="*/ 847563 h 3701000"/>
              <a:gd name="connsiteX132" fmla="*/ 140335 w 4232332"/>
              <a:gd name="connsiteY132" fmla="*/ 800784 h 3701000"/>
              <a:gd name="connsiteX133" fmla="*/ 163723 w 4232332"/>
              <a:gd name="connsiteY133" fmla="*/ 754007 h 3701000"/>
              <a:gd name="connsiteX134" fmla="*/ 182434 w 4232332"/>
              <a:gd name="connsiteY134" fmla="*/ 708787 h 3701000"/>
              <a:gd name="connsiteX135" fmla="*/ 194909 w 4232332"/>
              <a:gd name="connsiteY135" fmla="*/ 660451 h 3701000"/>
              <a:gd name="connsiteX136" fmla="*/ 201146 w 4232332"/>
              <a:gd name="connsiteY136" fmla="*/ 612115 h 3701000"/>
              <a:gd name="connsiteX137" fmla="*/ 201146 w 4232332"/>
              <a:gd name="connsiteY137" fmla="*/ 560659 h 3701000"/>
              <a:gd name="connsiteX138" fmla="*/ 198027 w 4232332"/>
              <a:gd name="connsiteY138" fmla="*/ 507644 h 3701000"/>
              <a:gd name="connsiteX139" fmla="*/ 191789 w 4232332"/>
              <a:gd name="connsiteY139" fmla="*/ 454630 h 3701000"/>
              <a:gd name="connsiteX140" fmla="*/ 183993 w 4232332"/>
              <a:gd name="connsiteY140" fmla="*/ 401614 h 3701000"/>
              <a:gd name="connsiteX141" fmla="*/ 177756 w 4232332"/>
              <a:gd name="connsiteY141" fmla="*/ 348600 h 3701000"/>
              <a:gd name="connsiteX142" fmla="*/ 173078 w 4232332"/>
              <a:gd name="connsiteY142" fmla="*/ 295586 h 3701000"/>
              <a:gd name="connsiteX143" fmla="*/ 174638 w 4232332"/>
              <a:gd name="connsiteY143" fmla="*/ 245689 h 3701000"/>
              <a:gd name="connsiteX144" fmla="*/ 180876 w 4232332"/>
              <a:gd name="connsiteY144" fmla="*/ 197353 h 3701000"/>
              <a:gd name="connsiteX145" fmla="*/ 194909 w 4232332"/>
              <a:gd name="connsiteY145" fmla="*/ 150574 h 3701000"/>
              <a:gd name="connsiteX146" fmla="*/ 215179 w 4232332"/>
              <a:gd name="connsiteY146" fmla="*/ 111594 h 3701000"/>
              <a:gd name="connsiteX147" fmla="*/ 241686 w 4232332"/>
              <a:gd name="connsiteY147" fmla="*/ 74171 h 3701000"/>
              <a:gd name="connsiteX148" fmla="*/ 272871 w 4232332"/>
              <a:gd name="connsiteY148" fmla="*/ 41427 h 3701000"/>
              <a:gd name="connsiteX149" fmla="*/ 308733 w 4232332"/>
              <a:gd name="connsiteY149" fmla="*/ 8683 h 370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4232332" h="3701000">
                <a:moveTo>
                  <a:pt x="319701" y="0"/>
                </a:moveTo>
                <a:lnTo>
                  <a:pt x="4232332" y="0"/>
                </a:lnTo>
                <a:lnTo>
                  <a:pt x="4232332" y="3034486"/>
                </a:lnTo>
                <a:lnTo>
                  <a:pt x="4230268" y="3035198"/>
                </a:lnTo>
                <a:lnTo>
                  <a:pt x="4185051" y="3049231"/>
                </a:lnTo>
                <a:lnTo>
                  <a:pt x="4136714" y="3061706"/>
                </a:lnTo>
                <a:lnTo>
                  <a:pt x="4089935" y="3074180"/>
                </a:lnTo>
                <a:lnTo>
                  <a:pt x="4043158" y="3088214"/>
                </a:lnTo>
                <a:lnTo>
                  <a:pt x="3997940" y="3103806"/>
                </a:lnTo>
                <a:lnTo>
                  <a:pt x="3955840" y="3122518"/>
                </a:lnTo>
                <a:lnTo>
                  <a:pt x="3916860" y="3144346"/>
                </a:lnTo>
                <a:lnTo>
                  <a:pt x="3882555" y="3172413"/>
                </a:lnTo>
                <a:lnTo>
                  <a:pt x="3846692" y="3203599"/>
                </a:lnTo>
                <a:lnTo>
                  <a:pt x="3815506" y="3239461"/>
                </a:lnTo>
                <a:lnTo>
                  <a:pt x="3785881" y="3276884"/>
                </a:lnTo>
                <a:lnTo>
                  <a:pt x="3756254" y="3315864"/>
                </a:lnTo>
                <a:lnTo>
                  <a:pt x="3726629" y="3354846"/>
                </a:lnTo>
                <a:lnTo>
                  <a:pt x="3697003" y="3392268"/>
                </a:lnTo>
                <a:lnTo>
                  <a:pt x="3664258" y="3428131"/>
                </a:lnTo>
                <a:lnTo>
                  <a:pt x="3631513" y="3459315"/>
                </a:lnTo>
                <a:lnTo>
                  <a:pt x="3594093" y="3485823"/>
                </a:lnTo>
                <a:lnTo>
                  <a:pt x="3555111" y="3506094"/>
                </a:lnTo>
                <a:lnTo>
                  <a:pt x="3508332" y="3520128"/>
                </a:lnTo>
                <a:lnTo>
                  <a:pt x="3459994" y="3526365"/>
                </a:lnTo>
                <a:lnTo>
                  <a:pt x="3410100" y="3527923"/>
                </a:lnTo>
                <a:lnTo>
                  <a:pt x="3357084" y="3523245"/>
                </a:lnTo>
                <a:lnTo>
                  <a:pt x="3304070" y="3517009"/>
                </a:lnTo>
                <a:lnTo>
                  <a:pt x="3251054" y="3509211"/>
                </a:lnTo>
                <a:lnTo>
                  <a:pt x="3198040" y="3502976"/>
                </a:lnTo>
                <a:lnTo>
                  <a:pt x="3145024" y="3499857"/>
                </a:lnTo>
                <a:lnTo>
                  <a:pt x="3093569" y="3499857"/>
                </a:lnTo>
                <a:lnTo>
                  <a:pt x="3045233" y="3506094"/>
                </a:lnTo>
                <a:lnTo>
                  <a:pt x="2995337" y="3518569"/>
                </a:lnTo>
                <a:lnTo>
                  <a:pt x="2950118" y="3537278"/>
                </a:lnTo>
                <a:lnTo>
                  <a:pt x="2903340" y="3562227"/>
                </a:lnTo>
                <a:lnTo>
                  <a:pt x="2856564" y="3587176"/>
                </a:lnTo>
                <a:lnTo>
                  <a:pt x="2809785" y="3615241"/>
                </a:lnTo>
                <a:lnTo>
                  <a:pt x="2764565" y="3641749"/>
                </a:lnTo>
                <a:lnTo>
                  <a:pt x="2716230" y="3665138"/>
                </a:lnTo>
                <a:lnTo>
                  <a:pt x="2669451" y="3683850"/>
                </a:lnTo>
                <a:lnTo>
                  <a:pt x="2621114" y="3696324"/>
                </a:lnTo>
                <a:lnTo>
                  <a:pt x="2571219" y="3701000"/>
                </a:lnTo>
                <a:lnTo>
                  <a:pt x="2521322" y="3696324"/>
                </a:lnTo>
                <a:lnTo>
                  <a:pt x="2472985" y="3683850"/>
                </a:lnTo>
                <a:lnTo>
                  <a:pt x="2426209" y="3665138"/>
                </a:lnTo>
                <a:lnTo>
                  <a:pt x="2377871" y="3641749"/>
                </a:lnTo>
                <a:lnTo>
                  <a:pt x="2332651" y="3615241"/>
                </a:lnTo>
                <a:lnTo>
                  <a:pt x="2285874" y="3587176"/>
                </a:lnTo>
                <a:lnTo>
                  <a:pt x="2239096" y="3562227"/>
                </a:lnTo>
                <a:lnTo>
                  <a:pt x="2192319" y="3537278"/>
                </a:lnTo>
                <a:lnTo>
                  <a:pt x="2145542" y="3518569"/>
                </a:lnTo>
                <a:lnTo>
                  <a:pt x="2097204" y="3506094"/>
                </a:lnTo>
                <a:lnTo>
                  <a:pt x="2048867" y="3499857"/>
                </a:lnTo>
                <a:lnTo>
                  <a:pt x="1997410" y="3499857"/>
                </a:lnTo>
                <a:lnTo>
                  <a:pt x="1944396" y="3502976"/>
                </a:lnTo>
                <a:lnTo>
                  <a:pt x="1891382" y="3509211"/>
                </a:lnTo>
                <a:lnTo>
                  <a:pt x="1838366" y="3517009"/>
                </a:lnTo>
                <a:lnTo>
                  <a:pt x="1785350" y="3523245"/>
                </a:lnTo>
                <a:lnTo>
                  <a:pt x="1732336" y="3527923"/>
                </a:lnTo>
                <a:lnTo>
                  <a:pt x="1682442" y="3526365"/>
                </a:lnTo>
                <a:lnTo>
                  <a:pt x="1634105" y="3520128"/>
                </a:lnTo>
                <a:lnTo>
                  <a:pt x="1587326" y="3506094"/>
                </a:lnTo>
                <a:lnTo>
                  <a:pt x="1548345" y="3485823"/>
                </a:lnTo>
                <a:lnTo>
                  <a:pt x="1510922" y="3459315"/>
                </a:lnTo>
                <a:lnTo>
                  <a:pt x="1478179" y="3428131"/>
                </a:lnTo>
                <a:lnTo>
                  <a:pt x="1445433" y="3392268"/>
                </a:lnTo>
                <a:lnTo>
                  <a:pt x="1415807" y="3354846"/>
                </a:lnTo>
                <a:lnTo>
                  <a:pt x="1386182" y="3315864"/>
                </a:lnTo>
                <a:lnTo>
                  <a:pt x="1356556" y="3276884"/>
                </a:lnTo>
                <a:lnTo>
                  <a:pt x="1326930" y="3239461"/>
                </a:lnTo>
                <a:lnTo>
                  <a:pt x="1295744" y="3203599"/>
                </a:lnTo>
                <a:lnTo>
                  <a:pt x="1259881" y="3172413"/>
                </a:lnTo>
                <a:lnTo>
                  <a:pt x="1225577" y="3144346"/>
                </a:lnTo>
                <a:lnTo>
                  <a:pt x="1186596" y="3122518"/>
                </a:lnTo>
                <a:lnTo>
                  <a:pt x="1144496" y="3103806"/>
                </a:lnTo>
                <a:lnTo>
                  <a:pt x="1099278" y="3088214"/>
                </a:lnTo>
                <a:lnTo>
                  <a:pt x="1052499" y="3074180"/>
                </a:lnTo>
                <a:lnTo>
                  <a:pt x="1005723" y="3061706"/>
                </a:lnTo>
                <a:lnTo>
                  <a:pt x="957386" y="3049231"/>
                </a:lnTo>
                <a:lnTo>
                  <a:pt x="912167" y="3035198"/>
                </a:lnTo>
                <a:lnTo>
                  <a:pt x="866948" y="3019606"/>
                </a:lnTo>
                <a:lnTo>
                  <a:pt x="824850" y="3000894"/>
                </a:lnTo>
                <a:lnTo>
                  <a:pt x="787426" y="2977505"/>
                </a:lnTo>
                <a:lnTo>
                  <a:pt x="753122" y="2949439"/>
                </a:lnTo>
                <a:lnTo>
                  <a:pt x="725057" y="2915136"/>
                </a:lnTo>
                <a:lnTo>
                  <a:pt x="701668" y="2877713"/>
                </a:lnTo>
                <a:lnTo>
                  <a:pt x="682956" y="2835613"/>
                </a:lnTo>
                <a:lnTo>
                  <a:pt x="667364" y="2790396"/>
                </a:lnTo>
                <a:lnTo>
                  <a:pt x="653331" y="2745177"/>
                </a:lnTo>
                <a:lnTo>
                  <a:pt x="640857" y="2696840"/>
                </a:lnTo>
                <a:lnTo>
                  <a:pt x="628382" y="2650063"/>
                </a:lnTo>
                <a:lnTo>
                  <a:pt x="614349" y="2603285"/>
                </a:lnTo>
                <a:lnTo>
                  <a:pt x="598756" y="2558065"/>
                </a:lnTo>
                <a:lnTo>
                  <a:pt x="580044" y="2515965"/>
                </a:lnTo>
                <a:lnTo>
                  <a:pt x="558214" y="2476984"/>
                </a:lnTo>
                <a:lnTo>
                  <a:pt x="530150" y="2442681"/>
                </a:lnTo>
                <a:lnTo>
                  <a:pt x="498963" y="2406817"/>
                </a:lnTo>
                <a:lnTo>
                  <a:pt x="463101" y="2375633"/>
                </a:lnTo>
                <a:lnTo>
                  <a:pt x="424118" y="2346007"/>
                </a:lnTo>
                <a:lnTo>
                  <a:pt x="385138" y="2316382"/>
                </a:lnTo>
                <a:lnTo>
                  <a:pt x="346157" y="2286756"/>
                </a:lnTo>
                <a:lnTo>
                  <a:pt x="308733" y="2257129"/>
                </a:lnTo>
                <a:lnTo>
                  <a:pt x="272871" y="2224386"/>
                </a:lnTo>
                <a:lnTo>
                  <a:pt x="241686" y="2191641"/>
                </a:lnTo>
                <a:lnTo>
                  <a:pt x="215179" y="2154219"/>
                </a:lnTo>
                <a:lnTo>
                  <a:pt x="194909" y="2115238"/>
                </a:lnTo>
                <a:lnTo>
                  <a:pt x="180876" y="2068461"/>
                </a:lnTo>
                <a:lnTo>
                  <a:pt x="174638" y="2020123"/>
                </a:lnTo>
                <a:lnTo>
                  <a:pt x="173078" y="1970225"/>
                </a:lnTo>
                <a:lnTo>
                  <a:pt x="177756" y="1917211"/>
                </a:lnTo>
                <a:lnTo>
                  <a:pt x="183993" y="1864197"/>
                </a:lnTo>
                <a:lnTo>
                  <a:pt x="191789" y="1811182"/>
                </a:lnTo>
                <a:lnTo>
                  <a:pt x="198027" y="1758167"/>
                </a:lnTo>
                <a:lnTo>
                  <a:pt x="201146" y="1705153"/>
                </a:lnTo>
                <a:lnTo>
                  <a:pt x="201146" y="1653697"/>
                </a:lnTo>
                <a:lnTo>
                  <a:pt x="194909" y="1605362"/>
                </a:lnTo>
                <a:lnTo>
                  <a:pt x="182434" y="1557024"/>
                </a:lnTo>
                <a:lnTo>
                  <a:pt x="163723" y="1511804"/>
                </a:lnTo>
                <a:lnTo>
                  <a:pt x="140335" y="1465027"/>
                </a:lnTo>
                <a:lnTo>
                  <a:pt x="113826" y="1418251"/>
                </a:lnTo>
                <a:lnTo>
                  <a:pt x="85761" y="1371472"/>
                </a:lnTo>
                <a:lnTo>
                  <a:pt x="59253" y="1326252"/>
                </a:lnTo>
                <a:lnTo>
                  <a:pt x="35863" y="1277917"/>
                </a:lnTo>
                <a:lnTo>
                  <a:pt x="17153" y="1231139"/>
                </a:lnTo>
                <a:lnTo>
                  <a:pt x="4679" y="1182801"/>
                </a:lnTo>
                <a:lnTo>
                  <a:pt x="0" y="1132905"/>
                </a:lnTo>
                <a:lnTo>
                  <a:pt x="4679" y="1083010"/>
                </a:lnTo>
                <a:lnTo>
                  <a:pt x="17153" y="1034673"/>
                </a:lnTo>
                <a:lnTo>
                  <a:pt x="35863" y="987895"/>
                </a:lnTo>
                <a:lnTo>
                  <a:pt x="59253" y="939559"/>
                </a:lnTo>
                <a:lnTo>
                  <a:pt x="85761" y="894339"/>
                </a:lnTo>
                <a:lnTo>
                  <a:pt x="113826" y="847563"/>
                </a:lnTo>
                <a:lnTo>
                  <a:pt x="140335" y="800784"/>
                </a:lnTo>
                <a:lnTo>
                  <a:pt x="163723" y="754007"/>
                </a:lnTo>
                <a:lnTo>
                  <a:pt x="182434" y="708787"/>
                </a:lnTo>
                <a:lnTo>
                  <a:pt x="194909" y="660451"/>
                </a:lnTo>
                <a:lnTo>
                  <a:pt x="201146" y="612115"/>
                </a:lnTo>
                <a:lnTo>
                  <a:pt x="201146" y="560659"/>
                </a:lnTo>
                <a:lnTo>
                  <a:pt x="198027" y="507644"/>
                </a:lnTo>
                <a:lnTo>
                  <a:pt x="191789" y="454630"/>
                </a:lnTo>
                <a:lnTo>
                  <a:pt x="183993" y="401614"/>
                </a:lnTo>
                <a:lnTo>
                  <a:pt x="177756" y="348600"/>
                </a:lnTo>
                <a:lnTo>
                  <a:pt x="173078" y="295586"/>
                </a:lnTo>
                <a:lnTo>
                  <a:pt x="174638" y="245689"/>
                </a:lnTo>
                <a:lnTo>
                  <a:pt x="180876" y="197353"/>
                </a:lnTo>
                <a:lnTo>
                  <a:pt x="194909" y="150574"/>
                </a:lnTo>
                <a:lnTo>
                  <a:pt x="215179" y="111594"/>
                </a:lnTo>
                <a:lnTo>
                  <a:pt x="241686" y="74171"/>
                </a:lnTo>
                <a:lnTo>
                  <a:pt x="272871" y="41427"/>
                </a:lnTo>
                <a:lnTo>
                  <a:pt x="308733" y="868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28" name="Freeform: Shape 27">
            <a:extLst>
              <a:ext uri="{FF2B5EF4-FFF2-40B4-BE49-F238E27FC236}">
                <a16:creationId xmlns:a16="http://schemas.microsoft.com/office/drawing/2014/main" id="{6D32E310-1144-4755-A1D0-5F2886009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5117" y="-4"/>
            <a:ext cx="4116885" cy="3585722"/>
          </a:xfrm>
          <a:custGeom>
            <a:avLst/>
            <a:gdLst>
              <a:gd name="connsiteX0" fmla="*/ 371204 w 4116885"/>
              <a:gd name="connsiteY0" fmla="*/ 0 h 3585722"/>
              <a:gd name="connsiteX1" fmla="*/ 4116885 w 4116885"/>
              <a:gd name="connsiteY1" fmla="*/ 0 h 3585722"/>
              <a:gd name="connsiteX2" fmla="*/ 4116885 w 4116885"/>
              <a:gd name="connsiteY2" fmla="*/ 2920084 h 3585722"/>
              <a:gd name="connsiteX3" fmla="*/ 4083518 w 4116885"/>
              <a:gd name="connsiteY3" fmla="*/ 2934914 h 3585722"/>
              <a:gd name="connsiteX4" fmla="*/ 4040331 w 4116885"/>
              <a:gd name="connsiteY4" fmla="*/ 2949806 h 3585722"/>
              <a:gd name="connsiteX5" fmla="*/ 3997143 w 4116885"/>
              <a:gd name="connsiteY5" fmla="*/ 2963209 h 3585722"/>
              <a:gd name="connsiteX6" fmla="*/ 3950976 w 4116885"/>
              <a:gd name="connsiteY6" fmla="*/ 2975125 h 3585722"/>
              <a:gd name="connsiteX7" fmla="*/ 3906298 w 4116885"/>
              <a:gd name="connsiteY7" fmla="*/ 2987039 h 3585722"/>
              <a:gd name="connsiteX8" fmla="*/ 3861622 w 4116885"/>
              <a:gd name="connsiteY8" fmla="*/ 3000442 h 3585722"/>
              <a:gd name="connsiteX9" fmla="*/ 3818433 w 4116885"/>
              <a:gd name="connsiteY9" fmla="*/ 3015336 h 3585722"/>
              <a:gd name="connsiteX10" fmla="*/ 3778225 w 4116885"/>
              <a:gd name="connsiteY10" fmla="*/ 3033207 h 3585722"/>
              <a:gd name="connsiteX11" fmla="*/ 3740994 w 4116885"/>
              <a:gd name="connsiteY11" fmla="*/ 3054056 h 3585722"/>
              <a:gd name="connsiteX12" fmla="*/ 3708230 w 4116885"/>
              <a:gd name="connsiteY12" fmla="*/ 3080861 h 3585722"/>
              <a:gd name="connsiteX13" fmla="*/ 3673977 w 4116885"/>
              <a:gd name="connsiteY13" fmla="*/ 3110649 h 3585722"/>
              <a:gd name="connsiteX14" fmla="*/ 3644190 w 4116885"/>
              <a:gd name="connsiteY14" fmla="*/ 3144902 h 3585722"/>
              <a:gd name="connsiteX15" fmla="*/ 3615895 w 4116885"/>
              <a:gd name="connsiteY15" fmla="*/ 3180643 h 3585722"/>
              <a:gd name="connsiteX16" fmla="*/ 3587600 w 4116885"/>
              <a:gd name="connsiteY16" fmla="*/ 3217874 h 3585722"/>
              <a:gd name="connsiteX17" fmla="*/ 3559305 w 4116885"/>
              <a:gd name="connsiteY17" fmla="*/ 3255107 h 3585722"/>
              <a:gd name="connsiteX18" fmla="*/ 3531009 w 4116885"/>
              <a:gd name="connsiteY18" fmla="*/ 3290849 h 3585722"/>
              <a:gd name="connsiteX19" fmla="*/ 3499734 w 4116885"/>
              <a:gd name="connsiteY19" fmla="*/ 3325101 h 3585722"/>
              <a:gd name="connsiteX20" fmla="*/ 3468459 w 4116885"/>
              <a:gd name="connsiteY20" fmla="*/ 3354887 h 3585722"/>
              <a:gd name="connsiteX21" fmla="*/ 3432719 w 4116885"/>
              <a:gd name="connsiteY21" fmla="*/ 3380204 h 3585722"/>
              <a:gd name="connsiteX22" fmla="*/ 3395487 w 4116885"/>
              <a:gd name="connsiteY22" fmla="*/ 3399565 h 3585722"/>
              <a:gd name="connsiteX23" fmla="*/ 3350809 w 4116885"/>
              <a:gd name="connsiteY23" fmla="*/ 3412968 h 3585722"/>
              <a:gd name="connsiteX24" fmla="*/ 3304642 w 4116885"/>
              <a:gd name="connsiteY24" fmla="*/ 3418925 h 3585722"/>
              <a:gd name="connsiteX25" fmla="*/ 3256988 w 4116885"/>
              <a:gd name="connsiteY25" fmla="*/ 3420415 h 3585722"/>
              <a:gd name="connsiteX26" fmla="*/ 3206353 w 4116885"/>
              <a:gd name="connsiteY26" fmla="*/ 3415946 h 3585722"/>
              <a:gd name="connsiteX27" fmla="*/ 3155719 w 4116885"/>
              <a:gd name="connsiteY27" fmla="*/ 3409991 h 3585722"/>
              <a:gd name="connsiteX28" fmla="*/ 3105083 w 4116885"/>
              <a:gd name="connsiteY28" fmla="*/ 3402543 h 3585722"/>
              <a:gd name="connsiteX29" fmla="*/ 3054450 w 4116885"/>
              <a:gd name="connsiteY29" fmla="*/ 3396587 h 3585722"/>
              <a:gd name="connsiteX30" fmla="*/ 3003814 w 4116885"/>
              <a:gd name="connsiteY30" fmla="*/ 3393607 h 3585722"/>
              <a:gd name="connsiteX31" fmla="*/ 2954669 w 4116885"/>
              <a:gd name="connsiteY31" fmla="*/ 3393607 h 3585722"/>
              <a:gd name="connsiteX32" fmla="*/ 2908503 w 4116885"/>
              <a:gd name="connsiteY32" fmla="*/ 3399565 h 3585722"/>
              <a:gd name="connsiteX33" fmla="*/ 2860847 w 4116885"/>
              <a:gd name="connsiteY33" fmla="*/ 3411479 h 3585722"/>
              <a:gd name="connsiteX34" fmla="*/ 2817659 w 4116885"/>
              <a:gd name="connsiteY34" fmla="*/ 3429350 h 3585722"/>
              <a:gd name="connsiteX35" fmla="*/ 2772981 w 4116885"/>
              <a:gd name="connsiteY35" fmla="*/ 3453178 h 3585722"/>
              <a:gd name="connsiteX36" fmla="*/ 2728305 w 4116885"/>
              <a:gd name="connsiteY36" fmla="*/ 3477008 h 3585722"/>
              <a:gd name="connsiteX37" fmla="*/ 2683627 w 4116885"/>
              <a:gd name="connsiteY37" fmla="*/ 3503814 h 3585722"/>
              <a:gd name="connsiteX38" fmla="*/ 2640437 w 4116885"/>
              <a:gd name="connsiteY38" fmla="*/ 3529131 h 3585722"/>
              <a:gd name="connsiteX39" fmla="*/ 2594272 w 4116885"/>
              <a:gd name="connsiteY39" fmla="*/ 3551469 h 3585722"/>
              <a:gd name="connsiteX40" fmla="*/ 2549594 w 4116885"/>
              <a:gd name="connsiteY40" fmla="*/ 3569341 h 3585722"/>
              <a:gd name="connsiteX41" fmla="*/ 2503426 w 4116885"/>
              <a:gd name="connsiteY41" fmla="*/ 3581255 h 3585722"/>
              <a:gd name="connsiteX42" fmla="*/ 2455772 w 4116885"/>
              <a:gd name="connsiteY42" fmla="*/ 3585722 h 3585722"/>
              <a:gd name="connsiteX43" fmla="*/ 2408116 w 4116885"/>
              <a:gd name="connsiteY43" fmla="*/ 3581255 h 3585722"/>
              <a:gd name="connsiteX44" fmla="*/ 2361949 w 4116885"/>
              <a:gd name="connsiteY44" fmla="*/ 3569341 h 3585722"/>
              <a:gd name="connsiteX45" fmla="*/ 2317272 w 4116885"/>
              <a:gd name="connsiteY45" fmla="*/ 3551469 h 3585722"/>
              <a:gd name="connsiteX46" fmla="*/ 2271105 w 4116885"/>
              <a:gd name="connsiteY46" fmla="*/ 3529131 h 3585722"/>
              <a:gd name="connsiteX47" fmla="*/ 2227917 w 4116885"/>
              <a:gd name="connsiteY47" fmla="*/ 3503814 h 3585722"/>
              <a:gd name="connsiteX48" fmla="*/ 2183239 w 4116885"/>
              <a:gd name="connsiteY48" fmla="*/ 3477008 h 3585722"/>
              <a:gd name="connsiteX49" fmla="*/ 2138561 w 4116885"/>
              <a:gd name="connsiteY49" fmla="*/ 3453178 h 3585722"/>
              <a:gd name="connsiteX50" fmla="*/ 2093885 w 4116885"/>
              <a:gd name="connsiteY50" fmla="*/ 3429350 h 3585722"/>
              <a:gd name="connsiteX51" fmla="*/ 2049208 w 4116885"/>
              <a:gd name="connsiteY51" fmla="*/ 3411479 h 3585722"/>
              <a:gd name="connsiteX52" fmla="*/ 2003041 w 4116885"/>
              <a:gd name="connsiteY52" fmla="*/ 3399565 h 3585722"/>
              <a:gd name="connsiteX53" fmla="*/ 1956874 w 4116885"/>
              <a:gd name="connsiteY53" fmla="*/ 3393607 h 3585722"/>
              <a:gd name="connsiteX54" fmla="*/ 1907728 w 4116885"/>
              <a:gd name="connsiteY54" fmla="*/ 3393607 h 3585722"/>
              <a:gd name="connsiteX55" fmla="*/ 1857094 w 4116885"/>
              <a:gd name="connsiteY55" fmla="*/ 3396587 h 3585722"/>
              <a:gd name="connsiteX56" fmla="*/ 1806460 w 4116885"/>
              <a:gd name="connsiteY56" fmla="*/ 3402543 h 3585722"/>
              <a:gd name="connsiteX57" fmla="*/ 1755825 w 4116885"/>
              <a:gd name="connsiteY57" fmla="*/ 3409991 h 3585722"/>
              <a:gd name="connsiteX58" fmla="*/ 1705189 w 4116885"/>
              <a:gd name="connsiteY58" fmla="*/ 3415946 h 3585722"/>
              <a:gd name="connsiteX59" fmla="*/ 1654555 w 4116885"/>
              <a:gd name="connsiteY59" fmla="*/ 3420415 h 3585722"/>
              <a:gd name="connsiteX60" fmla="*/ 1606901 w 4116885"/>
              <a:gd name="connsiteY60" fmla="*/ 3418925 h 3585722"/>
              <a:gd name="connsiteX61" fmla="*/ 1560733 w 4116885"/>
              <a:gd name="connsiteY61" fmla="*/ 3412968 h 3585722"/>
              <a:gd name="connsiteX62" fmla="*/ 1516055 w 4116885"/>
              <a:gd name="connsiteY62" fmla="*/ 3399565 h 3585722"/>
              <a:gd name="connsiteX63" fmla="*/ 1478825 w 4116885"/>
              <a:gd name="connsiteY63" fmla="*/ 3380204 h 3585722"/>
              <a:gd name="connsiteX64" fmla="*/ 1443081 w 4116885"/>
              <a:gd name="connsiteY64" fmla="*/ 3354887 h 3585722"/>
              <a:gd name="connsiteX65" fmla="*/ 1411808 w 4116885"/>
              <a:gd name="connsiteY65" fmla="*/ 3325101 h 3585722"/>
              <a:gd name="connsiteX66" fmla="*/ 1380533 w 4116885"/>
              <a:gd name="connsiteY66" fmla="*/ 3290849 h 3585722"/>
              <a:gd name="connsiteX67" fmla="*/ 1352239 w 4116885"/>
              <a:gd name="connsiteY67" fmla="*/ 3255107 h 3585722"/>
              <a:gd name="connsiteX68" fmla="*/ 1323942 w 4116885"/>
              <a:gd name="connsiteY68" fmla="*/ 3217874 h 3585722"/>
              <a:gd name="connsiteX69" fmla="*/ 1295647 w 4116885"/>
              <a:gd name="connsiteY69" fmla="*/ 3180643 h 3585722"/>
              <a:gd name="connsiteX70" fmla="*/ 1267352 w 4116885"/>
              <a:gd name="connsiteY70" fmla="*/ 3144902 h 3585722"/>
              <a:gd name="connsiteX71" fmla="*/ 1237566 w 4116885"/>
              <a:gd name="connsiteY71" fmla="*/ 3110649 h 3585722"/>
              <a:gd name="connsiteX72" fmla="*/ 1203314 w 4116885"/>
              <a:gd name="connsiteY72" fmla="*/ 3080861 h 3585722"/>
              <a:gd name="connsiteX73" fmla="*/ 1170550 w 4116885"/>
              <a:gd name="connsiteY73" fmla="*/ 3054056 h 3585722"/>
              <a:gd name="connsiteX74" fmla="*/ 1133319 w 4116885"/>
              <a:gd name="connsiteY74" fmla="*/ 3033207 h 3585722"/>
              <a:gd name="connsiteX75" fmla="*/ 1093109 w 4116885"/>
              <a:gd name="connsiteY75" fmla="*/ 3015336 h 3585722"/>
              <a:gd name="connsiteX76" fmla="*/ 1049921 w 4116885"/>
              <a:gd name="connsiteY76" fmla="*/ 3000442 h 3585722"/>
              <a:gd name="connsiteX77" fmla="*/ 1005242 w 4116885"/>
              <a:gd name="connsiteY77" fmla="*/ 2987039 h 3585722"/>
              <a:gd name="connsiteX78" fmla="*/ 960566 w 4116885"/>
              <a:gd name="connsiteY78" fmla="*/ 2975125 h 3585722"/>
              <a:gd name="connsiteX79" fmla="*/ 914400 w 4116885"/>
              <a:gd name="connsiteY79" fmla="*/ 2963209 h 3585722"/>
              <a:gd name="connsiteX80" fmla="*/ 871211 w 4116885"/>
              <a:gd name="connsiteY80" fmla="*/ 2949806 h 3585722"/>
              <a:gd name="connsiteX81" fmla="*/ 828022 w 4116885"/>
              <a:gd name="connsiteY81" fmla="*/ 2934914 h 3585722"/>
              <a:gd name="connsiteX82" fmla="*/ 787813 w 4116885"/>
              <a:gd name="connsiteY82" fmla="*/ 2917043 h 3585722"/>
              <a:gd name="connsiteX83" fmla="*/ 752072 w 4116885"/>
              <a:gd name="connsiteY83" fmla="*/ 2894704 h 3585722"/>
              <a:gd name="connsiteX84" fmla="*/ 719306 w 4116885"/>
              <a:gd name="connsiteY84" fmla="*/ 2867898 h 3585722"/>
              <a:gd name="connsiteX85" fmla="*/ 692502 w 4116885"/>
              <a:gd name="connsiteY85" fmla="*/ 2835134 h 3585722"/>
              <a:gd name="connsiteX86" fmla="*/ 670163 w 4116885"/>
              <a:gd name="connsiteY86" fmla="*/ 2799391 h 3585722"/>
              <a:gd name="connsiteX87" fmla="*/ 652291 w 4116885"/>
              <a:gd name="connsiteY87" fmla="*/ 2759180 h 3585722"/>
              <a:gd name="connsiteX88" fmla="*/ 637399 w 4116885"/>
              <a:gd name="connsiteY88" fmla="*/ 2715993 h 3585722"/>
              <a:gd name="connsiteX89" fmla="*/ 623997 w 4116885"/>
              <a:gd name="connsiteY89" fmla="*/ 2672804 h 3585722"/>
              <a:gd name="connsiteX90" fmla="*/ 612083 w 4116885"/>
              <a:gd name="connsiteY90" fmla="*/ 2626638 h 3585722"/>
              <a:gd name="connsiteX91" fmla="*/ 600169 w 4116885"/>
              <a:gd name="connsiteY91" fmla="*/ 2581960 h 3585722"/>
              <a:gd name="connsiteX92" fmla="*/ 586764 w 4116885"/>
              <a:gd name="connsiteY92" fmla="*/ 2537281 h 3585722"/>
              <a:gd name="connsiteX93" fmla="*/ 571872 w 4116885"/>
              <a:gd name="connsiteY93" fmla="*/ 2494092 h 3585722"/>
              <a:gd name="connsiteX94" fmla="*/ 554000 w 4116885"/>
              <a:gd name="connsiteY94" fmla="*/ 2453882 h 3585722"/>
              <a:gd name="connsiteX95" fmla="*/ 533152 w 4116885"/>
              <a:gd name="connsiteY95" fmla="*/ 2416651 h 3585722"/>
              <a:gd name="connsiteX96" fmla="*/ 506346 w 4116885"/>
              <a:gd name="connsiteY96" fmla="*/ 2383887 h 3585722"/>
              <a:gd name="connsiteX97" fmla="*/ 476561 w 4116885"/>
              <a:gd name="connsiteY97" fmla="*/ 2349633 h 3585722"/>
              <a:gd name="connsiteX98" fmla="*/ 442308 w 4116885"/>
              <a:gd name="connsiteY98" fmla="*/ 2319849 h 3585722"/>
              <a:gd name="connsiteX99" fmla="*/ 405075 w 4116885"/>
              <a:gd name="connsiteY99" fmla="*/ 2291554 h 3585722"/>
              <a:gd name="connsiteX100" fmla="*/ 367844 w 4116885"/>
              <a:gd name="connsiteY100" fmla="*/ 2263257 h 3585722"/>
              <a:gd name="connsiteX101" fmla="*/ 330615 w 4116885"/>
              <a:gd name="connsiteY101" fmla="*/ 2234962 h 3585722"/>
              <a:gd name="connsiteX102" fmla="*/ 294872 w 4116885"/>
              <a:gd name="connsiteY102" fmla="*/ 2206664 h 3585722"/>
              <a:gd name="connsiteX103" fmla="*/ 260619 w 4116885"/>
              <a:gd name="connsiteY103" fmla="*/ 2175390 h 3585722"/>
              <a:gd name="connsiteX104" fmla="*/ 230835 w 4116885"/>
              <a:gd name="connsiteY104" fmla="*/ 2144116 h 3585722"/>
              <a:gd name="connsiteX105" fmla="*/ 205519 w 4116885"/>
              <a:gd name="connsiteY105" fmla="*/ 2108372 h 3585722"/>
              <a:gd name="connsiteX106" fmla="*/ 186158 w 4116885"/>
              <a:gd name="connsiteY106" fmla="*/ 2071141 h 3585722"/>
              <a:gd name="connsiteX107" fmla="*/ 172755 w 4116885"/>
              <a:gd name="connsiteY107" fmla="*/ 2026465 h 3585722"/>
              <a:gd name="connsiteX108" fmla="*/ 166797 w 4116885"/>
              <a:gd name="connsiteY108" fmla="*/ 1980297 h 3585722"/>
              <a:gd name="connsiteX109" fmla="*/ 165306 w 4116885"/>
              <a:gd name="connsiteY109" fmla="*/ 1932640 h 3585722"/>
              <a:gd name="connsiteX110" fmla="*/ 169775 w 4116885"/>
              <a:gd name="connsiteY110" fmla="*/ 1882006 h 3585722"/>
              <a:gd name="connsiteX111" fmla="*/ 175733 w 4116885"/>
              <a:gd name="connsiteY111" fmla="*/ 1831370 h 3585722"/>
              <a:gd name="connsiteX112" fmla="*/ 183178 w 4116885"/>
              <a:gd name="connsiteY112" fmla="*/ 1780735 h 3585722"/>
              <a:gd name="connsiteX113" fmla="*/ 189136 w 4116885"/>
              <a:gd name="connsiteY113" fmla="*/ 1730101 h 3585722"/>
              <a:gd name="connsiteX114" fmla="*/ 192116 w 4116885"/>
              <a:gd name="connsiteY114" fmla="*/ 1679466 h 3585722"/>
              <a:gd name="connsiteX115" fmla="*/ 192116 w 4116885"/>
              <a:gd name="connsiteY115" fmla="*/ 1630319 h 3585722"/>
              <a:gd name="connsiteX116" fmla="*/ 186158 w 4116885"/>
              <a:gd name="connsiteY116" fmla="*/ 1584152 h 3585722"/>
              <a:gd name="connsiteX117" fmla="*/ 174244 w 4116885"/>
              <a:gd name="connsiteY117" fmla="*/ 1537986 h 3585722"/>
              <a:gd name="connsiteX118" fmla="*/ 156372 w 4116885"/>
              <a:gd name="connsiteY118" fmla="*/ 1494795 h 3585722"/>
              <a:gd name="connsiteX119" fmla="*/ 134033 w 4116885"/>
              <a:gd name="connsiteY119" fmla="*/ 1450119 h 3585722"/>
              <a:gd name="connsiteX120" fmla="*/ 108716 w 4116885"/>
              <a:gd name="connsiteY120" fmla="*/ 1405442 h 3585722"/>
              <a:gd name="connsiteX121" fmla="*/ 81910 w 4116885"/>
              <a:gd name="connsiteY121" fmla="*/ 1360762 h 3585722"/>
              <a:gd name="connsiteX122" fmla="*/ 56594 w 4116885"/>
              <a:gd name="connsiteY122" fmla="*/ 1317574 h 3585722"/>
              <a:gd name="connsiteX123" fmla="*/ 34253 w 4116885"/>
              <a:gd name="connsiteY123" fmla="*/ 1271407 h 3585722"/>
              <a:gd name="connsiteX124" fmla="*/ 16383 w 4116885"/>
              <a:gd name="connsiteY124" fmla="*/ 1226729 h 3585722"/>
              <a:gd name="connsiteX125" fmla="*/ 4469 w 4116885"/>
              <a:gd name="connsiteY125" fmla="*/ 1180561 h 3585722"/>
              <a:gd name="connsiteX126" fmla="*/ 0 w 4116885"/>
              <a:gd name="connsiteY126" fmla="*/ 1132905 h 3585722"/>
              <a:gd name="connsiteX127" fmla="*/ 4469 w 4116885"/>
              <a:gd name="connsiteY127" fmla="*/ 1085249 h 3585722"/>
              <a:gd name="connsiteX128" fmla="*/ 16383 w 4116885"/>
              <a:gd name="connsiteY128" fmla="*/ 1039083 h 3585722"/>
              <a:gd name="connsiteX129" fmla="*/ 34253 w 4116885"/>
              <a:gd name="connsiteY129" fmla="*/ 994403 h 3585722"/>
              <a:gd name="connsiteX130" fmla="*/ 56594 w 4116885"/>
              <a:gd name="connsiteY130" fmla="*/ 948238 h 3585722"/>
              <a:gd name="connsiteX131" fmla="*/ 81910 w 4116885"/>
              <a:gd name="connsiteY131" fmla="*/ 905048 h 3585722"/>
              <a:gd name="connsiteX132" fmla="*/ 108716 w 4116885"/>
              <a:gd name="connsiteY132" fmla="*/ 860370 h 3585722"/>
              <a:gd name="connsiteX133" fmla="*/ 134033 w 4116885"/>
              <a:gd name="connsiteY133" fmla="*/ 815693 h 3585722"/>
              <a:gd name="connsiteX134" fmla="*/ 156372 w 4116885"/>
              <a:gd name="connsiteY134" fmla="*/ 771015 h 3585722"/>
              <a:gd name="connsiteX135" fmla="*/ 174244 w 4116885"/>
              <a:gd name="connsiteY135" fmla="*/ 727825 h 3585722"/>
              <a:gd name="connsiteX136" fmla="*/ 186158 w 4116885"/>
              <a:gd name="connsiteY136" fmla="*/ 681658 h 3585722"/>
              <a:gd name="connsiteX137" fmla="*/ 192116 w 4116885"/>
              <a:gd name="connsiteY137" fmla="*/ 635491 h 3585722"/>
              <a:gd name="connsiteX138" fmla="*/ 192116 w 4116885"/>
              <a:gd name="connsiteY138" fmla="*/ 586346 h 3585722"/>
              <a:gd name="connsiteX139" fmla="*/ 189136 w 4116885"/>
              <a:gd name="connsiteY139" fmla="*/ 535711 h 3585722"/>
              <a:gd name="connsiteX140" fmla="*/ 183178 w 4116885"/>
              <a:gd name="connsiteY140" fmla="*/ 485075 h 3585722"/>
              <a:gd name="connsiteX141" fmla="*/ 175733 w 4116885"/>
              <a:gd name="connsiteY141" fmla="*/ 434440 h 3585722"/>
              <a:gd name="connsiteX142" fmla="*/ 169775 w 4116885"/>
              <a:gd name="connsiteY142" fmla="*/ 383806 h 3585722"/>
              <a:gd name="connsiteX143" fmla="*/ 165306 w 4116885"/>
              <a:gd name="connsiteY143" fmla="*/ 333172 h 3585722"/>
              <a:gd name="connsiteX144" fmla="*/ 166797 w 4116885"/>
              <a:gd name="connsiteY144" fmla="*/ 285515 h 3585722"/>
              <a:gd name="connsiteX145" fmla="*/ 172755 w 4116885"/>
              <a:gd name="connsiteY145" fmla="*/ 239348 h 3585722"/>
              <a:gd name="connsiteX146" fmla="*/ 186158 w 4116885"/>
              <a:gd name="connsiteY146" fmla="*/ 194669 h 3585722"/>
              <a:gd name="connsiteX147" fmla="*/ 205519 w 4116885"/>
              <a:gd name="connsiteY147" fmla="*/ 157438 h 3585722"/>
              <a:gd name="connsiteX148" fmla="*/ 230835 w 4116885"/>
              <a:gd name="connsiteY148" fmla="*/ 121696 h 3585722"/>
              <a:gd name="connsiteX149" fmla="*/ 260619 w 4116885"/>
              <a:gd name="connsiteY149" fmla="*/ 90421 h 3585722"/>
              <a:gd name="connsiteX150" fmla="*/ 294872 w 4116885"/>
              <a:gd name="connsiteY150" fmla="*/ 59147 h 3585722"/>
              <a:gd name="connsiteX151" fmla="*/ 330615 w 4116885"/>
              <a:gd name="connsiteY151" fmla="*/ 30850 h 3585722"/>
              <a:gd name="connsiteX152" fmla="*/ 367844 w 4116885"/>
              <a:gd name="connsiteY152" fmla="*/ 2553 h 358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4116885" h="3585722">
                <a:moveTo>
                  <a:pt x="371204" y="0"/>
                </a:moveTo>
                <a:lnTo>
                  <a:pt x="4116885" y="0"/>
                </a:lnTo>
                <a:lnTo>
                  <a:pt x="4116885" y="2920084"/>
                </a:lnTo>
                <a:lnTo>
                  <a:pt x="4083518" y="2934914"/>
                </a:lnTo>
                <a:lnTo>
                  <a:pt x="4040331" y="2949806"/>
                </a:lnTo>
                <a:lnTo>
                  <a:pt x="3997143" y="2963209"/>
                </a:lnTo>
                <a:lnTo>
                  <a:pt x="3950976" y="2975125"/>
                </a:lnTo>
                <a:lnTo>
                  <a:pt x="3906298" y="2987039"/>
                </a:lnTo>
                <a:lnTo>
                  <a:pt x="3861622" y="3000442"/>
                </a:lnTo>
                <a:lnTo>
                  <a:pt x="3818433" y="3015336"/>
                </a:lnTo>
                <a:lnTo>
                  <a:pt x="3778225" y="3033207"/>
                </a:lnTo>
                <a:lnTo>
                  <a:pt x="3740994" y="3054056"/>
                </a:lnTo>
                <a:lnTo>
                  <a:pt x="3708230" y="3080861"/>
                </a:lnTo>
                <a:lnTo>
                  <a:pt x="3673977" y="3110649"/>
                </a:lnTo>
                <a:lnTo>
                  <a:pt x="3644190" y="3144902"/>
                </a:lnTo>
                <a:lnTo>
                  <a:pt x="3615895" y="3180643"/>
                </a:lnTo>
                <a:lnTo>
                  <a:pt x="3587600" y="3217874"/>
                </a:lnTo>
                <a:lnTo>
                  <a:pt x="3559305" y="3255107"/>
                </a:lnTo>
                <a:lnTo>
                  <a:pt x="3531009" y="3290849"/>
                </a:lnTo>
                <a:lnTo>
                  <a:pt x="3499734" y="3325101"/>
                </a:lnTo>
                <a:lnTo>
                  <a:pt x="3468459" y="3354887"/>
                </a:lnTo>
                <a:lnTo>
                  <a:pt x="3432719" y="3380204"/>
                </a:lnTo>
                <a:lnTo>
                  <a:pt x="3395487" y="3399565"/>
                </a:lnTo>
                <a:lnTo>
                  <a:pt x="3350809" y="3412968"/>
                </a:lnTo>
                <a:lnTo>
                  <a:pt x="3304642" y="3418925"/>
                </a:lnTo>
                <a:lnTo>
                  <a:pt x="3256988" y="3420415"/>
                </a:lnTo>
                <a:lnTo>
                  <a:pt x="3206353" y="3415946"/>
                </a:lnTo>
                <a:lnTo>
                  <a:pt x="3155719" y="3409991"/>
                </a:lnTo>
                <a:lnTo>
                  <a:pt x="3105083" y="3402543"/>
                </a:lnTo>
                <a:lnTo>
                  <a:pt x="3054450" y="3396587"/>
                </a:lnTo>
                <a:lnTo>
                  <a:pt x="3003814" y="3393607"/>
                </a:lnTo>
                <a:lnTo>
                  <a:pt x="2954669" y="3393607"/>
                </a:lnTo>
                <a:lnTo>
                  <a:pt x="2908503" y="3399565"/>
                </a:lnTo>
                <a:lnTo>
                  <a:pt x="2860847" y="3411479"/>
                </a:lnTo>
                <a:lnTo>
                  <a:pt x="2817659" y="3429350"/>
                </a:lnTo>
                <a:lnTo>
                  <a:pt x="2772981" y="3453178"/>
                </a:lnTo>
                <a:lnTo>
                  <a:pt x="2728305" y="3477008"/>
                </a:lnTo>
                <a:lnTo>
                  <a:pt x="2683627" y="3503814"/>
                </a:lnTo>
                <a:lnTo>
                  <a:pt x="2640437" y="3529131"/>
                </a:lnTo>
                <a:lnTo>
                  <a:pt x="2594272" y="3551469"/>
                </a:lnTo>
                <a:lnTo>
                  <a:pt x="2549594" y="3569341"/>
                </a:lnTo>
                <a:lnTo>
                  <a:pt x="2503426" y="3581255"/>
                </a:lnTo>
                <a:lnTo>
                  <a:pt x="2455772" y="3585722"/>
                </a:lnTo>
                <a:lnTo>
                  <a:pt x="2408116" y="3581255"/>
                </a:lnTo>
                <a:lnTo>
                  <a:pt x="2361949" y="3569341"/>
                </a:lnTo>
                <a:lnTo>
                  <a:pt x="2317272" y="3551469"/>
                </a:lnTo>
                <a:lnTo>
                  <a:pt x="2271105" y="3529131"/>
                </a:lnTo>
                <a:lnTo>
                  <a:pt x="2227917" y="3503814"/>
                </a:lnTo>
                <a:lnTo>
                  <a:pt x="2183239" y="3477008"/>
                </a:lnTo>
                <a:lnTo>
                  <a:pt x="2138561" y="3453178"/>
                </a:lnTo>
                <a:lnTo>
                  <a:pt x="2093885" y="3429350"/>
                </a:lnTo>
                <a:lnTo>
                  <a:pt x="2049208" y="3411479"/>
                </a:lnTo>
                <a:lnTo>
                  <a:pt x="2003041" y="3399565"/>
                </a:lnTo>
                <a:lnTo>
                  <a:pt x="1956874" y="3393607"/>
                </a:lnTo>
                <a:lnTo>
                  <a:pt x="1907728" y="3393607"/>
                </a:lnTo>
                <a:lnTo>
                  <a:pt x="1857094" y="3396587"/>
                </a:lnTo>
                <a:lnTo>
                  <a:pt x="1806460" y="3402543"/>
                </a:lnTo>
                <a:lnTo>
                  <a:pt x="1755825" y="3409991"/>
                </a:lnTo>
                <a:lnTo>
                  <a:pt x="1705189" y="3415946"/>
                </a:lnTo>
                <a:lnTo>
                  <a:pt x="1654555" y="3420415"/>
                </a:lnTo>
                <a:lnTo>
                  <a:pt x="1606901" y="3418925"/>
                </a:lnTo>
                <a:lnTo>
                  <a:pt x="1560733" y="3412968"/>
                </a:lnTo>
                <a:lnTo>
                  <a:pt x="1516055" y="3399565"/>
                </a:lnTo>
                <a:lnTo>
                  <a:pt x="1478825" y="3380204"/>
                </a:lnTo>
                <a:lnTo>
                  <a:pt x="1443081" y="3354887"/>
                </a:lnTo>
                <a:lnTo>
                  <a:pt x="1411808" y="3325101"/>
                </a:lnTo>
                <a:lnTo>
                  <a:pt x="1380533" y="3290849"/>
                </a:lnTo>
                <a:lnTo>
                  <a:pt x="1352239" y="3255107"/>
                </a:lnTo>
                <a:lnTo>
                  <a:pt x="1323942" y="3217874"/>
                </a:lnTo>
                <a:lnTo>
                  <a:pt x="1295647" y="3180643"/>
                </a:lnTo>
                <a:lnTo>
                  <a:pt x="1267352" y="3144902"/>
                </a:lnTo>
                <a:lnTo>
                  <a:pt x="1237566" y="3110649"/>
                </a:lnTo>
                <a:lnTo>
                  <a:pt x="1203314" y="3080861"/>
                </a:lnTo>
                <a:lnTo>
                  <a:pt x="1170550" y="3054056"/>
                </a:lnTo>
                <a:lnTo>
                  <a:pt x="1133319" y="3033207"/>
                </a:lnTo>
                <a:lnTo>
                  <a:pt x="1093109" y="3015336"/>
                </a:lnTo>
                <a:lnTo>
                  <a:pt x="1049921" y="3000442"/>
                </a:lnTo>
                <a:lnTo>
                  <a:pt x="1005242" y="2987039"/>
                </a:lnTo>
                <a:lnTo>
                  <a:pt x="960566" y="2975125"/>
                </a:lnTo>
                <a:lnTo>
                  <a:pt x="914400" y="2963209"/>
                </a:lnTo>
                <a:lnTo>
                  <a:pt x="871211" y="2949806"/>
                </a:lnTo>
                <a:lnTo>
                  <a:pt x="828022" y="2934914"/>
                </a:lnTo>
                <a:lnTo>
                  <a:pt x="787813" y="2917043"/>
                </a:lnTo>
                <a:lnTo>
                  <a:pt x="752072" y="2894704"/>
                </a:lnTo>
                <a:lnTo>
                  <a:pt x="719306" y="2867898"/>
                </a:lnTo>
                <a:lnTo>
                  <a:pt x="692502" y="2835134"/>
                </a:lnTo>
                <a:lnTo>
                  <a:pt x="670163" y="2799391"/>
                </a:lnTo>
                <a:lnTo>
                  <a:pt x="652291" y="2759180"/>
                </a:lnTo>
                <a:lnTo>
                  <a:pt x="637399" y="2715993"/>
                </a:lnTo>
                <a:lnTo>
                  <a:pt x="623997" y="2672804"/>
                </a:lnTo>
                <a:lnTo>
                  <a:pt x="612083" y="2626638"/>
                </a:lnTo>
                <a:lnTo>
                  <a:pt x="600169" y="2581960"/>
                </a:lnTo>
                <a:lnTo>
                  <a:pt x="586764" y="2537281"/>
                </a:lnTo>
                <a:lnTo>
                  <a:pt x="571872" y="2494092"/>
                </a:lnTo>
                <a:lnTo>
                  <a:pt x="554000" y="2453882"/>
                </a:lnTo>
                <a:lnTo>
                  <a:pt x="533152" y="2416651"/>
                </a:lnTo>
                <a:lnTo>
                  <a:pt x="506346" y="2383887"/>
                </a:lnTo>
                <a:lnTo>
                  <a:pt x="476561" y="2349633"/>
                </a:lnTo>
                <a:lnTo>
                  <a:pt x="442308" y="2319849"/>
                </a:lnTo>
                <a:lnTo>
                  <a:pt x="405075" y="2291554"/>
                </a:lnTo>
                <a:lnTo>
                  <a:pt x="367844" y="2263257"/>
                </a:lnTo>
                <a:lnTo>
                  <a:pt x="330615" y="2234962"/>
                </a:lnTo>
                <a:lnTo>
                  <a:pt x="294872" y="2206664"/>
                </a:lnTo>
                <a:lnTo>
                  <a:pt x="260619" y="2175390"/>
                </a:lnTo>
                <a:lnTo>
                  <a:pt x="230835" y="2144116"/>
                </a:lnTo>
                <a:lnTo>
                  <a:pt x="205519" y="2108372"/>
                </a:lnTo>
                <a:lnTo>
                  <a:pt x="186158" y="2071141"/>
                </a:lnTo>
                <a:lnTo>
                  <a:pt x="172755" y="2026465"/>
                </a:lnTo>
                <a:lnTo>
                  <a:pt x="166797" y="1980297"/>
                </a:lnTo>
                <a:lnTo>
                  <a:pt x="165306" y="1932640"/>
                </a:lnTo>
                <a:lnTo>
                  <a:pt x="169775" y="1882006"/>
                </a:lnTo>
                <a:lnTo>
                  <a:pt x="175733" y="1831370"/>
                </a:lnTo>
                <a:lnTo>
                  <a:pt x="183178" y="1780735"/>
                </a:lnTo>
                <a:lnTo>
                  <a:pt x="189136" y="1730101"/>
                </a:lnTo>
                <a:lnTo>
                  <a:pt x="192116" y="1679466"/>
                </a:lnTo>
                <a:lnTo>
                  <a:pt x="192116" y="1630319"/>
                </a:lnTo>
                <a:lnTo>
                  <a:pt x="186158" y="1584152"/>
                </a:lnTo>
                <a:lnTo>
                  <a:pt x="174244" y="1537986"/>
                </a:lnTo>
                <a:lnTo>
                  <a:pt x="156372" y="1494795"/>
                </a:lnTo>
                <a:lnTo>
                  <a:pt x="134033" y="1450119"/>
                </a:lnTo>
                <a:lnTo>
                  <a:pt x="108716" y="1405442"/>
                </a:lnTo>
                <a:lnTo>
                  <a:pt x="81910" y="1360762"/>
                </a:lnTo>
                <a:lnTo>
                  <a:pt x="56594" y="1317574"/>
                </a:lnTo>
                <a:lnTo>
                  <a:pt x="34253" y="1271407"/>
                </a:lnTo>
                <a:lnTo>
                  <a:pt x="16383" y="1226729"/>
                </a:lnTo>
                <a:lnTo>
                  <a:pt x="4469" y="1180561"/>
                </a:lnTo>
                <a:lnTo>
                  <a:pt x="0" y="1132905"/>
                </a:lnTo>
                <a:lnTo>
                  <a:pt x="4469" y="1085249"/>
                </a:lnTo>
                <a:lnTo>
                  <a:pt x="16383" y="1039083"/>
                </a:lnTo>
                <a:lnTo>
                  <a:pt x="34253" y="994403"/>
                </a:lnTo>
                <a:lnTo>
                  <a:pt x="56594" y="948238"/>
                </a:lnTo>
                <a:lnTo>
                  <a:pt x="81910" y="905048"/>
                </a:lnTo>
                <a:lnTo>
                  <a:pt x="108716" y="860370"/>
                </a:lnTo>
                <a:lnTo>
                  <a:pt x="134033" y="815693"/>
                </a:lnTo>
                <a:lnTo>
                  <a:pt x="156372" y="771015"/>
                </a:lnTo>
                <a:lnTo>
                  <a:pt x="174244" y="727825"/>
                </a:lnTo>
                <a:lnTo>
                  <a:pt x="186158" y="681658"/>
                </a:lnTo>
                <a:lnTo>
                  <a:pt x="192116" y="635491"/>
                </a:lnTo>
                <a:lnTo>
                  <a:pt x="192116" y="586346"/>
                </a:lnTo>
                <a:lnTo>
                  <a:pt x="189136" y="535711"/>
                </a:lnTo>
                <a:lnTo>
                  <a:pt x="183178" y="485075"/>
                </a:lnTo>
                <a:lnTo>
                  <a:pt x="175733" y="434440"/>
                </a:lnTo>
                <a:lnTo>
                  <a:pt x="169775" y="383806"/>
                </a:lnTo>
                <a:lnTo>
                  <a:pt x="165306" y="333172"/>
                </a:lnTo>
                <a:lnTo>
                  <a:pt x="166797" y="285515"/>
                </a:lnTo>
                <a:lnTo>
                  <a:pt x="172755" y="239348"/>
                </a:lnTo>
                <a:lnTo>
                  <a:pt x="186158" y="194669"/>
                </a:lnTo>
                <a:lnTo>
                  <a:pt x="205519" y="157438"/>
                </a:lnTo>
                <a:lnTo>
                  <a:pt x="230835" y="121696"/>
                </a:lnTo>
                <a:lnTo>
                  <a:pt x="260619" y="90421"/>
                </a:lnTo>
                <a:lnTo>
                  <a:pt x="294872" y="59147"/>
                </a:lnTo>
                <a:lnTo>
                  <a:pt x="330615" y="30850"/>
                </a:lnTo>
                <a:lnTo>
                  <a:pt x="367844" y="2553"/>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Vacation">
            <a:extLst>
              <a:ext uri="{FF2B5EF4-FFF2-40B4-BE49-F238E27FC236}">
                <a16:creationId xmlns:a16="http://schemas.microsoft.com/office/drawing/2014/main" id="{0152C6D7-892B-49AE-9DD6-F878BC549F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46517" y="209550"/>
            <a:ext cx="2505075" cy="2505075"/>
          </a:xfrm>
          <a:prstGeom prst="rect">
            <a:avLst/>
          </a:prstGeom>
        </p:spPr>
      </p:pic>
      <p:sp>
        <p:nvSpPr>
          <p:cNvPr id="40" name="Slide Number Placeholder 1">
            <a:extLst>
              <a:ext uri="{FF2B5EF4-FFF2-40B4-BE49-F238E27FC236}">
                <a16:creationId xmlns:a16="http://schemas.microsoft.com/office/drawing/2014/main" id="{26ACFBC9-A24B-6D9C-A92A-E91057007D0D}"/>
              </a:ext>
            </a:extLst>
          </p:cNvPr>
          <p:cNvSpPr>
            <a:spLocks noGrp="1"/>
          </p:cNvSpPr>
          <p:nvPr>
            <p:ph type="sldNum" sz="quarter" idx="12"/>
          </p:nvPr>
        </p:nvSpPr>
        <p:spPr>
          <a:xfrm>
            <a:off x="7772400" y="6373368"/>
            <a:ext cx="527765" cy="345796"/>
          </a:xfrm>
          <a:prstGeom prst="ellipse">
            <a:avLst/>
          </a:prstGeom>
        </p:spPr>
        <p:txBody>
          <a:bodyPr vert="horz" lIns="91440" tIns="45720" rIns="91440" bIns="45720" rtlCol="0" anchor="ctr">
            <a:normAutofit/>
          </a:bodyPr>
          <a:lstStyle/>
          <a:p>
            <a:pPr>
              <a:lnSpc>
                <a:spcPct val="90000"/>
              </a:lnSpc>
              <a:spcAft>
                <a:spcPts val="600"/>
              </a:spcAft>
            </a:pPr>
            <a:endParaRPr lang="en-US" sz="1100" dirty="0">
              <a:solidFill>
                <a:schemeClr val="tx1">
                  <a:alpha val="70000"/>
                </a:schemeClr>
              </a:solidFill>
            </a:endParaRPr>
          </a:p>
        </p:txBody>
      </p:sp>
      <p:sp>
        <p:nvSpPr>
          <p:cNvPr id="30" name="Freeform: Shape 29">
            <a:extLst>
              <a:ext uri="{FF2B5EF4-FFF2-40B4-BE49-F238E27FC236}">
                <a16:creationId xmlns:a16="http://schemas.microsoft.com/office/drawing/2014/main" id="{2AD292BD-58D8-4261-AD54-80C939F13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8598" y="3909952"/>
            <a:ext cx="3313402" cy="2948047"/>
          </a:xfrm>
          <a:custGeom>
            <a:avLst/>
            <a:gdLst>
              <a:gd name="connsiteX0" fmla="*/ 1934947 w 3313402"/>
              <a:gd name="connsiteY0" fmla="*/ 0 h 2948047"/>
              <a:gd name="connsiteX1" fmla="*/ 1972495 w 3313402"/>
              <a:gd name="connsiteY1" fmla="*/ 3519 h 2948047"/>
              <a:gd name="connsiteX2" fmla="*/ 2008871 w 3313402"/>
              <a:gd name="connsiteY2" fmla="*/ 12907 h 2948047"/>
              <a:gd name="connsiteX3" fmla="*/ 2044074 w 3313402"/>
              <a:gd name="connsiteY3" fmla="*/ 26988 h 2948047"/>
              <a:gd name="connsiteX4" fmla="*/ 2080448 w 3313402"/>
              <a:gd name="connsiteY4" fmla="*/ 44589 h 2948047"/>
              <a:gd name="connsiteX5" fmla="*/ 2114478 w 3313402"/>
              <a:gd name="connsiteY5" fmla="*/ 64537 h 2948047"/>
              <a:gd name="connsiteX6" fmla="*/ 2149681 w 3313402"/>
              <a:gd name="connsiteY6" fmla="*/ 85659 h 2948047"/>
              <a:gd name="connsiteX7" fmla="*/ 2184882 w 3313402"/>
              <a:gd name="connsiteY7" fmla="*/ 104433 h 2948047"/>
              <a:gd name="connsiteX8" fmla="*/ 2220084 w 3313402"/>
              <a:gd name="connsiteY8" fmla="*/ 123208 h 2948047"/>
              <a:gd name="connsiteX9" fmla="*/ 2254113 w 3313402"/>
              <a:gd name="connsiteY9" fmla="*/ 137288 h 2948047"/>
              <a:gd name="connsiteX10" fmla="*/ 2291662 w 3313402"/>
              <a:gd name="connsiteY10" fmla="*/ 146675 h 2948047"/>
              <a:gd name="connsiteX11" fmla="*/ 2328037 w 3313402"/>
              <a:gd name="connsiteY11" fmla="*/ 151369 h 2948047"/>
              <a:gd name="connsiteX12" fmla="*/ 2366759 w 3313402"/>
              <a:gd name="connsiteY12" fmla="*/ 151369 h 2948047"/>
              <a:gd name="connsiteX13" fmla="*/ 2406656 w 3313402"/>
              <a:gd name="connsiteY13" fmla="*/ 149023 h 2948047"/>
              <a:gd name="connsiteX14" fmla="*/ 2446551 w 3313402"/>
              <a:gd name="connsiteY14" fmla="*/ 144329 h 2948047"/>
              <a:gd name="connsiteX15" fmla="*/ 2486448 w 3313402"/>
              <a:gd name="connsiteY15" fmla="*/ 138462 h 2948047"/>
              <a:gd name="connsiteX16" fmla="*/ 2526343 w 3313402"/>
              <a:gd name="connsiteY16" fmla="*/ 133769 h 2948047"/>
              <a:gd name="connsiteX17" fmla="*/ 2566239 w 3313402"/>
              <a:gd name="connsiteY17" fmla="*/ 130247 h 2948047"/>
              <a:gd name="connsiteX18" fmla="*/ 2603787 w 3313402"/>
              <a:gd name="connsiteY18" fmla="*/ 131421 h 2948047"/>
              <a:gd name="connsiteX19" fmla="*/ 2640163 w 3313402"/>
              <a:gd name="connsiteY19" fmla="*/ 136115 h 2948047"/>
              <a:gd name="connsiteX20" fmla="*/ 2675366 w 3313402"/>
              <a:gd name="connsiteY20" fmla="*/ 146675 h 2948047"/>
              <a:gd name="connsiteX21" fmla="*/ 2704702 w 3313402"/>
              <a:gd name="connsiteY21" fmla="*/ 161930 h 2948047"/>
              <a:gd name="connsiteX22" fmla="*/ 2732862 w 3313402"/>
              <a:gd name="connsiteY22" fmla="*/ 181878 h 2948047"/>
              <a:gd name="connsiteX23" fmla="*/ 2757504 w 3313402"/>
              <a:gd name="connsiteY23" fmla="*/ 205346 h 2948047"/>
              <a:gd name="connsiteX24" fmla="*/ 2782146 w 3313402"/>
              <a:gd name="connsiteY24" fmla="*/ 232334 h 2948047"/>
              <a:gd name="connsiteX25" fmla="*/ 2804440 w 3313402"/>
              <a:gd name="connsiteY25" fmla="*/ 260495 h 2948047"/>
              <a:gd name="connsiteX26" fmla="*/ 2826735 w 3313402"/>
              <a:gd name="connsiteY26" fmla="*/ 289831 h 2948047"/>
              <a:gd name="connsiteX27" fmla="*/ 2849030 w 3313402"/>
              <a:gd name="connsiteY27" fmla="*/ 319166 h 2948047"/>
              <a:gd name="connsiteX28" fmla="*/ 2871324 w 3313402"/>
              <a:gd name="connsiteY28" fmla="*/ 347327 h 2948047"/>
              <a:gd name="connsiteX29" fmla="*/ 2894793 w 3313402"/>
              <a:gd name="connsiteY29" fmla="*/ 374315 h 2948047"/>
              <a:gd name="connsiteX30" fmla="*/ 2921781 w 3313402"/>
              <a:gd name="connsiteY30" fmla="*/ 397785 h 2948047"/>
              <a:gd name="connsiteX31" fmla="*/ 2947597 w 3313402"/>
              <a:gd name="connsiteY31" fmla="*/ 418906 h 2948047"/>
              <a:gd name="connsiteX32" fmla="*/ 2976931 w 3313402"/>
              <a:gd name="connsiteY32" fmla="*/ 435332 h 2948047"/>
              <a:gd name="connsiteX33" fmla="*/ 3008614 w 3313402"/>
              <a:gd name="connsiteY33" fmla="*/ 449413 h 2948047"/>
              <a:gd name="connsiteX34" fmla="*/ 3042641 w 3313402"/>
              <a:gd name="connsiteY34" fmla="*/ 461147 h 2948047"/>
              <a:gd name="connsiteX35" fmla="*/ 3077843 w 3313402"/>
              <a:gd name="connsiteY35" fmla="*/ 471708 h 2948047"/>
              <a:gd name="connsiteX36" fmla="*/ 3113046 w 3313402"/>
              <a:gd name="connsiteY36" fmla="*/ 481096 h 2948047"/>
              <a:gd name="connsiteX37" fmla="*/ 3149422 w 3313402"/>
              <a:gd name="connsiteY37" fmla="*/ 490483 h 2948047"/>
              <a:gd name="connsiteX38" fmla="*/ 3183450 w 3313402"/>
              <a:gd name="connsiteY38" fmla="*/ 501044 h 2948047"/>
              <a:gd name="connsiteX39" fmla="*/ 3217478 w 3313402"/>
              <a:gd name="connsiteY39" fmla="*/ 512777 h 2948047"/>
              <a:gd name="connsiteX40" fmla="*/ 3249161 w 3313402"/>
              <a:gd name="connsiteY40" fmla="*/ 526859 h 2948047"/>
              <a:gd name="connsiteX41" fmla="*/ 3277323 w 3313402"/>
              <a:gd name="connsiteY41" fmla="*/ 544460 h 2948047"/>
              <a:gd name="connsiteX42" fmla="*/ 3303139 w 3313402"/>
              <a:gd name="connsiteY42" fmla="*/ 565581 h 2948047"/>
              <a:gd name="connsiteX43" fmla="*/ 3313402 w 3313402"/>
              <a:gd name="connsiteY43" fmla="*/ 578126 h 2948047"/>
              <a:gd name="connsiteX44" fmla="*/ 3313402 w 3313402"/>
              <a:gd name="connsiteY44" fmla="*/ 2948047 h 2948047"/>
              <a:gd name="connsiteX45" fmla="*/ 422306 w 3313402"/>
              <a:gd name="connsiteY45" fmla="*/ 2948047 h 2948047"/>
              <a:gd name="connsiteX46" fmla="*/ 420079 w 3313402"/>
              <a:gd name="connsiteY46" fmla="*/ 2944070 h 2948047"/>
              <a:gd name="connsiteX47" fmla="*/ 398960 w 3313402"/>
              <a:gd name="connsiteY47" fmla="*/ 2918255 h 2948047"/>
              <a:gd name="connsiteX48" fmla="*/ 375490 w 3313402"/>
              <a:gd name="connsiteY48" fmla="*/ 2891267 h 2948047"/>
              <a:gd name="connsiteX49" fmla="*/ 348502 w 3313402"/>
              <a:gd name="connsiteY49" fmla="*/ 2867799 h 2948047"/>
              <a:gd name="connsiteX50" fmla="*/ 319166 w 3313402"/>
              <a:gd name="connsiteY50" fmla="*/ 2845505 h 2948047"/>
              <a:gd name="connsiteX51" fmla="*/ 289832 w 3313402"/>
              <a:gd name="connsiteY51" fmla="*/ 2823210 h 2948047"/>
              <a:gd name="connsiteX52" fmla="*/ 260497 w 3313402"/>
              <a:gd name="connsiteY52" fmla="*/ 2800916 h 2948047"/>
              <a:gd name="connsiteX53" fmla="*/ 232334 w 3313402"/>
              <a:gd name="connsiteY53" fmla="*/ 2778620 h 2948047"/>
              <a:gd name="connsiteX54" fmla="*/ 205346 w 3313402"/>
              <a:gd name="connsiteY54" fmla="*/ 2753979 h 2948047"/>
              <a:gd name="connsiteX55" fmla="*/ 181878 w 3313402"/>
              <a:gd name="connsiteY55" fmla="*/ 2729338 h 2948047"/>
              <a:gd name="connsiteX56" fmla="*/ 161931 w 3313402"/>
              <a:gd name="connsiteY56" fmla="*/ 2701176 h 2948047"/>
              <a:gd name="connsiteX57" fmla="*/ 146677 w 3313402"/>
              <a:gd name="connsiteY57" fmla="*/ 2671841 h 2948047"/>
              <a:gd name="connsiteX58" fmla="*/ 136116 w 3313402"/>
              <a:gd name="connsiteY58" fmla="*/ 2636640 h 2948047"/>
              <a:gd name="connsiteX59" fmla="*/ 131422 w 3313402"/>
              <a:gd name="connsiteY59" fmla="*/ 2600264 h 2948047"/>
              <a:gd name="connsiteX60" fmla="*/ 130248 w 3313402"/>
              <a:gd name="connsiteY60" fmla="*/ 2562713 h 2948047"/>
              <a:gd name="connsiteX61" fmla="*/ 133769 w 3313402"/>
              <a:gd name="connsiteY61" fmla="*/ 2522818 h 2948047"/>
              <a:gd name="connsiteX62" fmla="*/ 138462 w 3313402"/>
              <a:gd name="connsiteY62" fmla="*/ 2482923 h 2948047"/>
              <a:gd name="connsiteX63" fmla="*/ 144329 w 3313402"/>
              <a:gd name="connsiteY63" fmla="*/ 2443026 h 2948047"/>
              <a:gd name="connsiteX64" fmla="*/ 149023 w 3313402"/>
              <a:gd name="connsiteY64" fmla="*/ 2403131 h 2948047"/>
              <a:gd name="connsiteX65" fmla="*/ 151371 w 3313402"/>
              <a:gd name="connsiteY65" fmla="*/ 2363236 h 2948047"/>
              <a:gd name="connsiteX66" fmla="*/ 151371 w 3313402"/>
              <a:gd name="connsiteY66" fmla="*/ 2324513 h 2948047"/>
              <a:gd name="connsiteX67" fmla="*/ 146677 w 3313402"/>
              <a:gd name="connsiteY67" fmla="*/ 2288138 h 2948047"/>
              <a:gd name="connsiteX68" fmla="*/ 137289 w 3313402"/>
              <a:gd name="connsiteY68" fmla="*/ 2251763 h 2948047"/>
              <a:gd name="connsiteX69" fmla="*/ 123208 w 3313402"/>
              <a:gd name="connsiteY69" fmla="*/ 2217733 h 2948047"/>
              <a:gd name="connsiteX70" fmla="*/ 105607 w 3313402"/>
              <a:gd name="connsiteY70" fmla="*/ 2182531 h 2948047"/>
              <a:gd name="connsiteX71" fmla="*/ 85659 w 3313402"/>
              <a:gd name="connsiteY71" fmla="*/ 2147330 h 2948047"/>
              <a:gd name="connsiteX72" fmla="*/ 64538 w 3313402"/>
              <a:gd name="connsiteY72" fmla="*/ 2112127 h 2948047"/>
              <a:gd name="connsiteX73" fmla="*/ 44590 w 3313402"/>
              <a:gd name="connsiteY73" fmla="*/ 2078098 h 2948047"/>
              <a:gd name="connsiteX74" fmla="*/ 26988 w 3313402"/>
              <a:gd name="connsiteY74" fmla="*/ 2041723 h 2948047"/>
              <a:gd name="connsiteX75" fmla="*/ 12908 w 3313402"/>
              <a:gd name="connsiteY75" fmla="*/ 2006521 h 2948047"/>
              <a:gd name="connsiteX76" fmla="*/ 3521 w 3313402"/>
              <a:gd name="connsiteY76" fmla="*/ 1970145 h 2948047"/>
              <a:gd name="connsiteX77" fmla="*/ 0 w 3313402"/>
              <a:gd name="connsiteY77" fmla="*/ 1932596 h 2948047"/>
              <a:gd name="connsiteX78" fmla="*/ 3521 w 3313402"/>
              <a:gd name="connsiteY78" fmla="*/ 1895048 h 2948047"/>
              <a:gd name="connsiteX79" fmla="*/ 12908 w 3313402"/>
              <a:gd name="connsiteY79" fmla="*/ 1858672 h 2948047"/>
              <a:gd name="connsiteX80" fmla="*/ 26988 w 3313402"/>
              <a:gd name="connsiteY80" fmla="*/ 1823470 h 2948047"/>
              <a:gd name="connsiteX81" fmla="*/ 44590 w 3313402"/>
              <a:gd name="connsiteY81" fmla="*/ 1787095 h 2948047"/>
              <a:gd name="connsiteX82" fmla="*/ 64538 w 3313402"/>
              <a:gd name="connsiteY82" fmla="*/ 1753065 h 2948047"/>
              <a:gd name="connsiteX83" fmla="*/ 85659 w 3313402"/>
              <a:gd name="connsiteY83" fmla="*/ 1717864 h 2948047"/>
              <a:gd name="connsiteX84" fmla="*/ 105607 w 3313402"/>
              <a:gd name="connsiteY84" fmla="*/ 1682661 h 2948047"/>
              <a:gd name="connsiteX85" fmla="*/ 123208 w 3313402"/>
              <a:gd name="connsiteY85" fmla="*/ 1647460 h 2948047"/>
              <a:gd name="connsiteX86" fmla="*/ 137289 w 3313402"/>
              <a:gd name="connsiteY86" fmla="*/ 1613430 h 2948047"/>
              <a:gd name="connsiteX87" fmla="*/ 146677 w 3313402"/>
              <a:gd name="connsiteY87" fmla="*/ 1577054 h 2948047"/>
              <a:gd name="connsiteX88" fmla="*/ 151371 w 3313402"/>
              <a:gd name="connsiteY88" fmla="*/ 1540680 h 2948047"/>
              <a:gd name="connsiteX89" fmla="*/ 151371 w 3313402"/>
              <a:gd name="connsiteY89" fmla="*/ 1501958 h 2948047"/>
              <a:gd name="connsiteX90" fmla="*/ 149023 w 3313402"/>
              <a:gd name="connsiteY90" fmla="*/ 1462061 h 2948047"/>
              <a:gd name="connsiteX91" fmla="*/ 144329 w 3313402"/>
              <a:gd name="connsiteY91" fmla="*/ 1422166 h 2948047"/>
              <a:gd name="connsiteX92" fmla="*/ 138462 w 3313402"/>
              <a:gd name="connsiteY92" fmla="*/ 1382269 h 2948047"/>
              <a:gd name="connsiteX93" fmla="*/ 133769 w 3313402"/>
              <a:gd name="connsiteY93" fmla="*/ 1342374 h 2948047"/>
              <a:gd name="connsiteX94" fmla="*/ 130248 w 3313402"/>
              <a:gd name="connsiteY94" fmla="*/ 1302479 h 2948047"/>
              <a:gd name="connsiteX95" fmla="*/ 131422 w 3313402"/>
              <a:gd name="connsiteY95" fmla="*/ 1264930 h 2948047"/>
              <a:gd name="connsiteX96" fmla="*/ 136116 w 3313402"/>
              <a:gd name="connsiteY96" fmla="*/ 1228554 h 2948047"/>
              <a:gd name="connsiteX97" fmla="*/ 146677 w 3313402"/>
              <a:gd name="connsiteY97" fmla="*/ 1193352 h 2948047"/>
              <a:gd name="connsiteX98" fmla="*/ 161931 w 3313402"/>
              <a:gd name="connsiteY98" fmla="*/ 1164017 h 2948047"/>
              <a:gd name="connsiteX99" fmla="*/ 181878 w 3313402"/>
              <a:gd name="connsiteY99" fmla="*/ 1135856 h 2948047"/>
              <a:gd name="connsiteX100" fmla="*/ 205346 w 3313402"/>
              <a:gd name="connsiteY100" fmla="*/ 1111214 h 2948047"/>
              <a:gd name="connsiteX101" fmla="*/ 232334 w 3313402"/>
              <a:gd name="connsiteY101" fmla="*/ 1086573 h 2948047"/>
              <a:gd name="connsiteX102" fmla="*/ 260497 w 3313402"/>
              <a:gd name="connsiteY102" fmla="*/ 1064277 h 2948047"/>
              <a:gd name="connsiteX103" fmla="*/ 289832 w 3313402"/>
              <a:gd name="connsiteY103" fmla="*/ 1041982 h 2948047"/>
              <a:gd name="connsiteX104" fmla="*/ 319166 w 3313402"/>
              <a:gd name="connsiteY104" fmla="*/ 1019688 h 2948047"/>
              <a:gd name="connsiteX105" fmla="*/ 348502 w 3313402"/>
              <a:gd name="connsiteY105" fmla="*/ 997393 h 2948047"/>
              <a:gd name="connsiteX106" fmla="*/ 375490 w 3313402"/>
              <a:gd name="connsiteY106" fmla="*/ 973926 h 2948047"/>
              <a:gd name="connsiteX107" fmla="*/ 398960 w 3313402"/>
              <a:gd name="connsiteY107" fmla="*/ 946938 h 2948047"/>
              <a:gd name="connsiteX108" fmla="*/ 420079 w 3313402"/>
              <a:gd name="connsiteY108" fmla="*/ 921122 h 2948047"/>
              <a:gd name="connsiteX109" fmla="*/ 436507 w 3313402"/>
              <a:gd name="connsiteY109" fmla="*/ 891788 h 2948047"/>
              <a:gd name="connsiteX110" fmla="*/ 450588 w 3313402"/>
              <a:gd name="connsiteY110" fmla="*/ 860106 h 2948047"/>
              <a:gd name="connsiteX111" fmla="*/ 462322 w 3313402"/>
              <a:gd name="connsiteY111" fmla="*/ 826076 h 2948047"/>
              <a:gd name="connsiteX112" fmla="*/ 472883 w 3313402"/>
              <a:gd name="connsiteY112" fmla="*/ 790874 h 2948047"/>
              <a:gd name="connsiteX113" fmla="*/ 482271 w 3313402"/>
              <a:gd name="connsiteY113" fmla="*/ 755672 h 2948047"/>
              <a:gd name="connsiteX114" fmla="*/ 491658 w 3313402"/>
              <a:gd name="connsiteY114" fmla="*/ 719297 h 2948047"/>
              <a:gd name="connsiteX115" fmla="*/ 502219 w 3313402"/>
              <a:gd name="connsiteY115" fmla="*/ 685268 h 2948047"/>
              <a:gd name="connsiteX116" fmla="*/ 513952 w 3313402"/>
              <a:gd name="connsiteY116" fmla="*/ 651238 h 2948047"/>
              <a:gd name="connsiteX117" fmla="*/ 528034 w 3313402"/>
              <a:gd name="connsiteY117" fmla="*/ 619558 h 2948047"/>
              <a:gd name="connsiteX118" fmla="*/ 545635 w 3313402"/>
              <a:gd name="connsiteY118" fmla="*/ 591396 h 2948047"/>
              <a:gd name="connsiteX119" fmla="*/ 566755 w 3313402"/>
              <a:gd name="connsiteY119" fmla="*/ 565581 h 2948047"/>
              <a:gd name="connsiteX120" fmla="*/ 592570 w 3313402"/>
              <a:gd name="connsiteY120" fmla="*/ 544460 h 2948047"/>
              <a:gd name="connsiteX121" fmla="*/ 620733 w 3313402"/>
              <a:gd name="connsiteY121" fmla="*/ 526859 h 2948047"/>
              <a:gd name="connsiteX122" fmla="*/ 652413 w 3313402"/>
              <a:gd name="connsiteY122" fmla="*/ 512777 h 2948047"/>
              <a:gd name="connsiteX123" fmla="*/ 686443 w 3313402"/>
              <a:gd name="connsiteY123" fmla="*/ 501044 h 2948047"/>
              <a:gd name="connsiteX124" fmla="*/ 720472 w 3313402"/>
              <a:gd name="connsiteY124" fmla="*/ 490483 h 2948047"/>
              <a:gd name="connsiteX125" fmla="*/ 756848 w 3313402"/>
              <a:gd name="connsiteY125" fmla="*/ 481096 h 2948047"/>
              <a:gd name="connsiteX126" fmla="*/ 792049 w 3313402"/>
              <a:gd name="connsiteY126" fmla="*/ 471708 h 2948047"/>
              <a:gd name="connsiteX127" fmla="*/ 827252 w 3313402"/>
              <a:gd name="connsiteY127" fmla="*/ 461147 h 2948047"/>
              <a:gd name="connsiteX128" fmla="*/ 861280 w 3313402"/>
              <a:gd name="connsiteY128" fmla="*/ 449413 h 2948047"/>
              <a:gd name="connsiteX129" fmla="*/ 892962 w 3313402"/>
              <a:gd name="connsiteY129" fmla="*/ 435332 h 2948047"/>
              <a:gd name="connsiteX130" fmla="*/ 922297 w 3313402"/>
              <a:gd name="connsiteY130" fmla="*/ 418906 h 2948047"/>
              <a:gd name="connsiteX131" fmla="*/ 948112 w 3313402"/>
              <a:gd name="connsiteY131" fmla="*/ 397785 h 2948047"/>
              <a:gd name="connsiteX132" fmla="*/ 975101 w 3313402"/>
              <a:gd name="connsiteY132" fmla="*/ 374315 h 2948047"/>
              <a:gd name="connsiteX133" fmla="*/ 998569 w 3313402"/>
              <a:gd name="connsiteY133" fmla="*/ 347327 h 2948047"/>
              <a:gd name="connsiteX134" fmla="*/ 1020864 w 3313402"/>
              <a:gd name="connsiteY134" fmla="*/ 319166 h 2948047"/>
              <a:gd name="connsiteX135" fmla="*/ 1043158 w 3313402"/>
              <a:gd name="connsiteY135" fmla="*/ 289831 h 2948047"/>
              <a:gd name="connsiteX136" fmla="*/ 1065453 w 3313402"/>
              <a:gd name="connsiteY136" fmla="*/ 260495 h 2948047"/>
              <a:gd name="connsiteX137" fmla="*/ 1087747 w 3313402"/>
              <a:gd name="connsiteY137" fmla="*/ 232334 h 2948047"/>
              <a:gd name="connsiteX138" fmla="*/ 1112390 w 3313402"/>
              <a:gd name="connsiteY138" fmla="*/ 205346 h 2948047"/>
              <a:gd name="connsiteX139" fmla="*/ 1137030 w 3313402"/>
              <a:gd name="connsiteY139" fmla="*/ 181878 h 2948047"/>
              <a:gd name="connsiteX140" fmla="*/ 1165193 w 3313402"/>
              <a:gd name="connsiteY140" fmla="*/ 161930 h 2948047"/>
              <a:gd name="connsiteX141" fmla="*/ 1194528 w 3313402"/>
              <a:gd name="connsiteY141" fmla="*/ 146675 h 2948047"/>
              <a:gd name="connsiteX142" fmla="*/ 1229731 w 3313402"/>
              <a:gd name="connsiteY142" fmla="*/ 136115 h 2948047"/>
              <a:gd name="connsiteX143" fmla="*/ 1266106 w 3313402"/>
              <a:gd name="connsiteY143" fmla="*/ 131421 h 2948047"/>
              <a:gd name="connsiteX144" fmla="*/ 1303654 w 3313402"/>
              <a:gd name="connsiteY144" fmla="*/ 130247 h 2948047"/>
              <a:gd name="connsiteX145" fmla="*/ 1343549 w 3313402"/>
              <a:gd name="connsiteY145" fmla="*/ 133769 h 2948047"/>
              <a:gd name="connsiteX146" fmla="*/ 1383446 w 3313402"/>
              <a:gd name="connsiteY146" fmla="*/ 138462 h 2948047"/>
              <a:gd name="connsiteX147" fmla="*/ 1423342 w 3313402"/>
              <a:gd name="connsiteY147" fmla="*/ 144329 h 2948047"/>
              <a:gd name="connsiteX148" fmla="*/ 1463237 w 3313402"/>
              <a:gd name="connsiteY148" fmla="*/ 149023 h 2948047"/>
              <a:gd name="connsiteX149" fmla="*/ 1503133 w 3313402"/>
              <a:gd name="connsiteY149" fmla="*/ 151369 h 2948047"/>
              <a:gd name="connsiteX150" fmla="*/ 1541856 w 3313402"/>
              <a:gd name="connsiteY150" fmla="*/ 151369 h 2948047"/>
              <a:gd name="connsiteX151" fmla="*/ 1578232 w 3313402"/>
              <a:gd name="connsiteY151" fmla="*/ 146675 h 2948047"/>
              <a:gd name="connsiteX152" fmla="*/ 1614608 w 3313402"/>
              <a:gd name="connsiteY152" fmla="*/ 137288 h 2948047"/>
              <a:gd name="connsiteX153" fmla="*/ 1649810 w 3313402"/>
              <a:gd name="connsiteY153" fmla="*/ 123208 h 2948047"/>
              <a:gd name="connsiteX154" fmla="*/ 1685011 w 3313402"/>
              <a:gd name="connsiteY154" fmla="*/ 104433 h 2948047"/>
              <a:gd name="connsiteX155" fmla="*/ 1720214 w 3313402"/>
              <a:gd name="connsiteY155" fmla="*/ 85659 h 2948047"/>
              <a:gd name="connsiteX156" fmla="*/ 1755415 w 3313402"/>
              <a:gd name="connsiteY156" fmla="*/ 64537 h 2948047"/>
              <a:gd name="connsiteX157" fmla="*/ 1789445 w 3313402"/>
              <a:gd name="connsiteY157" fmla="*/ 44589 h 2948047"/>
              <a:gd name="connsiteX158" fmla="*/ 1825821 w 3313402"/>
              <a:gd name="connsiteY158" fmla="*/ 26988 h 2948047"/>
              <a:gd name="connsiteX159" fmla="*/ 1861022 w 3313402"/>
              <a:gd name="connsiteY159" fmla="*/ 12907 h 2948047"/>
              <a:gd name="connsiteX160" fmla="*/ 1897398 w 3313402"/>
              <a:gd name="connsiteY160" fmla="*/ 3519 h 294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3313402" h="2948047">
                <a:moveTo>
                  <a:pt x="1934947" y="0"/>
                </a:moveTo>
                <a:lnTo>
                  <a:pt x="1972495" y="3519"/>
                </a:lnTo>
                <a:lnTo>
                  <a:pt x="2008871" y="12907"/>
                </a:lnTo>
                <a:lnTo>
                  <a:pt x="2044074" y="26988"/>
                </a:lnTo>
                <a:lnTo>
                  <a:pt x="2080448" y="44589"/>
                </a:lnTo>
                <a:lnTo>
                  <a:pt x="2114478" y="64537"/>
                </a:lnTo>
                <a:lnTo>
                  <a:pt x="2149681" y="85659"/>
                </a:lnTo>
                <a:lnTo>
                  <a:pt x="2184882" y="104433"/>
                </a:lnTo>
                <a:lnTo>
                  <a:pt x="2220084" y="123208"/>
                </a:lnTo>
                <a:lnTo>
                  <a:pt x="2254113" y="137288"/>
                </a:lnTo>
                <a:lnTo>
                  <a:pt x="2291662" y="146675"/>
                </a:lnTo>
                <a:lnTo>
                  <a:pt x="2328037" y="151369"/>
                </a:lnTo>
                <a:lnTo>
                  <a:pt x="2366759" y="151369"/>
                </a:lnTo>
                <a:lnTo>
                  <a:pt x="2406656" y="149023"/>
                </a:lnTo>
                <a:lnTo>
                  <a:pt x="2446551" y="144329"/>
                </a:lnTo>
                <a:lnTo>
                  <a:pt x="2486448" y="138462"/>
                </a:lnTo>
                <a:lnTo>
                  <a:pt x="2526343" y="133769"/>
                </a:lnTo>
                <a:lnTo>
                  <a:pt x="2566239" y="130247"/>
                </a:lnTo>
                <a:lnTo>
                  <a:pt x="2603787" y="131421"/>
                </a:lnTo>
                <a:lnTo>
                  <a:pt x="2640163" y="136115"/>
                </a:lnTo>
                <a:lnTo>
                  <a:pt x="2675366" y="146675"/>
                </a:lnTo>
                <a:lnTo>
                  <a:pt x="2704702" y="161930"/>
                </a:lnTo>
                <a:lnTo>
                  <a:pt x="2732862" y="181878"/>
                </a:lnTo>
                <a:lnTo>
                  <a:pt x="2757504" y="205346"/>
                </a:lnTo>
                <a:lnTo>
                  <a:pt x="2782146" y="232334"/>
                </a:lnTo>
                <a:lnTo>
                  <a:pt x="2804440" y="260495"/>
                </a:lnTo>
                <a:lnTo>
                  <a:pt x="2826735" y="289831"/>
                </a:lnTo>
                <a:lnTo>
                  <a:pt x="2849030" y="319166"/>
                </a:lnTo>
                <a:lnTo>
                  <a:pt x="2871324" y="347327"/>
                </a:lnTo>
                <a:lnTo>
                  <a:pt x="2894793" y="374315"/>
                </a:lnTo>
                <a:lnTo>
                  <a:pt x="2921781" y="397785"/>
                </a:lnTo>
                <a:lnTo>
                  <a:pt x="2947597" y="418906"/>
                </a:lnTo>
                <a:lnTo>
                  <a:pt x="2976931" y="435332"/>
                </a:lnTo>
                <a:lnTo>
                  <a:pt x="3008614" y="449413"/>
                </a:lnTo>
                <a:lnTo>
                  <a:pt x="3042641" y="461147"/>
                </a:lnTo>
                <a:lnTo>
                  <a:pt x="3077843" y="471708"/>
                </a:lnTo>
                <a:lnTo>
                  <a:pt x="3113046" y="481096"/>
                </a:lnTo>
                <a:lnTo>
                  <a:pt x="3149422" y="490483"/>
                </a:lnTo>
                <a:lnTo>
                  <a:pt x="3183450" y="501044"/>
                </a:lnTo>
                <a:lnTo>
                  <a:pt x="3217478" y="512777"/>
                </a:lnTo>
                <a:lnTo>
                  <a:pt x="3249161" y="526859"/>
                </a:lnTo>
                <a:lnTo>
                  <a:pt x="3277323" y="544460"/>
                </a:lnTo>
                <a:lnTo>
                  <a:pt x="3303139" y="565581"/>
                </a:lnTo>
                <a:lnTo>
                  <a:pt x="3313402" y="578126"/>
                </a:lnTo>
                <a:lnTo>
                  <a:pt x="3313402" y="2948047"/>
                </a:lnTo>
                <a:lnTo>
                  <a:pt x="422306" y="2948047"/>
                </a:lnTo>
                <a:lnTo>
                  <a:pt x="420079" y="2944070"/>
                </a:lnTo>
                <a:lnTo>
                  <a:pt x="398960" y="2918255"/>
                </a:lnTo>
                <a:lnTo>
                  <a:pt x="375490" y="2891267"/>
                </a:lnTo>
                <a:lnTo>
                  <a:pt x="348502" y="2867799"/>
                </a:lnTo>
                <a:lnTo>
                  <a:pt x="319166" y="2845505"/>
                </a:lnTo>
                <a:lnTo>
                  <a:pt x="289832" y="2823210"/>
                </a:lnTo>
                <a:lnTo>
                  <a:pt x="260497" y="2800916"/>
                </a:lnTo>
                <a:lnTo>
                  <a:pt x="232334" y="2778620"/>
                </a:lnTo>
                <a:lnTo>
                  <a:pt x="205346" y="2753979"/>
                </a:lnTo>
                <a:lnTo>
                  <a:pt x="181878" y="2729338"/>
                </a:lnTo>
                <a:lnTo>
                  <a:pt x="161931" y="2701176"/>
                </a:lnTo>
                <a:lnTo>
                  <a:pt x="146677" y="2671841"/>
                </a:lnTo>
                <a:lnTo>
                  <a:pt x="136116" y="2636640"/>
                </a:lnTo>
                <a:lnTo>
                  <a:pt x="131422" y="2600264"/>
                </a:lnTo>
                <a:lnTo>
                  <a:pt x="130248" y="2562713"/>
                </a:lnTo>
                <a:lnTo>
                  <a:pt x="133769" y="2522818"/>
                </a:lnTo>
                <a:lnTo>
                  <a:pt x="138462" y="2482923"/>
                </a:lnTo>
                <a:lnTo>
                  <a:pt x="144329" y="2443026"/>
                </a:lnTo>
                <a:lnTo>
                  <a:pt x="149023" y="2403131"/>
                </a:lnTo>
                <a:lnTo>
                  <a:pt x="151371" y="2363236"/>
                </a:lnTo>
                <a:lnTo>
                  <a:pt x="151371" y="2324513"/>
                </a:lnTo>
                <a:lnTo>
                  <a:pt x="146677" y="2288138"/>
                </a:lnTo>
                <a:lnTo>
                  <a:pt x="137289" y="2251763"/>
                </a:lnTo>
                <a:lnTo>
                  <a:pt x="123208" y="2217733"/>
                </a:lnTo>
                <a:lnTo>
                  <a:pt x="105607" y="2182531"/>
                </a:lnTo>
                <a:lnTo>
                  <a:pt x="85659" y="2147330"/>
                </a:lnTo>
                <a:lnTo>
                  <a:pt x="64538" y="2112127"/>
                </a:lnTo>
                <a:lnTo>
                  <a:pt x="44590" y="2078098"/>
                </a:lnTo>
                <a:lnTo>
                  <a:pt x="26988" y="2041723"/>
                </a:lnTo>
                <a:lnTo>
                  <a:pt x="12908" y="2006521"/>
                </a:lnTo>
                <a:lnTo>
                  <a:pt x="3521" y="1970145"/>
                </a:lnTo>
                <a:lnTo>
                  <a:pt x="0" y="1932596"/>
                </a:lnTo>
                <a:lnTo>
                  <a:pt x="3521" y="1895048"/>
                </a:lnTo>
                <a:lnTo>
                  <a:pt x="12908" y="1858672"/>
                </a:lnTo>
                <a:lnTo>
                  <a:pt x="26988" y="1823470"/>
                </a:lnTo>
                <a:lnTo>
                  <a:pt x="44590" y="1787095"/>
                </a:lnTo>
                <a:lnTo>
                  <a:pt x="64538" y="1753065"/>
                </a:lnTo>
                <a:lnTo>
                  <a:pt x="85659" y="1717864"/>
                </a:lnTo>
                <a:lnTo>
                  <a:pt x="105607" y="1682661"/>
                </a:lnTo>
                <a:lnTo>
                  <a:pt x="123208" y="1647460"/>
                </a:lnTo>
                <a:lnTo>
                  <a:pt x="137289" y="1613430"/>
                </a:lnTo>
                <a:lnTo>
                  <a:pt x="146677" y="1577054"/>
                </a:lnTo>
                <a:lnTo>
                  <a:pt x="151371" y="1540680"/>
                </a:lnTo>
                <a:lnTo>
                  <a:pt x="151371" y="1501958"/>
                </a:lnTo>
                <a:lnTo>
                  <a:pt x="149023" y="1462061"/>
                </a:lnTo>
                <a:lnTo>
                  <a:pt x="144329" y="1422166"/>
                </a:lnTo>
                <a:lnTo>
                  <a:pt x="138462" y="1382269"/>
                </a:lnTo>
                <a:lnTo>
                  <a:pt x="133769" y="1342374"/>
                </a:lnTo>
                <a:lnTo>
                  <a:pt x="130248" y="1302479"/>
                </a:lnTo>
                <a:lnTo>
                  <a:pt x="131422" y="1264930"/>
                </a:lnTo>
                <a:lnTo>
                  <a:pt x="136116" y="1228554"/>
                </a:lnTo>
                <a:lnTo>
                  <a:pt x="146677" y="1193352"/>
                </a:lnTo>
                <a:lnTo>
                  <a:pt x="161931" y="1164017"/>
                </a:lnTo>
                <a:lnTo>
                  <a:pt x="181878" y="1135856"/>
                </a:lnTo>
                <a:lnTo>
                  <a:pt x="205346" y="1111214"/>
                </a:lnTo>
                <a:lnTo>
                  <a:pt x="232334" y="1086573"/>
                </a:lnTo>
                <a:lnTo>
                  <a:pt x="260497" y="1064277"/>
                </a:lnTo>
                <a:lnTo>
                  <a:pt x="289832" y="1041982"/>
                </a:lnTo>
                <a:lnTo>
                  <a:pt x="319166" y="1019688"/>
                </a:lnTo>
                <a:lnTo>
                  <a:pt x="348502" y="997393"/>
                </a:lnTo>
                <a:lnTo>
                  <a:pt x="375490" y="973926"/>
                </a:lnTo>
                <a:lnTo>
                  <a:pt x="398960" y="946938"/>
                </a:lnTo>
                <a:lnTo>
                  <a:pt x="420079" y="921122"/>
                </a:lnTo>
                <a:lnTo>
                  <a:pt x="436507" y="891788"/>
                </a:lnTo>
                <a:lnTo>
                  <a:pt x="450588" y="860106"/>
                </a:lnTo>
                <a:lnTo>
                  <a:pt x="462322" y="826076"/>
                </a:lnTo>
                <a:lnTo>
                  <a:pt x="472883" y="790874"/>
                </a:lnTo>
                <a:lnTo>
                  <a:pt x="482271" y="755672"/>
                </a:lnTo>
                <a:lnTo>
                  <a:pt x="491658" y="719297"/>
                </a:lnTo>
                <a:lnTo>
                  <a:pt x="502219" y="685268"/>
                </a:lnTo>
                <a:lnTo>
                  <a:pt x="513952" y="651238"/>
                </a:lnTo>
                <a:lnTo>
                  <a:pt x="528034" y="619558"/>
                </a:lnTo>
                <a:lnTo>
                  <a:pt x="545635" y="591396"/>
                </a:lnTo>
                <a:lnTo>
                  <a:pt x="566755" y="565581"/>
                </a:lnTo>
                <a:lnTo>
                  <a:pt x="592570" y="544460"/>
                </a:lnTo>
                <a:lnTo>
                  <a:pt x="620733" y="526859"/>
                </a:lnTo>
                <a:lnTo>
                  <a:pt x="652413" y="512777"/>
                </a:lnTo>
                <a:lnTo>
                  <a:pt x="686443" y="501044"/>
                </a:lnTo>
                <a:lnTo>
                  <a:pt x="720472" y="490483"/>
                </a:lnTo>
                <a:lnTo>
                  <a:pt x="756848" y="481096"/>
                </a:lnTo>
                <a:lnTo>
                  <a:pt x="792049" y="471708"/>
                </a:lnTo>
                <a:lnTo>
                  <a:pt x="827252" y="461147"/>
                </a:lnTo>
                <a:lnTo>
                  <a:pt x="861280" y="449413"/>
                </a:lnTo>
                <a:lnTo>
                  <a:pt x="892962" y="435332"/>
                </a:lnTo>
                <a:lnTo>
                  <a:pt x="922297" y="418906"/>
                </a:lnTo>
                <a:lnTo>
                  <a:pt x="948112" y="397785"/>
                </a:lnTo>
                <a:lnTo>
                  <a:pt x="975101" y="374315"/>
                </a:lnTo>
                <a:lnTo>
                  <a:pt x="998569" y="347327"/>
                </a:lnTo>
                <a:lnTo>
                  <a:pt x="1020864" y="319166"/>
                </a:lnTo>
                <a:lnTo>
                  <a:pt x="1043158" y="289831"/>
                </a:lnTo>
                <a:lnTo>
                  <a:pt x="1065453" y="260495"/>
                </a:lnTo>
                <a:lnTo>
                  <a:pt x="1087747" y="232334"/>
                </a:lnTo>
                <a:lnTo>
                  <a:pt x="1112390" y="205346"/>
                </a:lnTo>
                <a:lnTo>
                  <a:pt x="1137030" y="181878"/>
                </a:lnTo>
                <a:lnTo>
                  <a:pt x="1165193" y="161930"/>
                </a:lnTo>
                <a:lnTo>
                  <a:pt x="1194528" y="146675"/>
                </a:lnTo>
                <a:lnTo>
                  <a:pt x="1229731" y="136115"/>
                </a:lnTo>
                <a:lnTo>
                  <a:pt x="1266106" y="131421"/>
                </a:lnTo>
                <a:lnTo>
                  <a:pt x="1303654" y="130247"/>
                </a:lnTo>
                <a:lnTo>
                  <a:pt x="1343549" y="133769"/>
                </a:lnTo>
                <a:lnTo>
                  <a:pt x="1383446" y="138462"/>
                </a:lnTo>
                <a:lnTo>
                  <a:pt x="1423342" y="144329"/>
                </a:lnTo>
                <a:lnTo>
                  <a:pt x="1463237" y="149023"/>
                </a:lnTo>
                <a:lnTo>
                  <a:pt x="1503133" y="151369"/>
                </a:lnTo>
                <a:lnTo>
                  <a:pt x="1541856" y="151369"/>
                </a:lnTo>
                <a:lnTo>
                  <a:pt x="1578232" y="146675"/>
                </a:lnTo>
                <a:lnTo>
                  <a:pt x="1614608" y="137288"/>
                </a:lnTo>
                <a:lnTo>
                  <a:pt x="1649810" y="123208"/>
                </a:lnTo>
                <a:lnTo>
                  <a:pt x="1685011" y="104433"/>
                </a:lnTo>
                <a:lnTo>
                  <a:pt x="1720214" y="85659"/>
                </a:lnTo>
                <a:lnTo>
                  <a:pt x="1755415" y="64537"/>
                </a:lnTo>
                <a:lnTo>
                  <a:pt x="1789445" y="44589"/>
                </a:lnTo>
                <a:lnTo>
                  <a:pt x="1825821" y="26988"/>
                </a:lnTo>
                <a:lnTo>
                  <a:pt x="1861022" y="12907"/>
                </a:lnTo>
                <a:lnTo>
                  <a:pt x="1897398" y="3519"/>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32" name="Freeform: Shape 31">
            <a:extLst>
              <a:ext uri="{FF2B5EF4-FFF2-40B4-BE49-F238E27FC236}">
                <a16:creationId xmlns:a16="http://schemas.microsoft.com/office/drawing/2014/main" id="{875C1B52-15CE-4113-A420-BFFE21037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91066" y="4009109"/>
            <a:ext cx="3200935" cy="2848897"/>
          </a:xfrm>
          <a:custGeom>
            <a:avLst/>
            <a:gdLst>
              <a:gd name="connsiteX0" fmla="*/ 1822480 w 3200935"/>
              <a:gd name="connsiteY0" fmla="*/ 0 h 2848897"/>
              <a:gd name="connsiteX1" fmla="*/ 1858100 w 3200935"/>
              <a:gd name="connsiteY1" fmla="*/ 3339 h 2848897"/>
              <a:gd name="connsiteX2" fmla="*/ 1892611 w 3200935"/>
              <a:gd name="connsiteY2" fmla="*/ 12245 h 2848897"/>
              <a:gd name="connsiteX3" fmla="*/ 1926007 w 3200935"/>
              <a:gd name="connsiteY3" fmla="*/ 25604 h 2848897"/>
              <a:gd name="connsiteX4" fmla="*/ 1960514 w 3200935"/>
              <a:gd name="connsiteY4" fmla="*/ 42302 h 2848897"/>
              <a:gd name="connsiteX5" fmla="*/ 1992798 w 3200935"/>
              <a:gd name="connsiteY5" fmla="*/ 61227 h 2848897"/>
              <a:gd name="connsiteX6" fmla="*/ 2026194 w 3200935"/>
              <a:gd name="connsiteY6" fmla="*/ 81264 h 2848897"/>
              <a:gd name="connsiteX7" fmla="*/ 2059589 w 3200935"/>
              <a:gd name="connsiteY7" fmla="*/ 99075 h 2848897"/>
              <a:gd name="connsiteX8" fmla="*/ 2092985 w 3200935"/>
              <a:gd name="connsiteY8" fmla="*/ 116887 h 2848897"/>
              <a:gd name="connsiteX9" fmla="*/ 2125268 w 3200935"/>
              <a:gd name="connsiteY9" fmla="*/ 130245 h 2848897"/>
              <a:gd name="connsiteX10" fmla="*/ 2160890 w 3200935"/>
              <a:gd name="connsiteY10" fmla="*/ 139150 h 2848897"/>
              <a:gd name="connsiteX11" fmla="*/ 2195399 w 3200935"/>
              <a:gd name="connsiteY11" fmla="*/ 143604 h 2848897"/>
              <a:gd name="connsiteX12" fmla="*/ 2232134 w 3200935"/>
              <a:gd name="connsiteY12" fmla="*/ 143604 h 2848897"/>
              <a:gd name="connsiteX13" fmla="*/ 2269983 w 3200935"/>
              <a:gd name="connsiteY13" fmla="*/ 141378 h 2848897"/>
              <a:gd name="connsiteX14" fmla="*/ 2307831 w 3200935"/>
              <a:gd name="connsiteY14" fmla="*/ 136924 h 2848897"/>
              <a:gd name="connsiteX15" fmla="*/ 2345681 w 3200935"/>
              <a:gd name="connsiteY15" fmla="*/ 131359 h 2848897"/>
              <a:gd name="connsiteX16" fmla="*/ 2383529 w 3200935"/>
              <a:gd name="connsiteY16" fmla="*/ 126906 h 2848897"/>
              <a:gd name="connsiteX17" fmla="*/ 2421378 w 3200935"/>
              <a:gd name="connsiteY17" fmla="*/ 123565 h 2848897"/>
              <a:gd name="connsiteX18" fmla="*/ 2456999 w 3200935"/>
              <a:gd name="connsiteY18" fmla="*/ 124678 h 2848897"/>
              <a:gd name="connsiteX19" fmla="*/ 2491507 w 3200935"/>
              <a:gd name="connsiteY19" fmla="*/ 129132 h 2848897"/>
              <a:gd name="connsiteX20" fmla="*/ 2524903 w 3200935"/>
              <a:gd name="connsiteY20" fmla="*/ 139150 h 2848897"/>
              <a:gd name="connsiteX21" fmla="*/ 2552734 w 3200935"/>
              <a:gd name="connsiteY21" fmla="*/ 153622 h 2848897"/>
              <a:gd name="connsiteX22" fmla="*/ 2579449 w 3200935"/>
              <a:gd name="connsiteY22" fmla="*/ 172547 h 2848897"/>
              <a:gd name="connsiteX23" fmla="*/ 2602827 w 3200935"/>
              <a:gd name="connsiteY23" fmla="*/ 194811 h 2848897"/>
              <a:gd name="connsiteX24" fmla="*/ 2626204 w 3200935"/>
              <a:gd name="connsiteY24" fmla="*/ 220414 h 2848897"/>
              <a:gd name="connsiteX25" fmla="*/ 2647355 w 3200935"/>
              <a:gd name="connsiteY25" fmla="*/ 247131 h 2848897"/>
              <a:gd name="connsiteX26" fmla="*/ 2668506 w 3200935"/>
              <a:gd name="connsiteY26" fmla="*/ 274961 h 2848897"/>
              <a:gd name="connsiteX27" fmla="*/ 2689656 w 3200935"/>
              <a:gd name="connsiteY27" fmla="*/ 302791 h 2848897"/>
              <a:gd name="connsiteX28" fmla="*/ 2710806 w 3200935"/>
              <a:gd name="connsiteY28" fmla="*/ 329509 h 2848897"/>
              <a:gd name="connsiteX29" fmla="*/ 2733071 w 3200935"/>
              <a:gd name="connsiteY29" fmla="*/ 355112 h 2848897"/>
              <a:gd name="connsiteX30" fmla="*/ 2758675 w 3200935"/>
              <a:gd name="connsiteY30" fmla="*/ 377377 h 2848897"/>
              <a:gd name="connsiteX31" fmla="*/ 2783165 w 3200935"/>
              <a:gd name="connsiteY31" fmla="*/ 397415 h 2848897"/>
              <a:gd name="connsiteX32" fmla="*/ 2810995 w 3200935"/>
              <a:gd name="connsiteY32" fmla="*/ 412999 h 2848897"/>
              <a:gd name="connsiteX33" fmla="*/ 2841051 w 3200935"/>
              <a:gd name="connsiteY33" fmla="*/ 426357 h 2848897"/>
              <a:gd name="connsiteX34" fmla="*/ 2873333 w 3200935"/>
              <a:gd name="connsiteY34" fmla="*/ 437489 h 2848897"/>
              <a:gd name="connsiteX35" fmla="*/ 2906728 w 3200935"/>
              <a:gd name="connsiteY35" fmla="*/ 447507 h 2848897"/>
              <a:gd name="connsiteX36" fmla="*/ 2940124 w 3200935"/>
              <a:gd name="connsiteY36" fmla="*/ 456413 h 2848897"/>
              <a:gd name="connsiteX37" fmla="*/ 2974633 w 3200935"/>
              <a:gd name="connsiteY37" fmla="*/ 465320 h 2848897"/>
              <a:gd name="connsiteX38" fmla="*/ 3006916 w 3200935"/>
              <a:gd name="connsiteY38" fmla="*/ 475338 h 2848897"/>
              <a:gd name="connsiteX39" fmla="*/ 3039197 w 3200935"/>
              <a:gd name="connsiteY39" fmla="*/ 486470 h 2848897"/>
              <a:gd name="connsiteX40" fmla="*/ 3069254 w 3200935"/>
              <a:gd name="connsiteY40" fmla="*/ 499829 h 2848897"/>
              <a:gd name="connsiteX41" fmla="*/ 3095972 w 3200935"/>
              <a:gd name="connsiteY41" fmla="*/ 516527 h 2848897"/>
              <a:gd name="connsiteX42" fmla="*/ 3120463 w 3200935"/>
              <a:gd name="connsiteY42" fmla="*/ 536565 h 2848897"/>
              <a:gd name="connsiteX43" fmla="*/ 3140498 w 3200935"/>
              <a:gd name="connsiteY43" fmla="*/ 561055 h 2848897"/>
              <a:gd name="connsiteX44" fmla="*/ 3157197 w 3200935"/>
              <a:gd name="connsiteY44" fmla="*/ 587772 h 2848897"/>
              <a:gd name="connsiteX45" fmla="*/ 3170555 w 3200935"/>
              <a:gd name="connsiteY45" fmla="*/ 617827 h 2848897"/>
              <a:gd name="connsiteX46" fmla="*/ 3181687 w 3200935"/>
              <a:gd name="connsiteY46" fmla="*/ 650112 h 2848897"/>
              <a:gd name="connsiteX47" fmla="*/ 3191705 w 3200935"/>
              <a:gd name="connsiteY47" fmla="*/ 682393 h 2848897"/>
              <a:gd name="connsiteX48" fmla="*/ 3200612 w 3200935"/>
              <a:gd name="connsiteY48" fmla="*/ 716904 h 2848897"/>
              <a:gd name="connsiteX49" fmla="*/ 3200935 w 3200935"/>
              <a:gd name="connsiteY49" fmla="*/ 718115 h 2848897"/>
              <a:gd name="connsiteX50" fmla="*/ 3200935 w 3200935"/>
              <a:gd name="connsiteY50" fmla="*/ 2848897 h 2848897"/>
              <a:gd name="connsiteX51" fmla="*/ 413394 w 3200935"/>
              <a:gd name="connsiteY51" fmla="*/ 2848897 h 2848897"/>
              <a:gd name="connsiteX52" fmla="*/ 400932 w 3200935"/>
              <a:gd name="connsiteY52" fmla="*/ 2820857 h 2848897"/>
              <a:gd name="connsiteX53" fmla="*/ 385348 w 3200935"/>
              <a:gd name="connsiteY53" fmla="*/ 2793028 h 2848897"/>
              <a:gd name="connsiteX54" fmla="*/ 365311 w 3200935"/>
              <a:gd name="connsiteY54" fmla="*/ 2768537 h 2848897"/>
              <a:gd name="connsiteX55" fmla="*/ 343046 w 3200935"/>
              <a:gd name="connsiteY55" fmla="*/ 2742933 h 2848897"/>
              <a:gd name="connsiteX56" fmla="*/ 317443 w 3200935"/>
              <a:gd name="connsiteY56" fmla="*/ 2720669 h 2848897"/>
              <a:gd name="connsiteX57" fmla="*/ 289612 w 3200935"/>
              <a:gd name="connsiteY57" fmla="*/ 2699519 h 2848897"/>
              <a:gd name="connsiteX58" fmla="*/ 261783 w 3200935"/>
              <a:gd name="connsiteY58" fmla="*/ 2678368 h 2848897"/>
              <a:gd name="connsiteX59" fmla="*/ 233954 w 3200935"/>
              <a:gd name="connsiteY59" fmla="*/ 2657218 h 2848897"/>
              <a:gd name="connsiteX60" fmla="*/ 207237 w 3200935"/>
              <a:gd name="connsiteY60" fmla="*/ 2636065 h 2848897"/>
              <a:gd name="connsiteX61" fmla="*/ 181633 w 3200935"/>
              <a:gd name="connsiteY61" fmla="*/ 2612689 h 2848897"/>
              <a:gd name="connsiteX62" fmla="*/ 159370 w 3200935"/>
              <a:gd name="connsiteY62" fmla="*/ 2589312 h 2848897"/>
              <a:gd name="connsiteX63" fmla="*/ 140446 w 3200935"/>
              <a:gd name="connsiteY63" fmla="*/ 2562594 h 2848897"/>
              <a:gd name="connsiteX64" fmla="*/ 125974 w 3200935"/>
              <a:gd name="connsiteY64" fmla="*/ 2534764 h 2848897"/>
              <a:gd name="connsiteX65" fmla="*/ 115956 w 3200935"/>
              <a:gd name="connsiteY65" fmla="*/ 2501370 h 2848897"/>
              <a:gd name="connsiteX66" fmla="*/ 111502 w 3200935"/>
              <a:gd name="connsiteY66" fmla="*/ 2466860 h 2848897"/>
              <a:gd name="connsiteX67" fmla="*/ 110388 w 3200935"/>
              <a:gd name="connsiteY67" fmla="*/ 2431236 h 2848897"/>
              <a:gd name="connsiteX68" fmla="*/ 113728 w 3200935"/>
              <a:gd name="connsiteY68" fmla="*/ 2393388 h 2848897"/>
              <a:gd name="connsiteX69" fmla="*/ 118182 w 3200935"/>
              <a:gd name="connsiteY69" fmla="*/ 2355539 h 2848897"/>
              <a:gd name="connsiteX70" fmla="*/ 123747 w 3200935"/>
              <a:gd name="connsiteY70" fmla="*/ 2317690 h 2848897"/>
              <a:gd name="connsiteX71" fmla="*/ 128200 w 3200935"/>
              <a:gd name="connsiteY71" fmla="*/ 2279842 h 2848897"/>
              <a:gd name="connsiteX72" fmla="*/ 130428 w 3200935"/>
              <a:gd name="connsiteY72" fmla="*/ 2241992 h 2848897"/>
              <a:gd name="connsiteX73" fmla="*/ 130428 w 3200935"/>
              <a:gd name="connsiteY73" fmla="*/ 2205256 h 2848897"/>
              <a:gd name="connsiteX74" fmla="*/ 125974 w 3200935"/>
              <a:gd name="connsiteY74" fmla="*/ 2170747 h 2848897"/>
              <a:gd name="connsiteX75" fmla="*/ 117069 w 3200935"/>
              <a:gd name="connsiteY75" fmla="*/ 2136238 h 2848897"/>
              <a:gd name="connsiteX76" fmla="*/ 103710 w 3200935"/>
              <a:gd name="connsiteY76" fmla="*/ 2103954 h 2848897"/>
              <a:gd name="connsiteX77" fmla="*/ 87012 w 3200935"/>
              <a:gd name="connsiteY77" fmla="*/ 2070559 h 2848897"/>
              <a:gd name="connsiteX78" fmla="*/ 68088 w 3200935"/>
              <a:gd name="connsiteY78" fmla="*/ 2037163 h 2848897"/>
              <a:gd name="connsiteX79" fmla="*/ 48051 w 3200935"/>
              <a:gd name="connsiteY79" fmla="*/ 2003766 h 2848897"/>
              <a:gd name="connsiteX80" fmla="*/ 29127 w 3200935"/>
              <a:gd name="connsiteY80" fmla="*/ 1971483 h 2848897"/>
              <a:gd name="connsiteX81" fmla="*/ 12427 w 3200935"/>
              <a:gd name="connsiteY81" fmla="*/ 1936974 h 2848897"/>
              <a:gd name="connsiteX82" fmla="*/ 0 w 3200935"/>
              <a:gd name="connsiteY82" fmla="*/ 1905903 h 2848897"/>
              <a:gd name="connsiteX83" fmla="*/ 0 w 3200935"/>
              <a:gd name="connsiteY83" fmla="*/ 1760990 h 2848897"/>
              <a:gd name="connsiteX84" fmla="*/ 12427 w 3200935"/>
              <a:gd name="connsiteY84" fmla="*/ 1729918 h 2848897"/>
              <a:gd name="connsiteX85" fmla="*/ 29127 w 3200935"/>
              <a:gd name="connsiteY85" fmla="*/ 1695410 h 2848897"/>
              <a:gd name="connsiteX86" fmla="*/ 48051 w 3200935"/>
              <a:gd name="connsiteY86" fmla="*/ 1663126 h 2848897"/>
              <a:gd name="connsiteX87" fmla="*/ 68088 w 3200935"/>
              <a:gd name="connsiteY87" fmla="*/ 1629730 h 2848897"/>
              <a:gd name="connsiteX88" fmla="*/ 87012 w 3200935"/>
              <a:gd name="connsiteY88" fmla="*/ 1596334 h 2848897"/>
              <a:gd name="connsiteX89" fmla="*/ 103710 w 3200935"/>
              <a:gd name="connsiteY89" fmla="*/ 1562938 h 2848897"/>
              <a:gd name="connsiteX90" fmla="*/ 117069 w 3200935"/>
              <a:gd name="connsiteY90" fmla="*/ 1530654 h 2848897"/>
              <a:gd name="connsiteX91" fmla="*/ 125974 w 3200935"/>
              <a:gd name="connsiteY91" fmla="*/ 1496145 h 2848897"/>
              <a:gd name="connsiteX92" fmla="*/ 130428 w 3200935"/>
              <a:gd name="connsiteY92" fmla="*/ 1461636 h 2848897"/>
              <a:gd name="connsiteX93" fmla="*/ 130428 w 3200935"/>
              <a:gd name="connsiteY93" fmla="*/ 1424901 h 2848897"/>
              <a:gd name="connsiteX94" fmla="*/ 128200 w 3200935"/>
              <a:gd name="connsiteY94" fmla="*/ 1387052 h 2848897"/>
              <a:gd name="connsiteX95" fmla="*/ 123747 w 3200935"/>
              <a:gd name="connsiteY95" fmla="*/ 1349203 h 2848897"/>
              <a:gd name="connsiteX96" fmla="*/ 118182 w 3200935"/>
              <a:gd name="connsiteY96" fmla="*/ 1311353 h 2848897"/>
              <a:gd name="connsiteX97" fmla="*/ 113728 w 3200935"/>
              <a:gd name="connsiteY97" fmla="*/ 1273505 h 2848897"/>
              <a:gd name="connsiteX98" fmla="*/ 110388 w 3200935"/>
              <a:gd name="connsiteY98" fmla="*/ 1235657 h 2848897"/>
              <a:gd name="connsiteX99" fmla="*/ 111502 w 3200935"/>
              <a:gd name="connsiteY99" fmla="*/ 1200034 h 2848897"/>
              <a:gd name="connsiteX100" fmla="*/ 115956 w 3200935"/>
              <a:gd name="connsiteY100" fmla="*/ 1165525 h 2848897"/>
              <a:gd name="connsiteX101" fmla="*/ 125974 w 3200935"/>
              <a:gd name="connsiteY101" fmla="*/ 1132128 h 2848897"/>
              <a:gd name="connsiteX102" fmla="*/ 140446 w 3200935"/>
              <a:gd name="connsiteY102" fmla="*/ 1104298 h 2848897"/>
              <a:gd name="connsiteX103" fmla="*/ 159370 w 3200935"/>
              <a:gd name="connsiteY103" fmla="*/ 1077582 h 2848897"/>
              <a:gd name="connsiteX104" fmla="*/ 181633 w 3200935"/>
              <a:gd name="connsiteY104" fmla="*/ 1054204 h 2848897"/>
              <a:gd name="connsiteX105" fmla="*/ 207237 w 3200935"/>
              <a:gd name="connsiteY105" fmla="*/ 1030827 h 2848897"/>
              <a:gd name="connsiteX106" fmla="*/ 233954 w 3200935"/>
              <a:gd name="connsiteY106" fmla="*/ 1009676 h 2848897"/>
              <a:gd name="connsiteX107" fmla="*/ 261783 w 3200935"/>
              <a:gd name="connsiteY107" fmla="*/ 988524 h 2848897"/>
              <a:gd name="connsiteX108" fmla="*/ 289612 w 3200935"/>
              <a:gd name="connsiteY108" fmla="*/ 967374 h 2848897"/>
              <a:gd name="connsiteX109" fmla="*/ 317443 w 3200935"/>
              <a:gd name="connsiteY109" fmla="*/ 946223 h 2848897"/>
              <a:gd name="connsiteX110" fmla="*/ 343046 w 3200935"/>
              <a:gd name="connsiteY110" fmla="*/ 923960 h 2848897"/>
              <a:gd name="connsiteX111" fmla="*/ 365311 w 3200935"/>
              <a:gd name="connsiteY111" fmla="*/ 898356 h 2848897"/>
              <a:gd name="connsiteX112" fmla="*/ 385348 w 3200935"/>
              <a:gd name="connsiteY112" fmla="*/ 873865 h 2848897"/>
              <a:gd name="connsiteX113" fmla="*/ 400932 w 3200935"/>
              <a:gd name="connsiteY113" fmla="*/ 846035 h 2848897"/>
              <a:gd name="connsiteX114" fmla="*/ 414290 w 3200935"/>
              <a:gd name="connsiteY114" fmla="*/ 815980 h 2848897"/>
              <a:gd name="connsiteX115" fmla="*/ 425422 w 3200935"/>
              <a:gd name="connsiteY115" fmla="*/ 783695 h 2848897"/>
              <a:gd name="connsiteX116" fmla="*/ 435442 w 3200935"/>
              <a:gd name="connsiteY116" fmla="*/ 750298 h 2848897"/>
              <a:gd name="connsiteX117" fmla="*/ 444347 w 3200935"/>
              <a:gd name="connsiteY117" fmla="*/ 716904 h 2848897"/>
              <a:gd name="connsiteX118" fmla="*/ 453253 w 3200935"/>
              <a:gd name="connsiteY118" fmla="*/ 682393 h 2848897"/>
              <a:gd name="connsiteX119" fmla="*/ 463271 w 3200935"/>
              <a:gd name="connsiteY119" fmla="*/ 650112 h 2848897"/>
              <a:gd name="connsiteX120" fmla="*/ 474403 w 3200935"/>
              <a:gd name="connsiteY120" fmla="*/ 617827 h 2848897"/>
              <a:gd name="connsiteX121" fmla="*/ 487762 w 3200935"/>
              <a:gd name="connsiteY121" fmla="*/ 587772 h 2848897"/>
              <a:gd name="connsiteX122" fmla="*/ 504460 w 3200935"/>
              <a:gd name="connsiteY122" fmla="*/ 561055 h 2848897"/>
              <a:gd name="connsiteX123" fmla="*/ 524495 w 3200935"/>
              <a:gd name="connsiteY123" fmla="*/ 536565 h 2848897"/>
              <a:gd name="connsiteX124" fmla="*/ 548987 w 3200935"/>
              <a:gd name="connsiteY124" fmla="*/ 516527 h 2848897"/>
              <a:gd name="connsiteX125" fmla="*/ 575704 w 3200935"/>
              <a:gd name="connsiteY125" fmla="*/ 499829 h 2848897"/>
              <a:gd name="connsiteX126" fmla="*/ 605759 w 3200935"/>
              <a:gd name="connsiteY126" fmla="*/ 486470 h 2848897"/>
              <a:gd name="connsiteX127" fmla="*/ 638042 w 3200935"/>
              <a:gd name="connsiteY127" fmla="*/ 475338 h 2848897"/>
              <a:gd name="connsiteX128" fmla="*/ 670325 w 3200935"/>
              <a:gd name="connsiteY128" fmla="*/ 465320 h 2848897"/>
              <a:gd name="connsiteX129" fmla="*/ 704834 w 3200935"/>
              <a:gd name="connsiteY129" fmla="*/ 456413 h 2848897"/>
              <a:gd name="connsiteX130" fmla="*/ 738229 w 3200935"/>
              <a:gd name="connsiteY130" fmla="*/ 447507 h 2848897"/>
              <a:gd name="connsiteX131" fmla="*/ 771626 w 3200935"/>
              <a:gd name="connsiteY131" fmla="*/ 437489 h 2848897"/>
              <a:gd name="connsiteX132" fmla="*/ 803907 w 3200935"/>
              <a:gd name="connsiteY132" fmla="*/ 426357 h 2848897"/>
              <a:gd name="connsiteX133" fmla="*/ 833964 w 3200935"/>
              <a:gd name="connsiteY133" fmla="*/ 412999 h 2848897"/>
              <a:gd name="connsiteX134" fmla="*/ 861794 w 3200935"/>
              <a:gd name="connsiteY134" fmla="*/ 397415 h 2848897"/>
              <a:gd name="connsiteX135" fmla="*/ 886284 w 3200935"/>
              <a:gd name="connsiteY135" fmla="*/ 377377 h 2848897"/>
              <a:gd name="connsiteX136" fmla="*/ 911888 w 3200935"/>
              <a:gd name="connsiteY136" fmla="*/ 355112 h 2848897"/>
              <a:gd name="connsiteX137" fmla="*/ 934152 w 3200935"/>
              <a:gd name="connsiteY137" fmla="*/ 329509 h 2848897"/>
              <a:gd name="connsiteX138" fmla="*/ 955302 w 3200935"/>
              <a:gd name="connsiteY138" fmla="*/ 302791 h 2848897"/>
              <a:gd name="connsiteX139" fmla="*/ 976452 w 3200935"/>
              <a:gd name="connsiteY139" fmla="*/ 274961 h 2848897"/>
              <a:gd name="connsiteX140" fmla="*/ 997604 w 3200935"/>
              <a:gd name="connsiteY140" fmla="*/ 247131 h 2848897"/>
              <a:gd name="connsiteX141" fmla="*/ 1018754 w 3200935"/>
              <a:gd name="connsiteY141" fmla="*/ 220414 h 2848897"/>
              <a:gd name="connsiteX142" fmla="*/ 1042131 w 3200935"/>
              <a:gd name="connsiteY142" fmla="*/ 194811 h 2848897"/>
              <a:gd name="connsiteX143" fmla="*/ 1065507 w 3200935"/>
              <a:gd name="connsiteY143" fmla="*/ 172547 h 2848897"/>
              <a:gd name="connsiteX144" fmla="*/ 1092225 w 3200935"/>
              <a:gd name="connsiteY144" fmla="*/ 153622 h 2848897"/>
              <a:gd name="connsiteX145" fmla="*/ 1120055 w 3200935"/>
              <a:gd name="connsiteY145" fmla="*/ 139150 h 2848897"/>
              <a:gd name="connsiteX146" fmla="*/ 1153451 w 3200935"/>
              <a:gd name="connsiteY146" fmla="*/ 129132 h 2848897"/>
              <a:gd name="connsiteX147" fmla="*/ 1187961 w 3200935"/>
              <a:gd name="connsiteY147" fmla="*/ 124678 h 2848897"/>
              <a:gd name="connsiteX148" fmla="*/ 1223581 w 3200935"/>
              <a:gd name="connsiteY148" fmla="*/ 123565 h 2848897"/>
              <a:gd name="connsiteX149" fmla="*/ 1261429 w 3200935"/>
              <a:gd name="connsiteY149" fmla="*/ 126906 h 2848897"/>
              <a:gd name="connsiteX150" fmla="*/ 1299279 w 3200935"/>
              <a:gd name="connsiteY150" fmla="*/ 131359 h 2848897"/>
              <a:gd name="connsiteX151" fmla="*/ 1337128 w 3200935"/>
              <a:gd name="connsiteY151" fmla="*/ 136924 h 2848897"/>
              <a:gd name="connsiteX152" fmla="*/ 1374976 w 3200935"/>
              <a:gd name="connsiteY152" fmla="*/ 141378 h 2848897"/>
              <a:gd name="connsiteX153" fmla="*/ 1412824 w 3200935"/>
              <a:gd name="connsiteY153" fmla="*/ 143604 h 2848897"/>
              <a:gd name="connsiteX154" fmla="*/ 1449561 w 3200935"/>
              <a:gd name="connsiteY154" fmla="*/ 143604 h 2848897"/>
              <a:gd name="connsiteX155" fmla="*/ 1484069 w 3200935"/>
              <a:gd name="connsiteY155" fmla="*/ 139150 h 2848897"/>
              <a:gd name="connsiteX156" fmla="*/ 1518579 w 3200935"/>
              <a:gd name="connsiteY156" fmla="*/ 130245 h 2848897"/>
              <a:gd name="connsiteX157" fmla="*/ 1551974 w 3200935"/>
              <a:gd name="connsiteY157" fmla="*/ 116887 h 2848897"/>
              <a:gd name="connsiteX158" fmla="*/ 1585369 w 3200935"/>
              <a:gd name="connsiteY158" fmla="*/ 99075 h 2848897"/>
              <a:gd name="connsiteX159" fmla="*/ 1618765 w 3200935"/>
              <a:gd name="connsiteY159" fmla="*/ 81264 h 2848897"/>
              <a:gd name="connsiteX160" fmla="*/ 1652161 w 3200935"/>
              <a:gd name="connsiteY160" fmla="*/ 61227 h 2848897"/>
              <a:gd name="connsiteX161" fmla="*/ 1684444 w 3200935"/>
              <a:gd name="connsiteY161" fmla="*/ 42302 h 2848897"/>
              <a:gd name="connsiteX162" fmla="*/ 1718953 w 3200935"/>
              <a:gd name="connsiteY162" fmla="*/ 25604 h 2848897"/>
              <a:gd name="connsiteX163" fmla="*/ 1752349 w 3200935"/>
              <a:gd name="connsiteY163" fmla="*/ 12245 h 2848897"/>
              <a:gd name="connsiteX164" fmla="*/ 1786858 w 3200935"/>
              <a:gd name="connsiteY164" fmla="*/ 3339 h 284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200935" h="2848897">
                <a:moveTo>
                  <a:pt x="1822480" y="0"/>
                </a:moveTo>
                <a:lnTo>
                  <a:pt x="1858100" y="3339"/>
                </a:lnTo>
                <a:lnTo>
                  <a:pt x="1892611" y="12245"/>
                </a:lnTo>
                <a:lnTo>
                  <a:pt x="1926007" y="25604"/>
                </a:lnTo>
                <a:lnTo>
                  <a:pt x="1960514" y="42302"/>
                </a:lnTo>
                <a:lnTo>
                  <a:pt x="1992798" y="61227"/>
                </a:lnTo>
                <a:lnTo>
                  <a:pt x="2026194" y="81264"/>
                </a:lnTo>
                <a:lnTo>
                  <a:pt x="2059589" y="99075"/>
                </a:lnTo>
                <a:lnTo>
                  <a:pt x="2092985" y="116887"/>
                </a:lnTo>
                <a:lnTo>
                  <a:pt x="2125268" y="130245"/>
                </a:lnTo>
                <a:lnTo>
                  <a:pt x="2160890" y="139150"/>
                </a:lnTo>
                <a:lnTo>
                  <a:pt x="2195399" y="143604"/>
                </a:lnTo>
                <a:lnTo>
                  <a:pt x="2232134" y="143604"/>
                </a:lnTo>
                <a:lnTo>
                  <a:pt x="2269983" y="141378"/>
                </a:lnTo>
                <a:lnTo>
                  <a:pt x="2307831" y="136924"/>
                </a:lnTo>
                <a:lnTo>
                  <a:pt x="2345681" y="131359"/>
                </a:lnTo>
                <a:lnTo>
                  <a:pt x="2383529" y="126906"/>
                </a:lnTo>
                <a:lnTo>
                  <a:pt x="2421378" y="123565"/>
                </a:lnTo>
                <a:lnTo>
                  <a:pt x="2456999" y="124678"/>
                </a:lnTo>
                <a:lnTo>
                  <a:pt x="2491507" y="129132"/>
                </a:lnTo>
                <a:lnTo>
                  <a:pt x="2524903" y="139150"/>
                </a:lnTo>
                <a:lnTo>
                  <a:pt x="2552734" y="153622"/>
                </a:lnTo>
                <a:lnTo>
                  <a:pt x="2579449" y="172547"/>
                </a:lnTo>
                <a:lnTo>
                  <a:pt x="2602827" y="194811"/>
                </a:lnTo>
                <a:lnTo>
                  <a:pt x="2626204" y="220414"/>
                </a:lnTo>
                <a:lnTo>
                  <a:pt x="2647355" y="247131"/>
                </a:lnTo>
                <a:lnTo>
                  <a:pt x="2668506" y="274961"/>
                </a:lnTo>
                <a:lnTo>
                  <a:pt x="2689656" y="302791"/>
                </a:lnTo>
                <a:lnTo>
                  <a:pt x="2710806" y="329509"/>
                </a:lnTo>
                <a:lnTo>
                  <a:pt x="2733071" y="355112"/>
                </a:lnTo>
                <a:lnTo>
                  <a:pt x="2758675" y="377377"/>
                </a:lnTo>
                <a:lnTo>
                  <a:pt x="2783165" y="397415"/>
                </a:lnTo>
                <a:lnTo>
                  <a:pt x="2810995" y="412999"/>
                </a:lnTo>
                <a:lnTo>
                  <a:pt x="2841051" y="426357"/>
                </a:lnTo>
                <a:lnTo>
                  <a:pt x="2873333" y="437489"/>
                </a:lnTo>
                <a:lnTo>
                  <a:pt x="2906728" y="447507"/>
                </a:lnTo>
                <a:lnTo>
                  <a:pt x="2940124" y="456413"/>
                </a:lnTo>
                <a:lnTo>
                  <a:pt x="2974633" y="465320"/>
                </a:lnTo>
                <a:lnTo>
                  <a:pt x="3006916" y="475338"/>
                </a:lnTo>
                <a:lnTo>
                  <a:pt x="3039197" y="486470"/>
                </a:lnTo>
                <a:lnTo>
                  <a:pt x="3069254" y="499829"/>
                </a:lnTo>
                <a:lnTo>
                  <a:pt x="3095972" y="516527"/>
                </a:lnTo>
                <a:lnTo>
                  <a:pt x="3120463" y="536565"/>
                </a:lnTo>
                <a:lnTo>
                  <a:pt x="3140498" y="561055"/>
                </a:lnTo>
                <a:lnTo>
                  <a:pt x="3157197" y="587772"/>
                </a:lnTo>
                <a:lnTo>
                  <a:pt x="3170555" y="617827"/>
                </a:lnTo>
                <a:lnTo>
                  <a:pt x="3181687" y="650112"/>
                </a:lnTo>
                <a:lnTo>
                  <a:pt x="3191705" y="682393"/>
                </a:lnTo>
                <a:lnTo>
                  <a:pt x="3200612" y="716904"/>
                </a:lnTo>
                <a:lnTo>
                  <a:pt x="3200935" y="718115"/>
                </a:lnTo>
                <a:lnTo>
                  <a:pt x="3200935" y="2848897"/>
                </a:lnTo>
                <a:lnTo>
                  <a:pt x="413394" y="2848897"/>
                </a:lnTo>
                <a:lnTo>
                  <a:pt x="400932" y="2820857"/>
                </a:lnTo>
                <a:lnTo>
                  <a:pt x="385348" y="2793028"/>
                </a:lnTo>
                <a:lnTo>
                  <a:pt x="365311" y="2768537"/>
                </a:lnTo>
                <a:lnTo>
                  <a:pt x="343046" y="2742933"/>
                </a:lnTo>
                <a:lnTo>
                  <a:pt x="317443" y="2720669"/>
                </a:lnTo>
                <a:lnTo>
                  <a:pt x="289612" y="2699519"/>
                </a:lnTo>
                <a:lnTo>
                  <a:pt x="261783" y="2678368"/>
                </a:lnTo>
                <a:lnTo>
                  <a:pt x="233954" y="2657218"/>
                </a:lnTo>
                <a:lnTo>
                  <a:pt x="207237" y="2636065"/>
                </a:lnTo>
                <a:lnTo>
                  <a:pt x="181633" y="2612689"/>
                </a:lnTo>
                <a:lnTo>
                  <a:pt x="159370" y="2589312"/>
                </a:lnTo>
                <a:lnTo>
                  <a:pt x="140446" y="2562594"/>
                </a:lnTo>
                <a:lnTo>
                  <a:pt x="125974" y="2534764"/>
                </a:lnTo>
                <a:lnTo>
                  <a:pt x="115956" y="2501370"/>
                </a:lnTo>
                <a:lnTo>
                  <a:pt x="111502" y="2466860"/>
                </a:lnTo>
                <a:lnTo>
                  <a:pt x="110388" y="2431236"/>
                </a:lnTo>
                <a:lnTo>
                  <a:pt x="113728" y="2393388"/>
                </a:lnTo>
                <a:lnTo>
                  <a:pt x="118182" y="2355539"/>
                </a:lnTo>
                <a:lnTo>
                  <a:pt x="123747" y="2317690"/>
                </a:lnTo>
                <a:lnTo>
                  <a:pt x="128200" y="2279842"/>
                </a:lnTo>
                <a:lnTo>
                  <a:pt x="130428" y="2241992"/>
                </a:lnTo>
                <a:lnTo>
                  <a:pt x="130428" y="2205256"/>
                </a:lnTo>
                <a:lnTo>
                  <a:pt x="125974" y="2170747"/>
                </a:lnTo>
                <a:lnTo>
                  <a:pt x="117069" y="2136238"/>
                </a:lnTo>
                <a:lnTo>
                  <a:pt x="103710" y="2103954"/>
                </a:lnTo>
                <a:lnTo>
                  <a:pt x="87012" y="2070559"/>
                </a:lnTo>
                <a:lnTo>
                  <a:pt x="68088" y="2037163"/>
                </a:lnTo>
                <a:lnTo>
                  <a:pt x="48051" y="2003766"/>
                </a:lnTo>
                <a:lnTo>
                  <a:pt x="29127" y="1971483"/>
                </a:lnTo>
                <a:lnTo>
                  <a:pt x="12427" y="1936974"/>
                </a:lnTo>
                <a:lnTo>
                  <a:pt x="0" y="1905903"/>
                </a:lnTo>
                <a:lnTo>
                  <a:pt x="0" y="1760990"/>
                </a:lnTo>
                <a:lnTo>
                  <a:pt x="12427" y="1729918"/>
                </a:lnTo>
                <a:lnTo>
                  <a:pt x="29127" y="1695410"/>
                </a:lnTo>
                <a:lnTo>
                  <a:pt x="48051" y="1663126"/>
                </a:lnTo>
                <a:lnTo>
                  <a:pt x="68088" y="1629730"/>
                </a:lnTo>
                <a:lnTo>
                  <a:pt x="87012" y="1596334"/>
                </a:lnTo>
                <a:lnTo>
                  <a:pt x="103710" y="1562938"/>
                </a:lnTo>
                <a:lnTo>
                  <a:pt x="117069" y="1530654"/>
                </a:lnTo>
                <a:lnTo>
                  <a:pt x="125974" y="1496145"/>
                </a:lnTo>
                <a:lnTo>
                  <a:pt x="130428" y="1461636"/>
                </a:lnTo>
                <a:lnTo>
                  <a:pt x="130428" y="1424901"/>
                </a:lnTo>
                <a:lnTo>
                  <a:pt x="128200" y="1387052"/>
                </a:lnTo>
                <a:lnTo>
                  <a:pt x="123747" y="1349203"/>
                </a:lnTo>
                <a:lnTo>
                  <a:pt x="118182" y="1311353"/>
                </a:lnTo>
                <a:lnTo>
                  <a:pt x="113728" y="1273505"/>
                </a:lnTo>
                <a:lnTo>
                  <a:pt x="110388" y="1235657"/>
                </a:lnTo>
                <a:lnTo>
                  <a:pt x="111502" y="1200034"/>
                </a:lnTo>
                <a:lnTo>
                  <a:pt x="115956" y="1165525"/>
                </a:lnTo>
                <a:lnTo>
                  <a:pt x="125974" y="1132128"/>
                </a:lnTo>
                <a:lnTo>
                  <a:pt x="140446" y="1104298"/>
                </a:lnTo>
                <a:lnTo>
                  <a:pt x="159370" y="1077582"/>
                </a:lnTo>
                <a:lnTo>
                  <a:pt x="181633" y="1054204"/>
                </a:lnTo>
                <a:lnTo>
                  <a:pt x="207237" y="1030827"/>
                </a:lnTo>
                <a:lnTo>
                  <a:pt x="233954" y="1009676"/>
                </a:lnTo>
                <a:lnTo>
                  <a:pt x="261783" y="988524"/>
                </a:lnTo>
                <a:lnTo>
                  <a:pt x="289612" y="967374"/>
                </a:lnTo>
                <a:lnTo>
                  <a:pt x="317443" y="946223"/>
                </a:lnTo>
                <a:lnTo>
                  <a:pt x="343046" y="923960"/>
                </a:lnTo>
                <a:lnTo>
                  <a:pt x="365311" y="898356"/>
                </a:lnTo>
                <a:lnTo>
                  <a:pt x="385348" y="873865"/>
                </a:lnTo>
                <a:lnTo>
                  <a:pt x="400932" y="846035"/>
                </a:lnTo>
                <a:lnTo>
                  <a:pt x="414290" y="815980"/>
                </a:lnTo>
                <a:lnTo>
                  <a:pt x="425422" y="783695"/>
                </a:lnTo>
                <a:lnTo>
                  <a:pt x="435442" y="750298"/>
                </a:lnTo>
                <a:lnTo>
                  <a:pt x="444347" y="716904"/>
                </a:lnTo>
                <a:lnTo>
                  <a:pt x="453253" y="682393"/>
                </a:lnTo>
                <a:lnTo>
                  <a:pt x="463271" y="650112"/>
                </a:lnTo>
                <a:lnTo>
                  <a:pt x="474403" y="617827"/>
                </a:lnTo>
                <a:lnTo>
                  <a:pt x="487762" y="587772"/>
                </a:lnTo>
                <a:lnTo>
                  <a:pt x="504460" y="561055"/>
                </a:lnTo>
                <a:lnTo>
                  <a:pt x="524495" y="536565"/>
                </a:lnTo>
                <a:lnTo>
                  <a:pt x="548987" y="516527"/>
                </a:lnTo>
                <a:lnTo>
                  <a:pt x="575704" y="499829"/>
                </a:lnTo>
                <a:lnTo>
                  <a:pt x="605759" y="486470"/>
                </a:lnTo>
                <a:lnTo>
                  <a:pt x="638042" y="475338"/>
                </a:lnTo>
                <a:lnTo>
                  <a:pt x="670325" y="465320"/>
                </a:lnTo>
                <a:lnTo>
                  <a:pt x="704834" y="456413"/>
                </a:lnTo>
                <a:lnTo>
                  <a:pt x="738229" y="447507"/>
                </a:lnTo>
                <a:lnTo>
                  <a:pt x="771626" y="437489"/>
                </a:lnTo>
                <a:lnTo>
                  <a:pt x="803907" y="426357"/>
                </a:lnTo>
                <a:lnTo>
                  <a:pt x="833964" y="412999"/>
                </a:lnTo>
                <a:lnTo>
                  <a:pt x="861794" y="397415"/>
                </a:lnTo>
                <a:lnTo>
                  <a:pt x="886284" y="377377"/>
                </a:lnTo>
                <a:lnTo>
                  <a:pt x="911888" y="355112"/>
                </a:lnTo>
                <a:lnTo>
                  <a:pt x="934152" y="329509"/>
                </a:lnTo>
                <a:lnTo>
                  <a:pt x="955302" y="302791"/>
                </a:lnTo>
                <a:lnTo>
                  <a:pt x="976452" y="274961"/>
                </a:lnTo>
                <a:lnTo>
                  <a:pt x="997604" y="247131"/>
                </a:lnTo>
                <a:lnTo>
                  <a:pt x="1018754" y="220414"/>
                </a:lnTo>
                <a:lnTo>
                  <a:pt x="1042131" y="194811"/>
                </a:lnTo>
                <a:lnTo>
                  <a:pt x="1065507" y="172547"/>
                </a:lnTo>
                <a:lnTo>
                  <a:pt x="1092225" y="153622"/>
                </a:lnTo>
                <a:lnTo>
                  <a:pt x="1120055" y="139150"/>
                </a:lnTo>
                <a:lnTo>
                  <a:pt x="1153451" y="129132"/>
                </a:lnTo>
                <a:lnTo>
                  <a:pt x="1187961" y="124678"/>
                </a:lnTo>
                <a:lnTo>
                  <a:pt x="1223581" y="123565"/>
                </a:lnTo>
                <a:lnTo>
                  <a:pt x="1261429" y="126906"/>
                </a:lnTo>
                <a:lnTo>
                  <a:pt x="1299279" y="131359"/>
                </a:lnTo>
                <a:lnTo>
                  <a:pt x="1337128" y="136924"/>
                </a:lnTo>
                <a:lnTo>
                  <a:pt x="1374976" y="141378"/>
                </a:lnTo>
                <a:lnTo>
                  <a:pt x="1412824" y="143604"/>
                </a:lnTo>
                <a:lnTo>
                  <a:pt x="1449561" y="143604"/>
                </a:lnTo>
                <a:lnTo>
                  <a:pt x="1484069" y="139150"/>
                </a:lnTo>
                <a:lnTo>
                  <a:pt x="1518579" y="130245"/>
                </a:lnTo>
                <a:lnTo>
                  <a:pt x="1551974" y="116887"/>
                </a:lnTo>
                <a:lnTo>
                  <a:pt x="1585369" y="99075"/>
                </a:lnTo>
                <a:lnTo>
                  <a:pt x="1618765" y="81264"/>
                </a:lnTo>
                <a:lnTo>
                  <a:pt x="1652161" y="61227"/>
                </a:lnTo>
                <a:lnTo>
                  <a:pt x="1684444" y="42302"/>
                </a:lnTo>
                <a:lnTo>
                  <a:pt x="1718953" y="25604"/>
                </a:lnTo>
                <a:lnTo>
                  <a:pt x="1752349" y="12245"/>
                </a:lnTo>
                <a:lnTo>
                  <a:pt x="1786858" y="333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oogle Shape;1378;p23">
            <a:hlinkClick r:id="rId4"/>
            <a:extLst>
              <a:ext uri="{FF2B5EF4-FFF2-40B4-BE49-F238E27FC236}">
                <a16:creationId xmlns:a16="http://schemas.microsoft.com/office/drawing/2014/main" id="{C2F5935B-7F39-8DBE-ED92-C66B3623FF83}"/>
              </a:ext>
            </a:extLst>
          </p:cNvPr>
          <p:cNvPicPr preferRelativeResize="0">
            <a:picLocks/>
          </p:cNvPicPr>
          <p:nvPr/>
        </p:nvPicPr>
        <p:blipFill rotWithShape="1">
          <a:blip r:embed="rId5">
            <a:alphaModFix/>
          </a:blip>
          <a:srcRect/>
          <a:stretch/>
        </p:blipFill>
        <p:spPr>
          <a:xfrm>
            <a:off x="7460722" y="2714625"/>
            <a:ext cx="4162425" cy="4114800"/>
          </a:xfrm>
          <a:prstGeom prst="rect">
            <a:avLst/>
          </a:prstGeom>
          <a:noFill/>
          <a:ln>
            <a:noFill/>
          </a:ln>
        </p:spPr>
      </p:pic>
      <p:pic>
        <p:nvPicPr>
          <p:cNvPr id="6" name="Picture 5" descr="A screenshot of a computer&#10;&#10;Description automatically generated">
            <a:extLst>
              <a:ext uri="{FF2B5EF4-FFF2-40B4-BE49-F238E27FC236}">
                <a16:creationId xmlns:a16="http://schemas.microsoft.com/office/drawing/2014/main" id="{98F562EC-C31B-1538-798E-49C9743A6EED}"/>
              </a:ext>
            </a:extLst>
          </p:cNvPr>
          <p:cNvPicPr>
            <a:picLocks noChangeAspect="1"/>
          </p:cNvPicPr>
          <p:nvPr/>
        </p:nvPicPr>
        <p:blipFill>
          <a:blip r:embed="rId6"/>
          <a:stretch>
            <a:fillRect/>
          </a:stretch>
        </p:blipFill>
        <p:spPr>
          <a:xfrm>
            <a:off x="911270" y="1628568"/>
            <a:ext cx="6252577" cy="4917698"/>
          </a:xfrm>
          <a:prstGeom prst="rect">
            <a:avLst/>
          </a:prstGeom>
        </p:spPr>
      </p:pic>
      <p:pic>
        <p:nvPicPr>
          <p:cNvPr id="19" name="Picture 18">
            <a:extLst>
              <a:ext uri="{FF2B5EF4-FFF2-40B4-BE49-F238E27FC236}">
                <a16:creationId xmlns:a16="http://schemas.microsoft.com/office/drawing/2014/main" id="{080E50B4-CAF7-4B4A-BFA0-90AF27F95695}"/>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2061817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2C0C63A-B05B-45A5-AE88-7A3D061A2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BAD34AF-5414-49A5-AB75-F1CA854B3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6" cy="6858000"/>
            <a:chOff x="1" y="0"/>
            <a:chExt cx="12191996" cy="6858000"/>
          </a:xfrm>
        </p:grpSpPr>
        <p:sp>
          <p:nvSpPr>
            <p:cNvPr id="23" name="Rectangle 22">
              <a:extLst>
                <a:ext uri="{FF2B5EF4-FFF2-40B4-BE49-F238E27FC236}">
                  <a16:creationId xmlns:a16="http://schemas.microsoft.com/office/drawing/2014/main" id="{7BAD3960-6DE9-4457-8083-F6FFBD58D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bg1"/>
            </a:solidFill>
            <a:ln w="0">
              <a:noFill/>
              <a:prstDash val="solid"/>
              <a:round/>
              <a:headEnd/>
              <a:tailEnd/>
            </a:ln>
          </p:spPr>
          <p:txBody>
            <a:bodyPr rtlCol="0" anchor="ctr"/>
            <a:lstStyle/>
            <a:p>
              <a:pPr algn="ctr" defTabSz="457200"/>
              <a:endParaRPr lang="en-US">
                <a:solidFill>
                  <a:schemeClr val="tx1"/>
                </a:solidFill>
              </a:endParaRPr>
            </a:p>
          </p:txBody>
        </p:sp>
        <p:sp>
          <p:nvSpPr>
            <p:cNvPr id="24" name="Rectangle 23">
              <a:extLst>
                <a:ext uri="{FF2B5EF4-FFF2-40B4-BE49-F238E27FC236}">
                  <a16:creationId xmlns:a16="http://schemas.microsoft.com/office/drawing/2014/main" id="{F3F5E368-26F9-408D-9C1D-D007FCE0C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grpSp>
      <p:sp>
        <p:nvSpPr>
          <p:cNvPr id="4" name="TextBox 3">
            <a:extLst>
              <a:ext uri="{FF2B5EF4-FFF2-40B4-BE49-F238E27FC236}">
                <a16:creationId xmlns:a16="http://schemas.microsoft.com/office/drawing/2014/main" id="{C7081EF8-1A88-5832-0415-B26A84F43EB3}"/>
              </a:ext>
            </a:extLst>
          </p:cNvPr>
          <p:cNvSpPr txBox="1"/>
          <p:nvPr/>
        </p:nvSpPr>
        <p:spPr>
          <a:xfrm>
            <a:off x="765051" y="662400"/>
            <a:ext cx="7007349" cy="1492132"/>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400" b="1" dirty="0">
                <a:latin typeface="+mj-lt"/>
                <a:ea typeface="+mj-ea"/>
                <a:cs typeface="+mj-cs"/>
                <a:sym typeface="Calibri"/>
              </a:rPr>
              <a:t>FILING OF LEAVES</a:t>
            </a:r>
            <a:endParaRPr lang="en-US" sz="4400" b="1" dirty="0">
              <a:ea typeface="+mj-ea"/>
              <a:cs typeface="Segoe UI"/>
            </a:endParaRPr>
          </a:p>
        </p:txBody>
      </p:sp>
      <p:sp>
        <p:nvSpPr>
          <p:cNvPr id="26" name="Freeform: Shape 25">
            <a:extLst>
              <a:ext uri="{FF2B5EF4-FFF2-40B4-BE49-F238E27FC236}">
                <a16:creationId xmlns:a16="http://schemas.microsoft.com/office/drawing/2014/main" id="{8C4F1A0C-BD28-4977-9745-E2A4FB752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9668" y="0"/>
            <a:ext cx="4232332" cy="3701000"/>
          </a:xfrm>
          <a:custGeom>
            <a:avLst/>
            <a:gdLst>
              <a:gd name="connsiteX0" fmla="*/ 319701 w 4232332"/>
              <a:gd name="connsiteY0" fmla="*/ 0 h 3701000"/>
              <a:gd name="connsiteX1" fmla="*/ 4232332 w 4232332"/>
              <a:gd name="connsiteY1" fmla="*/ 0 h 3701000"/>
              <a:gd name="connsiteX2" fmla="*/ 4232332 w 4232332"/>
              <a:gd name="connsiteY2" fmla="*/ 3034486 h 3701000"/>
              <a:gd name="connsiteX3" fmla="*/ 4230268 w 4232332"/>
              <a:gd name="connsiteY3" fmla="*/ 3035198 h 3701000"/>
              <a:gd name="connsiteX4" fmla="*/ 4185051 w 4232332"/>
              <a:gd name="connsiteY4" fmla="*/ 3049231 h 3701000"/>
              <a:gd name="connsiteX5" fmla="*/ 4136714 w 4232332"/>
              <a:gd name="connsiteY5" fmla="*/ 3061706 h 3701000"/>
              <a:gd name="connsiteX6" fmla="*/ 4089935 w 4232332"/>
              <a:gd name="connsiteY6" fmla="*/ 3074180 h 3701000"/>
              <a:gd name="connsiteX7" fmla="*/ 4043158 w 4232332"/>
              <a:gd name="connsiteY7" fmla="*/ 3088214 h 3701000"/>
              <a:gd name="connsiteX8" fmla="*/ 3997940 w 4232332"/>
              <a:gd name="connsiteY8" fmla="*/ 3103806 h 3701000"/>
              <a:gd name="connsiteX9" fmla="*/ 3955840 w 4232332"/>
              <a:gd name="connsiteY9" fmla="*/ 3122518 h 3701000"/>
              <a:gd name="connsiteX10" fmla="*/ 3916860 w 4232332"/>
              <a:gd name="connsiteY10" fmla="*/ 3144346 h 3701000"/>
              <a:gd name="connsiteX11" fmla="*/ 3882555 w 4232332"/>
              <a:gd name="connsiteY11" fmla="*/ 3172413 h 3701000"/>
              <a:gd name="connsiteX12" fmla="*/ 3846692 w 4232332"/>
              <a:gd name="connsiteY12" fmla="*/ 3203599 h 3701000"/>
              <a:gd name="connsiteX13" fmla="*/ 3815506 w 4232332"/>
              <a:gd name="connsiteY13" fmla="*/ 3239461 h 3701000"/>
              <a:gd name="connsiteX14" fmla="*/ 3785881 w 4232332"/>
              <a:gd name="connsiteY14" fmla="*/ 3276884 h 3701000"/>
              <a:gd name="connsiteX15" fmla="*/ 3756254 w 4232332"/>
              <a:gd name="connsiteY15" fmla="*/ 3315864 h 3701000"/>
              <a:gd name="connsiteX16" fmla="*/ 3726629 w 4232332"/>
              <a:gd name="connsiteY16" fmla="*/ 3354846 h 3701000"/>
              <a:gd name="connsiteX17" fmla="*/ 3697003 w 4232332"/>
              <a:gd name="connsiteY17" fmla="*/ 3392268 h 3701000"/>
              <a:gd name="connsiteX18" fmla="*/ 3664258 w 4232332"/>
              <a:gd name="connsiteY18" fmla="*/ 3428131 h 3701000"/>
              <a:gd name="connsiteX19" fmla="*/ 3631513 w 4232332"/>
              <a:gd name="connsiteY19" fmla="*/ 3459315 h 3701000"/>
              <a:gd name="connsiteX20" fmla="*/ 3594093 w 4232332"/>
              <a:gd name="connsiteY20" fmla="*/ 3485823 h 3701000"/>
              <a:gd name="connsiteX21" fmla="*/ 3555111 w 4232332"/>
              <a:gd name="connsiteY21" fmla="*/ 3506094 h 3701000"/>
              <a:gd name="connsiteX22" fmla="*/ 3508332 w 4232332"/>
              <a:gd name="connsiteY22" fmla="*/ 3520128 h 3701000"/>
              <a:gd name="connsiteX23" fmla="*/ 3459994 w 4232332"/>
              <a:gd name="connsiteY23" fmla="*/ 3526365 h 3701000"/>
              <a:gd name="connsiteX24" fmla="*/ 3410100 w 4232332"/>
              <a:gd name="connsiteY24" fmla="*/ 3527923 h 3701000"/>
              <a:gd name="connsiteX25" fmla="*/ 3357084 w 4232332"/>
              <a:gd name="connsiteY25" fmla="*/ 3523245 h 3701000"/>
              <a:gd name="connsiteX26" fmla="*/ 3304070 w 4232332"/>
              <a:gd name="connsiteY26" fmla="*/ 3517009 h 3701000"/>
              <a:gd name="connsiteX27" fmla="*/ 3251054 w 4232332"/>
              <a:gd name="connsiteY27" fmla="*/ 3509211 h 3701000"/>
              <a:gd name="connsiteX28" fmla="*/ 3198040 w 4232332"/>
              <a:gd name="connsiteY28" fmla="*/ 3502976 h 3701000"/>
              <a:gd name="connsiteX29" fmla="*/ 3145024 w 4232332"/>
              <a:gd name="connsiteY29" fmla="*/ 3499857 h 3701000"/>
              <a:gd name="connsiteX30" fmla="*/ 3093569 w 4232332"/>
              <a:gd name="connsiteY30" fmla="*/ 3499857 h 3701000"/>
              <a:gd name="connsiteX31" fmla="*/ 3045233 w 4232332"/>
              <a:gd name="connsiteY31" fmla="*/ 3506094 h 3701000"/>
              <a:gd name="connsiteX32" fmla="*/ 2995337 w 4232332"/>
              <a:gd name="connsiteY32" fmla="*/ 3518569 h 3701000"/>
              <a:gd name="connsiteX33" fmla="*/ 2950118 w 4232332"/>
              <a:gd name="connsiteY33" fmla="*/ 3537278 h 3701000"/>
              <a:gd name="connsiteX34" fmla="*/ 2903340 w 4232332"/>
              <a:gd name="connsiteY34" fmla="*/ 3562227 h 3701000"/>
              <a:gd name="connsiteX35" fmla="*/ 2856564 w 4232332"/>
              <a:gd name="connsiteY35" fmla="*/ 3587176 h 3701000"/>
              <a:gd name="connsiteX36" fmla="*/ 2809785 w 4232332"/>
              <a:gd name="connsiteY36" fmla="*/ 3615241 h 3701000"/>
              <a:gd name="connsiteX37" fmla="*/ 2764565 w 4232332"/>
              <a:gd name="connsiteY37" fmla="*/ 3641749 h 3701000"/>
              <a:gd name="connsiteX38" fmla="*/ 2716230 w 4232332"/>
              <a:gd name="connsiteY38" fmla="*/ 3665138 h 3701000"/>
              <a:gd name="connsiteX39" fmla="*/ 2669451 w 4232332"/>
              <a:gd name="connsiteY39" fmla="*/ 3683850 h 3701000"/>
              <a:gd name="connsiteX40" fmla="*/ 2621114 w 4232332"/>
              <a:gd name="connsiteY40" fmla="*/ 3696324 h 3701000"/>
              <a:gd name="connsiteX41" fmla="*/ 2571219 w 4232332"/>
              <a:gd name="connsiteY41" fmla="*/ 3701000 h 3701000"/>
              <a:gd name="connsiteX42" fmla="*/ 2521322 w 4232332"/>
              <a:gd name="connsiteY42" fmla="*/ 3696324 h 3701000"/>
              <a:gd name="connsiteX43" fmla="*/ 2472985 w 4232332"/>
              <a:gd name="connsiteY43" fmla="*/ 3683850 h 3701000"/>
              <a:gd name="connsiteX44" fmla="*/ 2426209 w 4232332"/>
              <a:gd name="connsiteY44" fmla="*/ 3665138 h 3701000"/>
              <a:gd name="connsiteX45" fmla="*/ 2377871 w 4232332"/>
              <a:gd name="connsiteY45" fmla="*/ 3641749 h 3701000"/>
              <a:gd name="connsiteX46" fmla="*/ 2332651 w 4232332"/>
              <a:gd name="connsiteY46" fmla="*/ 3615241 h 3701000"/>
              <a:gd name="connsiteX47" fmla="*/ 2285874 w 4232332"/>
              <a:gd name="connsiteY47" fmla="*/ 3587176 h 3701000"/>
              <a:gd name="connsiteX48" fmla="*/ 2239096 w 4232332"/>
              <a:gd name="connsiteY48" fmla="*/ 3562227 h 3701000"/>
              <a:gd name="connsiteX49" fmla="*/ 2192319 w 4232332"/>
              <a:gd name="connsiteY49" fmla="*/ 3537278 h 3701000"/>
              <a:gd name="connsiteX50" fmla="*/ 2145542 w 4232332"/>
              <a:gd name="connsiteY50" fmla="*/ 3518569 h 3701000"/>
              <a:gd name="connsiteX51" fmla="*/ 2097204 w 4232332"/>
              <a:gd name="connsiteY51" fmla="*/ 3506094 h 3701000"/>
              <a:gd name="connsiteX52" fmla="*/ 2048867 w 4232332"/>
              <a:gd name="connsiteY52" fmla="*/ 3499857 h 3701000"/>
              <a:gd name="connsiteX53" fmla="*/ 1997410 w 4232332"/>
              <a:gd name="connsiteY53" fmla="*/ 3499857 h 3701000"/>
              <a:gd name="connsiteX54" fmla="*/ 1944396 w 4232332"/>
              <a:gd name="connsiteY54" fmla="*/ 3502976 h 3701000"/>
              <a:gd name="connsiteX55" fmla="*/ 1891382 w 4232332"/>
              <a:gd name="connsiteY55" fmla="*/ 3509211 h 3701000"/>
              <a:gd name="connsiteX56" fmla="*/ 1838366 w 4232332"/>
              <a:gd name="connsiteY56" fmla="*/ 3517009 h 3701000"/>
              <a:gd name="connsiteX57" fmla="*/ 1785350 w 4232332"/>
              <a:gd name="connsiteY57" fmla="*/ 3523245 h 3701000"/>
              <a:gd name="connsiteX58" fmla="*/ 1732336 w 4232332"/>
              <a:gd name="connsiteY58" fmla="*/ 3527923 h 3701000"/>
              <a:gd name="connsiteX59" fmla="*/ 1682442 w 4232332"/>
              <a:gd name="connsiteY59" fmla="*/ 3526365 h 3701000"/>
              <a:gd name="connsiteX60" fmla="*/ 1634105 w 4232332"/>
              <a:gd name="connsiteY60" fmla="*/ 3520128 h 3701000"/>
              <a:gd name="connsiteX61" fmla="*/ 1587326 w 4232332"/>
              <a:gd name="connsiteY61" fmla="*/ 3506094 h 3701000"/>
              <a:gd name="connsiteX62" fmla="*/ 1548345 w 4232332"/>
              <a:gd name="connsiteY62" fmla="*/ 3485823 h 3701000"/>
              <a:gd name="connsiteX63" fmla="*/ 1510922 w 4232332"/>
              <a:gd name="connsiteY63" fmla="*/ 3459315 h 3701000"/>
              <a:gd name="connsiteX64" fmla="*/ 1478179 w 4232332"/>
              <a:gd name="connsiteY64" fmla="*/ 3428131 h 3701000"/>
              <a:gd name="connsiteX65" fmla="*/ 1445433 w 4232332"/>
              <a:gd name="connsiteY65" fmla="*/ 3392268 h 3701000"/>
              <a:gd name="connsiteX66" fmla="*/ 1415807 w 4232332"/>
              <a:gd name="connsiteY66" fmla="*/ 3354846 h 3701000"/>
              <a:gd name="connsiteX67" fmla="*/ 1386182 w 4232332"/>
              <a:gd name="connsiteY67" fmla="*/ 3315864 h 3701000"/>
              <a:gd name="connsiteX68" fmla="*/ 1356556 w 4232332"/>
              <a:gd name="connsiteY68" fmla="*/ 3276884 h 3701000"/>
              <a:gd name="connsiteX69" fmla="*/ 1326930 w 4232332"/>
              <a:gd name="connsiteY69" fmla="*/ 3239461 h 3701000"/>
              <a:gd name="connsiteX70" fmla="*/ 1295744 w 4232332"/>
              <a:gd name="connsiteY70" fmla="*/ 3203599 h 3701000"/>
              <a:gd name="connsiteX71" fmla="*/ 1259881 w 4232332"/>
              <a:gd name="connsiteY71" fmla="*/ 3172413 h 3701000"/>
              <a:gd name="connsiteX72" fmla="*/ 1225577 w 4232332"/>
              <a:gd name="connsiteY72" fmla="*/ 3144346 h 3701000"/>
              <a:gd name="connsiteX73" fmla="*/ 1186596 w 4232332"/>
              <a:gd name="connsiteY73" fmla="*/ 3122518 h 3701000"/>
              <a:gd name="connsiteX74" fmla="*/ 1144496 w 4232332"/>
              <a:gd name="connsiteY74" fmla="*/ 3103806 h 3701000"/>
              <a:gd name="connsiteX75" fmla="*/ 1099278 w 4232332"/>
              <a:gd name="connsiteY75" fmla="*/ 3088214 h 3701000"/>
              <a:gd name="connsiteX76" fmla="*/ 1052499 w 4232332"/>
              <a:gd name="connsiteY76" fmla="*/ 3074180 h 3701000"/>
              <a:gd name="connsiteX77" fmla="*/ 1005723 w 4232332"/>
              <a:gd name="connsiteY77" fmla="*/ 3061706 h 3701000"/>
              <a:gd name="connsiteX78" fmla="*/ 957386 w 4232332"/>
              <a:gd name="connsiteY78" fmla="*/ 3049231 h 3701000"/>
              <a:gd name="connsiteX79" fmla="*/ 912167 w 4232332"/>
              <a:gd name="connsiteY79" fmla="*/ 3035198 h 3701000"/>
              <a:gd name="connsiteX80" fmla="*/ 866948 w 4232332"/>
              <a:gd name="connsiteY80" fmla="*/ 3019606 h 3701000"/>
              <a:gd name="connsiteX81" fmla="*/ 824850 w 4232332"/>
              <a:gd name="connsiteY81" fmla="*/ 3000894 h 3701000"/>
              <a:gd name="connsiteX82" fmla="*/ 787426 w 4232332"/>
              <a:gd name="connsiteY82" fmla="*/ 2977505 h 3701000"/>
              <a:gd name="connsiteX83" fmla="*/ 753122 w 4232332"/>
              <a:gd name="connsiteY83" fmla="*/ 2949439 h 3701000"/>
              <a:gd name="connsiteX84" fmla="*/ 725057 w 4232332"/>
              <a:gd name="connsiteY84" fmla="*/ 2915136 h 3701000"/>
              <a:gd name="connsiteX85" fmla="*/ 701668 w 4232332"/>
              <a:gd name="connsiteY85" fmla="*/ 2877713 h 3701000"/>
              <a:gd name="connsiteX86" fmla="*/ 682956 w 4232332"/>
              <a:gd name="connsiteY86" fmla="*/ 2835613 h 3701000"/>
              <a:gd name="connsiteX87" fmla="*/ 667364 w 4232332"/>
              <a:gd name="connsiteY87" fmla="*/ 2790396 h 3701000"/>
              <a:gd name="connsiteX88" fmla="*/ 653331 w 4232332"/>
              <a:gd name="connsiteY88" fmla="*/ 2745177 h 3701000"/>
              <a:gd name="connsiteX89" fmla="*/ 640857 w 4232332"/>
              <a:gd name="connsiteY89" fmla="*/ 2696840 h 3701000"/>
              <a:gd name="connsiteX90" fmla="*/ 628382 w 4232332"/>
              <a:gd name="connsiteY90" fmla="*/ 2650063 h 3701000"/>
              <a:gd name="connsiteX91" fmla="*/ 614349 w 4232332"/>
              <a:gd name="connsiteY91" fmla="*/ 2603285 h 3701000"/>
              <a:gd name="connsiteX92" fmla="*/ 598756 w 4232332"/>
              <a:gd name="connsiteY92" fmla="*/ 2558065 h 3701000"/>
              <a:gd name="connsiteX93" fmla="*/ 580044 w 4232332"/>
              <a:gd name="connsiteY93" fmla="*/ 2515965 h 3701000"/>
              <a:gd name="connsiteX94" fmla="*/ 558214 w 4232332"/>
              <a:gd name="connsiteY94" fmla="*/ 2476984 h 3701000"/>
              <a:gd name="connsiteX95" fmla="*/ 530150 w 4232332"/>
              <a:gd name="connsiteY95" fmla="*/ 2442681 h 3701000"/>
              <a:gd name="connsiteX96" fmla="*/ 498963 w 4232332"/>
              <a:gd name="connsiteY96" fmla="*/ 2406817 h 3701000"/>
              <a:gd name="connsiteX97" fmla="*/ 463101 w 4232332"/>
              <a:gd name="connsiteY97" fmla="*/ 2375633 h 3701000"/>
              <a:gd name="connsiteX98" fmla="*/ 424118 w 4232332"/>
              <a:gd name="connsiteY98" fmla="*/ 2346007 h 3701000"/>
              <a:gd name="connsiteX99" fmla="*/ 385138 w 4232332"/>
              <a:gd name="connsiteY99" fmla="*/ 2316382 h 3701000"/>
              <a:gd name="connsiteX100" fmla="*/ 346157 w 4232332"/>
              <a:gd name="connsiteY100" fmla="*/ 2286756 h 3701000"/>
              <a:gd name="connsiteX101" fmla="*/ 308733 w 4232332"/>
              <a:gd name="connsiteY101" fmla="*/ 2257129 h 3701000"/>
              <a:gd name="connsiteX102" fmla="*/ 272871 w 4232332"/>
              <a:gd name="connsiteY102" fmla="*/ 2224386 h 3701000"/>
              <a:gd name="connsiteX103" fmla="*/ 241686 w 4232332"/>
              <a:gd name="connsiteY103" fmla="*/ 2191641 h 3701000"/>
              <a:gd name="connsiteX104" fmla="*/ 215179 w 4232332"/>
              <a:gd name="connsiteY104" fmla="*/ 2154219 h 3701000"/>
              <a:gd name="connsiteX105" fmla="*/ 194909 w 4232332"/>
              <a:gd name="connsiteY105" fmla="*/ 2115238 h 3701000"/>
              <a:gd name="connsiteX106" fmla="*/ 180876 w 4232332"/>
              <a:gd name="connsiteY106" fmla="*/ 2068461 h 3701000"/>
              <a:gd name="connsiteX107" fmla="*/ 174638 w 4232332"/>
              <a:gd name="connsiteY107" fmla="*/ 2020123 h 3701000"/>
              <a:gd name="connsiteX108" fmla="*/ 173078 w 4232332"/>
              <a:gd name="connsiteY108" fmla="*/ 1970225 h 3701000"/>
              <a:gd name="connsiteX109" fmla="*/ 177756 w 4232332"/>
              <a:gd name="connsiteY109" fmla="*/ 1917211 h 3701000"/>
              <a:gd name="connsiteX110" fmla="*/ 183993 w 4232332"/>
              <a:gd name="connsiteY110" fmla="*/ 1864197 h 3701000"/>
              <a:gd name="connsiteX111" fmla="*/ 191789 w 4232332"/>
              <a:gd name="connsiteY111" fmla="*/ 1811182 h 3701000"/>
              <a:gd name="connsiteX112" fmla="*/ 198027 w 4232332"/>
              <a:gd name="connsiteY112" fmla="*/ 1758167 h 3701000"/>
              <a:gd name="connsiteX113" fmla="*/ 201146 w 4232332"/>
              <a:gd name="connsiteY113" fmla="*/ 1705153 h 3701000"/>
              <a:gd name="connsiteX114" fmla="*/ 201146 w 4232332"/>
              <a:gd name="connsiteY114" fmla="*/ 1653697 h 3701000"/>
              <a:gd name="connsiteX115" fmla="*/ 194909 w 4232332"/>
              <a:gd name="connsiteY115" fmla="*/ 1605362 h 3701000"/>
              <a:gd name="connsiteX116" fmla="*/ 182434 w 4232332"/>
              <a:gd name="connsiteY116" fmla="*/ 1557024 h 3701000"/>
              <a:gd name="connsiteX117" fmla="*/ 163723 w 4232332"/>
              <a:gd name="connsiteY117" fmla="*/ 1511804 h 3701000"/>
              <a:gd name="connsiteX118" fmla="*/ 140335 w 4232332"/>
              <a:gd name="connsiteY118" fmla="*/ 1465027 h 3701000"/>
              <a:gd name="connsiteX119" fmla="*/ 113826 w 4232332"/>
              <a:gd name="connsiteY119" fmla="*/ 1418251 h 3701000"/>
              <a:gd name="connsiteX120" fmla="*/ 85761 w 4232332"/>
              <a:gd name="connsiteY120" fmla="*/ 1371472 h 3701000"/>
              <a:gd name="connsiteX121" fmla="*/ 59253 w 4232332"/>
              <a:gd name="connsiteY121" fmla="*/ 1326252 h 3701000"/>
              <a:gd name="connsiteX122" fmla="*/ 35863 w 4232332"/>
              <a:gd name="connsiteY122" fmla="*/ 1277917 h 3701000"/>
              <a:gd name="connsiteX123" fmla="*/ 17153 w 4232332"/>
              <a:gd name="connsiteY123" fmla="*/ 1231139 h 3701000"/>
              <a:gd name="connsiteX124" fmla="*/ 4679 w 4232332"/>
              <a:gd name="connsiteY124" fmla="*/ 1182801 h 3701000"/>
              <a:gd name="connsiteX125" fmla="*/ 0 w 4232332"/>
              <a:gd name="connsiteY125" fmla="*/ 1132905 h 3701000"/>
              <a:gd name="connsiteX126" fmla="*/ 4679 w 4232332"/>
              <a:gd name="connsiteY126" fmla="*/ 1083010 h 3701000"/>
              <a:gd name="connsiteX127" fmla="*/ 17153 w 4232332"/>
              <a:gd name="connsiteY127" fmla="*/ 1034673 h 3701000"/>
              <a:gd name="connsiteX128" fmla="*/ 35863 w 4232332"/>
              <a:gd name="connsiteY128" fmla="*/ 987895 h 3701000"/>
              <a:gd name="connsiteX129" fmla="*/ 59253 w 4232332"/>
              <a:gd name="connsiteY129" fmla="*/ 939559 h 3701000"/>
              <a:gd name="connsiteX130" fmla="*/ 85761 w 4232332"/>
              <a:gd name="connsiteY130" fmla="*/ 894339 h 3701000"/>
              <a:gd name="connsiteX131" fmla="*/ 113826 w 4232332"/>
              <a:gd name="connsiteY131" fmla="*/ 847563 h 3701000"/>
              <a:gd name="connsiteX132" fmla="*/ 140335 w 4232332"/>
              <a:gd name="connsiteY132" fmla="*/ 800784 h 3701000"/>
              <a:gd name="connsiteX133" fmla="*/ 163723 w 4232332"/>
              <a:gd name="connsiteY133" fmla="*/ 754007 h 3701000"/>
              <a:gd name="connsiteX134" fmla="*/ 182434 w 4232332"/>
              <a:gd name="connsiteY134" fmla="*/ 708787 h 3701000"/>
              <a:gd name="connsiteX135" fmla="*/ 194909 w 4232332"/>
              <a:gd name="connsiteY135" fmla="*/ 660451 h 3701000"/>
              <a:gd name="connsiteX136" fmla="*/ 201146 w 4232332"/>
              <a:gd name="connsiteY136" fmla="*/ 612115 h 3701000"/>
              <a:gd name="connsiteX137" fmla="*/ 201146 w 4232332"/>
              <a:gd name="connsiteY137" fmla="*/ 560659 h 3701000"/>
              <a:gd name="connsiteX138" fmla="*/ 198027 w 4232332"/>
              <a:gd name="connsiteY138" fmla="*/ 507644 h 3701000"/>
              <a:gd name="connsiteX139" fmla="*/ 191789 w 4232332"/>
              <a:gd name="connsiteY139" fmla="*/ 454630 h 3701000"/>
              <a:gd name="connsiteX140" fmla="*/ 183993 w 4232332"/>
              <a:gd name="connsiteY140" fmla="*/ 401614 h 3701000"/>
              <a:gd name="connsiteX141" fmla="*/ 177756 w 4232332"/>
              <a:gd name="connsiteY141" fmla="*/ 348600 h 3701000"/>
              <a:gd name="connsiteX142" fmla="*/ 173078 w 4232332"/>
              <a:gd name="connsiteY142" fmla="*/ 295586 h 3701000"/>
              <a:gd name="connsiteX143" fmla="*/ 174638 w 4232332"/>
              <a:gd name="connsiteY143" fmla="*/ 245689 h 3701000"/>
              <a:gd name="connsiteX144" fmla="*/ 180876 w 4232332"/>
              <a:gd name="connsiteY144" fmla="*/ 197353 h 3701000"/>
              <a:gd name="connsiteX145" fmla="*/ 194909 w 4232332"/>
              <a:gd name="connsiteY145" fmla="*/ 150574 h 3701000"/>
              <a:gd name="connsiteX146" fmla="*/ 215179 w 4232332"/>
              <a:gd name="connsiteY146" fmla="*/ 111594 h 3701000"/>
              <a:gd name="connsiteX147" fmla="*/ 241686 w 4232332"/>
              <a:gd name="connsiteY147" fmla="*/ 74171 h 3701000"/>
              <a:gd name="connsiteX148" fmla="*/ 272871 w 4232332"/>
              <a:gd name="connsiteY148" fmla="*/ 41427 h 3701000"/>
              <a:gd name="connsiteX149" fmla="*/ 308733 w 4232332"/>
              <a:gd name="connsiteY149" fmla="*/ 8683 h 370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4232332" h="3701000">
                <a:moveTo>
                  <a:pt x="319701" y="0"/>
                </a:moveTo>
                <a:lnTo>
                  <a:pt x="4232332" y="0"/>
                </a:lnTo>
                <a:lnTo>
                  <a:pt x="4232332" y="3034486"/>
                </a:lnTo>
                <a:lnTo>
                  <a:pt x="4230268" y="3035198"/>
                </a:lnTo>
                <a:lnTo>
                  <a:pt x="4185051" y="3049231"/>
                </a:lnTo>
                <a:lnTo>
                  <a:pt x="4136714" y="3061706"/>
                </a:lnTo>
                <a:lnTo>
                  <a:pt x="4089935" y="3074180"/>
                </a:lnTo>
                <a:lnTo>
                  <a:pt x="4043158" y="3088214"/>
                </a:lnTo>
                <a:lnTo>
                  <a:pt x="3997940" y="3103806"/>
                </a:lnTo>
                <a:lnTo>
                  <a:pt x="3955840" y="3122518"/>
                </a:lnTo>
                <a:lnTo>
                  <a:pt x="3916860" y="3144346"/>
                </a:lnTo>
                <a:lnTo>
                  <a:pt x="3882555" y="3172413"/>
                </a:lnTo>
                <a:lnTo>
                  <a:pt x="3846692" y="3203599"/>
                </a:lnTo>
                <a:lnTo>
                  <a:pt x="3815506" y="3239461"/>
                </a:lnTo>
                <a:lnTo>
                  <a:pt x="3785881" y="3276884"/>
                </a:lnTo>
                <a:lnTo>
                  <a:pt x="3756254" y="3315864"/>
                </a:lnTo>
                <a:lnTo>
                  <a:pt x="3726629" y="3354846"/>
                </a:lnTo>
                <a:lnTo>
                  <a:pt x="3697003" y="3392268"/>
                </a:lnTo>
                <a:lnTo>
                  <a:pt x="3664258" y="3428131"/>
                </a:lnTo>
                <a:lnTo>
                  <a:pt x="3631513" y="3459315"/>
                </a:lnTo>
                <a:lnTo>
                  <a:pt x="3594093" y="3485823"/>
                </a:lnTo>
                <a:lnTo>
                  <a:pt x="3555111" y="3506094"/>
                </a:lnTo>
                <a:lnTo>
                  <a:pt x="3508332" y="3520128"/>
                </a:lnTo>
                <a:lnTo>
                  <a:pt x="3459994" y="3526365"/>
                </a:lnTo>
                <a:lnTo>
                  <a:pt x="3410100" y="3527923"/>
                </a:lnTo>
                <a:lnTo>
                  <a:pt x="3357084" y="3523245"/>
                </a:lnTo>
                <a:lnTo>
                  <a:pt x="3304070" y="3517009"/>
                </a:lnTo>
                <a:lnTo>
                  <a:pt x="3251054" y="3509211"/>
                </a:lnTo>
                <a:lnTo>
                  <a:pt x="3198040" y="3502976"/>
                </a:lnTo>
                <a:lnTo>
                  <a:pt x="3145024" y="3499857"/>
                </a:lnTo>
                <a:lnTo>
                  <a:pt x="3093569" y="3499857"/>
                </a:lnTo>
                <a:lnTo>
                  <a:pt x="3045233" y="3506094"/>
                </a:lnTo>
                <a:lnTo>
                  <a:pt x="2995337" y="3518569"/>
                </a:lnTo>
                <a:lnTo>
                  <a:pt x="2950118" y="3537278"/>
                </a:lnTo>
                <a:lnTo>
                  <a:pt x="2903340" y="3562227"/>
                </a:lnTo>
                <a:lnTo>
                  <a:pt x="2856564" y="3587176"/>
                </a:lnTo>
                <a:lnTo>
                  <a:pt x="2809785" y="3615241"/>
                </a:lnTo>
                <a:lnTo>
                  <a:pt x="2764565" y="3641749"/>
                </a:lnTo>
                <a:lnTo>
                  <a:pt x="2716230" y="3665138"/>
                </a:lnTo>
                <a:lnTo>
                  <a:pt x="2669451" y="3683850"/>
                </a:lnTo>
                <a:lnTo>
                  <a:pt x="2621114" y="3696324"/>
                </a:lnTo>
                <a:lnTo>
                  <a:pt x="2571219" y="3701000"/>
                </a:lnTo>
                <a:lnTo>
                  <a:pt x="2521322" y="3696324"/>
                </a:lnTo>
                <a:lnTo>
                  <a:pt x="2472985" y="3683850"/>
                </a:lnTo>
                <a:lnTo>
                  <a:pt x="2426209" y="3665138"/>
                </a:lnTo>
                <a:lnTo>
                  <a:pt x="2377871" y="3641749"/>
                </a:lnTo>
                <a:lnTo>
                  <a:pt x="2332651" y="3615241"/>
                </a:lnTo>
                <a:lnTo>
                  <a:pt x="2285874" y="3587176"/>
                </a:lnTo>
                <a:lnTo>
                  <a:pt x="2239096" y="3562227"/>
                </a:lnTo>
                <a:lnTo>
                  <a:pt x="2192319" y="3537278"/>
                </a:lnTo>
                <a:lnTo>
                  <a:pt x="2145542" y="3518569"/>
                </a:lnTo>
                <a:lnTo>
                  <a:pt x="2097204" y="3506094"/>
                </a:lnTo>
                <a:lnTo>
                  <a:pt x="2048867" y="3499857"/>
                </a:lnTo>
                <a:lnTo>
                  <a:pt x="1997410" y="3499857"/>
                </a:lnTo>
                <a:lnTo>
                  <a:pt x="1944396" y="3502976"/>
                </a:lnTo>
                <a:lnTo>
                  <a:pt x="1891382" y="3509211"/>
                </a:lnTo>
                <a:lnTo>
                  <a:pt x="1838366" y="3517009"/>
                </a:lnTo>
                <a:lnTo>
                  <a:pt x="1785350" y="3523245"/>
                </a:lnTo>
                <a:lnTo>
                  <a:pt x="1732336" y="3527923"/>
                </a:lnTo>
                <a:lnTo>
                  <a:pt x="1682442" y="3526365"/>
                </a:lnTo>
                <a:lnTo>
                  <a:pt x="1634105" y="3520128"/>
                </a:lnTo>
                <a:lnTo>
                  <a:pt x="1587326" y="3506094"/>
                </a:lnTo>
                <a:lnTo>
                  <a:pt x="1548345" y="3485823"/>
                </a:lnTo>
                <a:lnTo>
                  <a:pt x="1510922" y="3459315"/>
                </a:lnTo>
                <a:lnTo>
                  <a:pt x="1478179" y="3428131"/>
                </a:lnTo>
                <a:lnTo>
                  <a:pt x="1445433" y="3392268"/>
                </a:lnTo>
                <a:lnTo>
                  <a:pt x="1415807" y="3354846"/>
                </a:lnTo>
                <a:lnTo>
                  <a:pt x="1386182" y="3315864"/>
                </a:lnTo>
                <a:lnTo>
                  <a:pt x="1356556" y="3276884"/>
                </a:lnTo>
                <a:lnTo>
                  <a:pt x="1326930" y="3239461"/>
                </a:lnTo>
                <a:lnTo>
                  <a:pt x="1295744" y="3203599"/>
                </a:lnTo>
                <a:lnTo>
                  <a:pt x="1259881" y="3172413"/>
                </a:lnTo>
                <a:lnTo>
                  <a:pt x="1225577" y="3144346"/>
                </a:lnTo>
                <a:lnTo>
                  <a:pt x="1186596" y="3122518"/>
                </a:lnTo>
                <a:lnTo>
                  <a:pt x="1144496" y="3103806"/>
                </a:lnTo>
                <a:lnTo>
                  <a:pt x="1099278" y="3088214"/>
                </a:lnTo>
                <a:lnTo>
                  <a:pt x="1052499" y="3074180"/>
                </a:lnTo>
                <a:lnTo>
                  <a:pt x="1005723" y="3061706"/>
                </a:lnTo>
                <a:lnTo>
                  <a:pt x="957386" y="3049231"/>
                </a:lnTo>
                <a:lnTo>
                  <a:pt x="912167" y="3035198"/>
                </a:lnTo>
                <a:lnTo>
                  <a:pt x="866948" y="3019606"/>
                </a:lnTo>
                <a:lnTo>
                  <a:pt x="824850" y="3000894"/>
                </a:lnTo>
                <a:lnTo>
                  <a:pt x="787426" y="2977505"/>
                </a:lnTo>
                <a:lnTo>
                  <a:pt x="753122" y="2949439"/>
                </a:lnTo>
                <a:lnTo>
                  <a:pt x="725057" y="2915136"/>
                </a:lnTo>
                <a:lnTo>
                  <a:pt x="701668" y="2877713"/>
                </a:lnTo>
                <a:lnTo>
                  <a:pt x="682956" y="2835613"/>
                </a:lnTo>
                <a:lnTo>
                  <a:pt x="667364" y="2790396"/>
                </a:lnTo>
                <a:lnTo>
                  <a:pt x="653331" y="2745177"/>
                </a:lnTo>
                <a:lnTo>
                  <a:pt x="640857" y="2696840"/>
                </a:lnTo>
                <a:lnTo>
                  <a:pt x="628382" y="2650063"/>
                </a:lnTo>
                <a:lnTo>
                  <a:pt x="614349" y="2603285"/>
                </a:lnTo>
                <a:lnTo>
                  <a:pt x="598756" y="2558065"/>
                </a:lnTo>
                <a:lnTo>
                  <a:pt x="580044" y="2515965"/>
                </a:lnTo>
                <a:lnTo>
                  <a:pt x="558214" y="2476984"/>
                </a:lnTo>
                <a:lnTo>
                  <a:pt x="530150" y="2442681"/>
                </a:lnTo>
                <a:lnTo>
                  <a:pt x="498963" y="2406817"/>
                </a:lnTo>
                <a:lnTo>
                  <a:pt x="463101" y="2375633"/>
                </a:lnTo>
                <a:lnTo>
                  <a:pt x="424118" y="2346007"/>
                </a:lnTo>
                <a:lnTo>
                  <a:pt x="385138" y="2316382"/>
                </a:lnTo>
                <a:lnTo>
                  <a:pt x="346157" y="2286756"/>
                </a:lnTo>
                <a:lnTo>
                  <a:pt x="308733" y="2257129"/>
                </a:lnTo>
                <a:lnTo>
                  <a:pt x="272871" y="2224386"/>
                </a:lnTo>
                <a:lnTo>
                  <a:pt x="241686" y="2191641"/>
                </a:lnTo>
                <a:lnTo>
                  <a:pt x="215179" y="2154219"/>
                </a:lnTo>
                <a:lnTo>
                  <a:pt x="194909" y="2115238"/>
                </a:lnTo>
                <a:lnTo>
                  <a:pt x="180876" y="2068461"/>
                </a:lnTo>
                <a:lnTo>
                  <a:pt x="174638" y="2020123"/>
                </a:lnTo>
                <a:lnTo>
                  <a:pt x="173078" y="1970225"/>
                </a:lnTo>
                <a:lnTo>
                  <a:pt x="177756" y="1917211"/>
                </a:lnTo>
                <a:lnTo>
                  <a:pt x="183993" y="1864197"/>
                </a:lnTo>
                <a:lnTo>
                  <a:pt x="191789" y="1811182"/>
                </a:lnTo>
                <a:lnTo>
                  <a:pt x="198027" y="1758167"/>
                </a:lnTo>
                <a:lnTo>
                  <a:pt x="201146" y="1705153"/>
                </a:lnTo>
                <a:lnTo>
                  <a:pt x="201146" y="1653697"/>
                </a:lnTo>
                <a:lnTo>
                  <a:pt x="194909" y="1605362"/>
                </a:lnTo>
                <a:lnTo>
                  <a:pt x="182434" y="1557024"/>
                </a:lnTo>
                <a:lnTo>
                  <a:pt x="163723" y="1511804"/>
                </a:lnTo>
                <a:lnTo>
                  <a:pt x="140335" y="1465027"/>
                </a:lnTo>
                <a:lnTo>
                  <a:pt x="113826" y="1418251"/>
                </a:lnTo>
                <a:lnTo>
                  <a:pt x="85761" y="1371472"/>
                </a:lnTo>
                <a:lnTo>
                  <a:pt x="59253" y="1326252"/>
                </a:lnTo>
                <a:lnTo>
                  <a:pt x="35863" y="1277917"/>
                </a:lnTo>
                <a:lnTo>
                  <a:pt x="17153" y="1231139"/>
                </a:lnTo>
                <a:lnTo>
                  <a:pt x="4679" y="1182801"/>
                </a:lnTo>
                <a:lnTo>
                  <a:pt x="0" y="1132905"/>
                </a:lnTo>
                <a:lnTo>
                  <a:pt x="4679" y="1083010"/>
                </a:lnTo>
                <a:lnTo>
                  <a:pt x="17153" y="1034673"/>
                </a:lnTo>
                <a:lnTo>
                  <a:pt x="35863" y="987895"/>
                </a:lnTo>
                <a:lnTo>
                  <a:pt x="59253" y="939559"/>
                </a:lnTo>
                <a:lnTo>
                  <a:pt x="85761" y="894339"/>
                </a:lnTo>
                <a:lnTo>
                  <a:pt x="113826" y="847563"/>
                </a:lnTo>
                <a:lnTo>
                  <a:pt x="140335" y="800784"/>
                </a:lnTo>
                <a:lnTo>
                  <a:pt x="163723" y="754007"/>
                </a:lnTo>
                <a:lnTo>
                  <a:pt x="182434" y="708787"/>
                </a:lnTo>
                <a:lnTo>
                  <a:pt x="194909" y="660451"/>
                </a:lnTo>
                <a:lnTo>
                  <a:pt x="201146" y="612115"/>
                </a:lnTo>
                <a:lnTo>
                  <a:pt x="201146" y="560659"/>
                </a:lnTo>
                <a:lnTo>
                  <a:pt x="198027" y="507644"/>
                </a:lnTo>
                <a:lnTo>
                  <a:pt x="191789" y="454630"/>
                </a:lnTo>
                <a:lnTo>
                  <a:pt x="183993" y="401614"/>
                </a:lnTo>
                <a:lnTo>
                  <a:pt x="177756" y="348600"/>
                </a:lnTo>
                <a:lnTo>
                  <a:pt x="173078" y="295586"/>
                </a:lnTo>
                <a:lnTo>
                  <a:pt x="174638" y="245689"/>
                </a:lnTo>
                <a:lnTo>
                  <a:pt x="180876" y="197353"/>
                </a:lnTo>
                <a:lnTo>
                  <a:pt x="194909" y="150574"/>
                </a:lnTo>
                <a:lnTo>
                  <a:pt x="215179" y="111594"/>
                </a:lnTo>
                <a:lnTo>
                  <a:pt x="241686" y="74171"/>
                </a:lnTo>
                <a:lnTo>
                  <a:pt x="272871" y="41427"/>
                </a:lnTo>
                <a:lnTo>
                  <a:pt x="308733" y="868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28" name="Freeform: Shape 27">
            <a:extLst>
              <a:ext uri="{FF2B5EF4-FFF2-40B4-BE49-F238E27FC236}">
                <a16:creationId xmlns:a16="http://schemas.microsoft.com/office/drawing/2014/main" id="{6D32E310-1144-4755-A1D0-5F2886009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5117" y="-4"/>
            <a:ext cx="4116885" cy="3585722"/>
          </a:xfrm>
          <a:custGeom>
            <a:avLst/>
            <a:gdLst>
              <a:gd name="connsiteX0" fmla="*/ 371204 w 4116885"/>
              <a:gd name="connsiteY0" fmla="*/ 0 h 3585722"/>
              <a:gd name="connsiteX1" fmla="*/ 4116885 w 4116885"/>
              <a:gd name="connsiteY1" fmla="*/ 0 h 3585722"/>
              <a:gd name="connsiteX2" fmla="*/ 4116885 w 4116885"/>
              <a:gd name="connsiteY2" fmla="*/ 2920084 h 3585722"/>
              <a:gd name="connsiteX3" fmla="*/ 4083518 w 4116885"/>
              <a:gd name="connsiteY3" fmla="*/ 2934914 h 3585722"/>
              <a:gd name="connsiteX4" fmla="*/ 4040331 w 4116885"/>
              <a:gd name="connsiteY4" fmla="*/ 2949806 h 3585722"/>
              <a:gd name="connsiteX5" fmla="*/ 3997143 w 4116885"/>
              <a:gd name="connsiteY5" fmla="*/ 2963209 h 3585722"/>
              <a:gd name="connsiteX6" fmla="*/ 3950976 w 4116885"/>
              <a:gd name="connsiteY6" fmla="*/ 2975125 h 3585722"/>
              <a:gd name="connsiteX7" fmla="*/ 3906298 w 4116885"/>
              <a:gd name="connsiteY7" fmla="*/ 2987039 h 3585722"/>
              <a:gd name="connsiteX8" fmla="*/ 3861622 w 4116885"/>
              <a:gd name="connsiteY8" fmla="*/ 3000442 h 3585722"/>
              <a:gd name="connsiteX9" fmla="*/ 3818433 w 4116885"/>
              <a:gd name="connsiteY9" fmla="*/ 3015336 h 3585722"/>
              <a:gd name="connsiteX10" fmla="*/ 3778225 w 4116885"/>
              <a:gd name="connsiteY10" fmla="*/ 3033207 h 3585722"/>
              <a:gd name="connsiteX11" fmla="*/ 3740994 w 4116885"/>
              <a:gd name="connsiteY11" fmla="*/ 3054056 h 3585722"/>
              <a:gd name="connsiteX12" fmla="*/ 3708230 w 4116885"/>
              <a:gd name="connsiteY12" fmla="*/ 3080861 h 3585722"/>
              <a:gd name="connsiteX13" fmla="*/ 3673977 w 4116885"/>
              <a:gd name="connsiteY13" fmla="*/ 3110649 h 3585722"/>
              <a:gd name="connsiteX14" fmla="*/ 3644190 w 4116885"/>
              <a:gd name="connsiteY14" fmla="*/ 3144902 h 3585722"/>
              <a:gd name="connsiteX15" fmla="*/ 3615895 w 4116885"/>
              <a:gd name="connsiteY15" fmla="*/ 3180643 h 3585722"/>
              <a:gd name="connsiteX16" fmla="*/ 3587600 w 4116885"/>
              <a:gd name="connsiteY16" fmla="*/ 3217874 h 3585722"/>
              <a:gd name="connsiteX17" fmla="*/ 3559305 w 4116885"/>
              <a:gd name="connsiteY17" fmla="*/ 3255107 h 3585722"/>
              <a:gd name="connsiteX18" fmla="*/ 3531009 w 4116885"/>
              <a:gd name="connsiteY18" fmla="*/ 3290849 h 3585722"/>
              <a:gd name="connsiteX19" fmla="*/ 3499734 w 4116885"/>
              <a:gd name="connsiteY19" fmla="*/ 3325101 h 3585722"/>
              <a:gd name="connsiteX20" fmla="*/ 3468459 w 4116885"/>
              <a:gd name="connsiteY20" fmla="*/ 3354887 h 3585722"/>
              <a:gd name="connsiteX21" fmla="*/ 3432719 w 4116885"/>
              <a:gd name="connsiteY21" fmla="*/ 3380204 h 3585722"/>
              <a:gd name="connsiteX22" fmla="*/ 3395487 w 4116885"/>
              <a:gd name="connsiteY22" fmla="*/ 3399565 h 3585722"/>
              <a:gd name="connsiteX23" fmla="*/ 3350809 w 4116885"/>
              <a:gd name="connsiteY23" fmla="*/ 3412968 h 3585722"/>
              <a:gd name="connsiteX24" fmla="*/ 3304642 w 4116885"/>
              <a:gd name="connsiteY24" fmla="*/ 3418925 h 3585722"/>
              <a:gd name="connsiteX25" fmla="*/ 3256988 w 4116885"/>
              <a:gd name="connsiteY25" fmla="*/ 3420415 h 3585722"/>
              <a:gd name="connsiteX26" fmla="*/ 3206353 w 4116885"/>
              <a:gd name="connsiteY26" fmla="*/ 3415946 h 3585722"/>
              <a:gd name="connsiteX27" fmla="*/ 3155719 w 4116885"/>
              <a:gd name="connsiteY27" fmla="*/ 3409991 h 3585722"/>
              <a:gd name="connsiteX28" fmla="*/ 3105083 w 4116885"/>
              <a:gd name="connsiteY28" fmla="*/ 3402543 h 3585722"/>
              <a:gd name="connsiteX29" fmla="*/ 3054450 w 4116885"/>
              <a:gd name="connsiteY29" fmla="*/ 3396587 h 3585722"/>
              <a:gd name="connsiteX30" fmla="*/ 3003814 w 4116885"/>
              <a:gd name="connsiteY30" fmla="*/ 3393607 h 3585722"/>
              <a:gd name="connsiteX31" fmla="*/ 2954669 w 4116885"/>
              <a:gd name="connsiteY31" fmla="*/ 3393607 h 3585722"/>
              <a:gd name="connsiteX32" fmla="*/ 2908503 w 4116885"/>
              <a:gd name="connsiteY32" fmla="*/ 3399565 h 3585722"/>
              <a:gd name="connsiteX33" fmla="*/ 2860847 w 4116885"/>
              <a:gd name="connsiteY33" fmla="*/ 3411479 h 3585722"/>
              <a:gd name="connsiteX34" fmla="*/ 2817659 w 4116885"/>
              <a:gd name="connsiteY34" fmla="*/ 3429350 h 3585722"/>
              <a:gd name="connsiteX35" fmla="*/ 2772981 w 4116885"/>
              <a:gd name="connsiteY35" fmla="*/ 3453178 h 3585722"/>
              <a:gd name="connsiteX36" fmla="*/ 2728305 w 4116885"/>
              <a:gd name="connsiteY36" fmla="*/ 3477008 h 3585722"/>
              <a:gd name="connsiteX37" fmla="*/ 2683627 w 4116885"/>
              <a:gd name="connsiteY37" fmla="*/ 3503814 h 3585722"/>
              <a:gd name="connsiteX38" fmla="*/ 2640437 w 4116885"/>
              <a:gd name="connsiteY38" fmla="*/ 3529131 h 3585722"/>
              <a:gd name="connsiteX39" fmla="*/ 2594272 w 4116885"/>
              <a:gd name="connsiteY39" fmla="*/ 3551469 h 3585722"/>
              <a:gd name="connsiteX40" fmla="*/ 2549594 w 4116885"/>
              <a:gd name="connsiteY40" fmla="*/ 3569341 h 3585722"/>
              <a:gd name="connsiteX41" fmla="*/ 2503426 w 4116885"/>
              <a:gd name="connsiteY41" fmla="*/ 3581255 h 3585722"/>
              <a:gd name="connsiteX42" fmla="*/ 2455772 w 4116885"/>
              <a:gd name="connsiteY42" fmla="*/ 3585722 h 3585722"/>
              <a:gd name="connsiteX43" fmla="*/ 2408116 w 4116885"/>
              <a:gd name="connsiteY43" fmla="*/ 3581255 h 3585722"/>
              <a:gd name="connsiteX44" fmla="*/ 2361949 w 4116885"/>
              <a:gd name="connsiteY44" fmla="*/ 3569341 h 3585722"/>
              <a:gd name="connsiteX45" fmla="*/ 2317272 w 4116885"/>
              <a:gd name="connsiteY45" fmla="*/ 3551469 h 3585722"/>
              <a:gd name="connsiteX46" fmla="*/ 2271105 w 4116885"/>
              <a:gd name="connsiteY46" fmla="*/ 3529131 h 3585722"/>
              <a:gd name="connsiteX47" fmla="*/ 2227917 w 4116885"/>
              <a:gd name="connsiteY47" fmla="*/ 3503814 h 3585722"/>
              <a:gd name="connsiteX48" fmla="*/ 2183239 w 4116885"/>
              <a:gd name="connsiteY48" fmla="*/ 3477008 h 3585722"/>
              <a:gd name="connsiteX49" fmla="*/ 2138561 w 4116885"/>
              <a:gd name="connsiteY49" fmla="*/ 3453178 h 3585722"/>
              <a:gd name="connsiteX50" fmla="*/ 2093885 w 4116885"/>
              <a:gd name="connsiteY50" fmla="*/ 3429350 h 3585722"/>
              <a:gd name="connsiteX51" fmla="*/ 2049208 w 4116885"/>
              <a:gd name="connsiteY51" fmla="*/ 3411479 h 3585722"/>
              <a:gd name="connsiteX52" fmla="*/ 2003041 w 4116885"/>
              <a:gd name="connsiteY52" fmla="*/ 3399565 h 3585722"/>
              <a:gd name="connsiteX53" fmla="*/ 1956874 w 4116885"/>
              <a:gd name="connsiteY53" fmla="*/ 3393607 h 3585722"/>
              <a:gd name="connsiteX54" fmla="*/ 1907728 w 4116885"/>
              <a:gd name="connsiteY54" fmla="*/ 3393607 h 3585722"/>
              <a:gd name="connsiteX55" fmla="*/ 1857094 w 4116885"/>
              <a:gd name="connsiteY55" fmla="*/ 3396587 h 3585722"/>
              <a:gd name="connsiteX56" fmla="*/ 1806460 w 4116885"/>
              <a:gd name="connsiteY56" fmla="*/ 3402543 h 3585722"/>
              <a:gd name="connsiteX57" fmla="*/ 1755825 w 4116885"/>
              <a:gd name="connsiteY57" fmla="*/ 3409991 h 3585722"/>
              <a:gd name="connsiteX58" fmla="*/ 1705189 w 4116885"/>
              <a:gd name="connsiteY58" fmla="*/ 3415946 h 3585722"/>
              <a:gd name="connsiteX59" fmla="*/ 1654555 w 4116885"/>
              <a:gd name="connsiteY59" fmla="*/ 3420415 h 3585722"/>
              <a:gd name="connsiteX60" fmla="*/ 1606901 w 4116885"/>
              <a:gd name="connsiteY60" fmla="*/ 3418925 h 3585722"/>
              <a:gd name="connsiteX61" fmla="*/ 1560733 w 4116885"/>
              <a:gd name="connsiteY61" fmla="*/ 3412968 h 3585722"/>
              <a:gd name="connsiteX62" fmla="*/ 1516055 w 4116885"/>
              <a:gd name="connsiteY62" fmla="*/ 3399565 h 3585722"/>
              <a:gd name="connsiteX63" fmla="*/ 1478825 w 4116885"/>
              <a:gd name="connsiteY63" fmla="*/ 3380204 h 3585722"/>
              <a:gd name="connsiteX64" fmla="*/ 1443081 w 4116885"/>
              <a:gd name="connsiteY64" fmla="*/ 3354887 h 3585722"/>
              <a:gd name="connsiteX65" fmla="*/ 1411808 w 4116885"/>
              <a:gd name="connsiteY65" fmla="*/ 3325101 h 3585722"/>
              <a:gd name="connsiteX66" fmla="*/ 1380533 w 4116885"/>
              <a:gd name="connsiteY66" fmla="*/ 3290849 h 3585722"/>
              <a:gd name="connsiteX67" fmla="*/ 1352239 w 4116885"/>
              <a:gd name="connsiteY67" fmla="*/ 3255107 h 3585722"/>
              <a:gd name="connsiteX68" fmla="*/ 1323942 w 4116885"/>
              <a:gd name="connsiteY68" fmla="*/ 3217874 h 3585722"/>
              <a:gd name="connsiteX69" fmla="*/ 1295647 w 4116885"/>
              <a:gd name="connsiteY69" fmla="*/ 3180643 h 3585722"/>
              <a:gd name="connsiteX70" fmla="*/ 1267352 w 4116885"/>
              <a:gd name="connsiteY70" fmla="*/ 3144902 h 3585722"/>
              <a:gd name="connsiteX71" fmla="*/ 1237566 w 4116885"/>
              <a:gd name="connsiteY71" fmla="*/ 3110649 h 3585722"/>
              <a:gd name="connsiteX72" fmla="*/ 1203314 w 4116885"/>
              <a:gd name="connsiteY72" fmla="*/ 3080861 h 3585722"/>
              <a:gd name="connsiteX73" fmla="*/ 1170550 w 4116885"/>
              <a:gd name="connsiteY73" fmla="*/ 3054056 h 3585722"/>
              <a:gd name="connsiteX74" fmla="*/ 1133319 w 4116885"/>
              <a:gd name="connsiteY74" fmla="*/ 3033207 h 3585722"/>
              <a:gd name="connsiteX75" fmla="*/ 1093109 w 4116885"/>
              <a:gd name="connsiteY75" fmla="*/ 3015336 h 3585722"/>
              <a:gd name="connsiteX76" fmla="*/ 1049921 w 4116885"/>
              <a:gd name="connsiteY76" fmla="*/ 3000442 h 3585722"/>
              <a:gd name="connsiteX77" fmla="*/ 1005242 w 4116885"/>
              <a:gd name="connsiteY77" fmla="*/ 2987039 h 3585722"/>
              <a:gd name="connsiteX78" fmla="*/ 960566 w 4116885"/>
              <a:gd name="connsiteY78" fmla="*/ 2975125 h 3585722"/>
              <a:gd name="connsiteX79" fmla="*/ 914400 w 4116885"/>
              <a:gd name="connsiteY79" fmla="*/ 2963209 h 3585722"/>
              <a:gd name="connsiteX80" fmla="*/ 871211 w 4116885"/>
              <a:gd name="connsiteY80" fmla="*/ 2949806 h 3585722"/>
              <a:gd name="connsiteX81" fmla="*/ 828022 w 4116885"/>
              <a:gd name="connsiteY81" fmla="*/ 2934914 h 3585722"/>
              <a:gd name="connsiteX82" fmla="*/ 787813 w 4116885"/>
              <a:gd name="connsiteY82" fmla="*/ 2917043 h 3585722"/>
              <a:gd name="connsiteX83" fmla="*/ 752072 w 4116885"/>
              <a:gd name="connsiteY83" fmla="*/ 2894704 h 3585722"/>
              <a:gd name="connsiteX84" fmla="*/ 719306 w 4116885"/>
              <a:gd name="connsiteY84" fmla="*/ 2867898 h 3585722"/>
              <a:gd name="connsiteX85" fmla="*/ 692502 w 4116885"/>
              <a:gd name="connsiteY85" fmla="*/ 2835134 h 3585722"/>
              <a:gd name="connsiteX86" fmla="*/ 670163 w 4116885"/>
              <a:gd name="connsiteY86" fmla="*/ 2799391 h 3585722"/>
              <a:gd name="connsiteX87" fmla="*/ 652291 w 4116885"/>
              <a:gd name="connsiteY87" fmla="*/ 2759180 h 3585722"/>
              <a:gd name="connsiteX88" fmla="*/ 637399 w 4116885"/>
              <a:gd name="connsiteY88" fmla="*/ 2715993 h 3585722"/>
              <a:gd name="connsiteX89" fmla="*/ 623997 w 4116885"/>
              <a:gd name="connsiteY89" fmla="*/ 2672804 h 3585722"/>
              <a:gd name="connsiteX90" fmla="*/ 612083 w 4116885"/>
              <a:gd name="connsiteY90" fmla="*/ 2626638 h 3585722"/>
              <a:gd name="connsiteX91" fmla="*/ 600169 w 4116885"/>
              <a:gd name="connsiteY91" fmla="*/ 2581960 h 3585722"/>
              <a:gd name="connsiteX92" fmla="*/ 586764 w 4116885"/>
              <a:gd name="connsiteY92" fmla="*/ 2537281 h 3585722"/>
              <a:gd name="connsiteX93" fmla="*/ 571872 w 4116885"/>
              <a:gd name="connsiteY93" fmla="*/ 2494092 h 3585722"/>
              <a:gd name="connsiteX94" fmla="*/ 554000 w 4116885"/>
              <a:gd name="connsiteY94" fmla="*/ 2453882 h 3585722"/>
              <a:gd name="connsiteX95" fmla="*/ 533152 w 4116885"/>
              <a:gd name="connsiteY95" fmla="*/ 2416651 h 3585722"/>
              <a:gd name="connsiteX96" fmla="*/ 506346 w 4116885"/>
              <a:gd name="connsiteY96" fmla="*/ 2383887 h 3585722"/>
              <a:gd name="connsiteX97" fmla="*/ 476561 w 4116885"/>
              <a:gd name="connsiteY97" fmla="*/ 2349633 h 3585722"/>
              <a:gd name="connsiteX98" fmla="*/ 442308 w 4116885"/>
              <a:gd name="connsiteY98" fmla="*/ 2319849 h 3585722"/>
              <a:gd name="connsiteX99" fmla="*/ 405075 w 4116885"/>
              <a:gd name="connsiteY99" fmla="*/ 2291554 h 3585722"/>
              <a:gd name="connsiteX100" fmla="*/ 367844 w 4116885"/>
              <a:gd name="connsiteY100" fmla="*/ 2263257 h 3585722"/>
              <a:gd name="connsiteX101" fmla="*/ 330615 w 4116885"/>
              <a:gd name="connsiteY101" fmla="*/ 2234962 h 3585722"/>
              <a:gd name="connsiteX102" fmla="*/ 294872 w 4116885"/>
              <a:gd name="connsiteY102" fmla="*/ 2206664 h 3585722"/>
              <a:gd name="connsiteX103" fmla="*/ 260619 w 4116885"/>
              <a:gd name="connsiteY103" fmla="*/ 2175390 h 3585722"/>
              <a:gd name="connsiteX104" fmla="*/ 230835 w 4116885"/>
              <a:gd name="connsiteY104" fmla="*/ 2144116 h 3585722"/>
              <a:gd name="connsiteX105" fmla="*/ 205519 w 4116885"/>
              <a:gd name="connsiteY105" fmla="*/ 2108372 h 3585722"/>
              <a:gd name="connsiteX106" fmla="*/ 186158 w 4116885"/>
              <a:gd name="connsiteY106" fmla="*/ 2071141 h 3585722"/>
              <a:gd name="connsiteX107" fmla="*/ 172755 w 4116885"/>
              <a:gd name="connsiteY107" fmla="*/ 2026465 h 3585722"/>
              <a:gd name="connsiteX108" fmla="*/ 166797 w 4116885"/>
              <a:gd name="connsiteY108" fmla="*/ 1980297 h 3585722"/>
              <a:gd name="connsiteX109" fmla="*/ 165306 w 4116885"/>
              <a:gd name="connsiteY109" fmla="*/ 1932640 h 3585722"/>
              <a:gd name="connsiteX110" fmla="*/ 169775 w 4116885"/>
              <a:gd name="connsiteY110" fmla="*/ 1882006 h 3585722"/>
              <a:gd name="connsiteX111" fmla="*/ 175733 w 4116885"/>
              <a:gd name="connsiteY111" fmla="*/ 1831370 h 3585722"/>
              <a:gd name="connsiteX112" fmla="*/ 183178 w 4116885"/>
              <a:gd name="connsiteY112" fmla="*/ 1780735 h 3585722"/>
              <a:gd name="connsiteX113" fmla="*/ 189136 w 4116885"/>
              <a:gd name="connsiteY113" fmla="*/ 1730101 h 3585722"/>
              <a:gd name="connsiteX114" fmla="*/ 192116 w 4116885"/>
              <a:gd name="connsiteY114" fmla="*/ 1679466 h 3585722"/>
              <a:gd name="connsiteX115" fmla="*/ 192116 w 4116885"/>
              <a:gd name="connsiteY115" fmla="*/ 1630319 h 3585722"/>
              <a:gd name="connsiteX116" fmla="*/ 186158 w 4116885"/>
              <a:gd name="connsiteY116" fmla="*/ 1584152 h 3585722"/>
              <a:gd name="connsiteX117" fmla="*/ 174244 w 4116885"/>
              <a:gd name="connsiteY117" fmla="*/ 1537986 h 3585722"/>
              <a:gd name="connsiteX118" fmla="*/ 156372 w 4116885"/>
              <a:gd name="connsiteY118" fmla="*/ 1494795 h 3585722"/>
              <a:gd name="connsiteX119" fmla="*/ 134033 w 4116885"/>
              <a:gd name="connsiteY119" fmla="*/ 1450119 h 3585722"/>
              <a:gd name="connsiteX120" fmla="*/ 108716 w 4116885"/>
              <a:gd name="connsiteY120" fmla="*/ 1405442 h 3585722"/>
              <a:gd name="connsiteX121" fmla="*/ 81910 w 4116885"/>
              <a:gd name="connsiteY121" fmla="*/ 1360762 h 3585722"/>
              <a:gd name="connsiteX122" fmla="*/ 56594 w 4116885"/>
              <a:gd name="connsiteY122" fmla="*/ 1317574 h 3585722"/>
              <a:gd name="connsiteX123" fmla="*/ 34253 w 4116885"/>
              <a:gd name="connsiteY123" fmla="*/ 1271407 h 3585722"/>
              <a:gd name="connsiteX124" fmla="*/ 16383 w 4116885"/>
              <a:gd name="connsiteY124" fmla="*/ 1226729 h 3585722"/>
              <a:gd name="connsiteX125" fmla="*/ 4469 w 4116885"/>
              <a:gd name="connsiteY125" fmla="*/ 1180561 h 3585722"/>
              <a:gd name="connsiteX126" fmla="*/ 0 w 4116885"/>
              <a:gd name="connsiteY126" fmla="*/ 1132905 h 3585722"/>
              <a:gd name="connsiteX127" fmla="*/ 4469 w 4116885"/>
              <a:gd name="connsiteY127" fmla="*/ 1085249 h 3585722"/>
              <a:gd name="connsiteX128" fmla="*/ 16383 w 4116885"/>
              <a:gd name="connsiteY128" fmla="*/ 1039083 h 3585722"/>
              <a:gd name="connsiteX129" fmla="*/ 34253 w 4116885"/>
              <a:gd name="connsiteY129" fmla="*/ 994403 h 3585722"/>
              <a:gd name="connsiteX130" fmla="*/ 56594 w 4116885"/>
              <a:gd name="connsiteY130" fmla="*/ 948238 h 3585722"/>
              <a:gd name="connsiteX131" fmla="*/ 81910 w 4116885"/>
              <a:gd name="connsiteY131" fmla="*/ 905048 h 3585722"/>
              <a:gd name="connsiteX132" fmla="*/ 108716 w 4116885"/>
              <a:gd name="connsiteY132" fmla="*/ 860370 h 3585722"/>
              <a:gd name="connsiteX133" fmla="*/ 134033 w 4116885"/>
              <a:gd name="connsiteY133" fmla="*/ 815693 h 3585722"/>
              <a:gd name="connsiteX134" fmla="*/ 156372 w 4116885"/>
              <a:gd name="connsiteY134" fmla="*/ 771015 h 3585722"/>
              <a:gd name="connsiteX135" fmla="*/ 174244 w 4116885"/>
              <a:gd name="connsiteY135" fmla="*/ 727825 h 3585722"/>
              <a:gd name="connsiteX136" fmla="*/ 186158 w 4116885"/>
              <a:gd name="connsiteY136" fmla="*/ 681658 h 3585722"/>
              <a:gd name="connsiteX137" fmla="*/ 192116 w 4116885"/>
              <a:gd name="connsiteY137" fmla="*/ 635491 h 3585722"/>
              <a:gd name="connsiteX138" fmla="*/ 192116 w 4116885"/>
              <a:gd name="connsiteY138" fmla="*/ 586346 h 3585722"/>
              <a:gd name="connsiteX139" fmla="*/ 189136 w 4116885"/>
              <a:gd name="connsiteY139" fmla="*/ 535711 h 3585722"/>
              <a:gd name="connsiteX140" fmla="*/ 183178 w 4116885"/>
              <a:gd name="connsiteY140" fmla="*/ 485075 h 3585722"/>
              <a:gd name="connsiteX141" fmla="*/ 175733 w 4116885"/>
              <a:gd name="connsiteY141" fmla="*/ 434440 h 3585722"/>
              <a:gd name="connsiteX142" fmla="*/ 169775 w 4116885"/>
              <a:gd name="connsiteY142" fmla="*/ 383806 h 3585722"/>
              <a:gd name="connsiteX143" fmla="*/ 165306 w 4116885"/>
              <a:gd name="connsiteY143" fmla="*/ 333172 h 3585722"/>
              <a:gd name="connsiteX144" fmla="*/ 166797 w 4116885"/>
              <a:gd name="connsiteY144" fmla="*/ 285515 h 3585722"/>
              <a:gd name="connsiteX145" fmla="*/ 172755 w 4116885"/>
              <a:gd name="connsiteY145" fmla="*/ 239348 h 3585722"/>
              <a:gd name="connsiteX146" fmla="*/ 186158 w 4116885"/>
              <a:gd name="connsiteY146" fmla="*/ 194669 h 3585722"/>
              <a:gd name="connsiteX147" fmla="*/ 205519 w 4116885"/>
              <a:gd name="connsiteY147" fmla="*/ 157438 h 3585722"/>
              <a:gd name="connsiteX148" fmla="*/ 230835 w 4116885"/>
              <a:gd name="connsiteY148" fmla="*/ 121696 h 3585722"/>
              <a:gd name="connsiteX149" fmla="*/ 260619 w 4116885"/>
              <a:gd name="connsiteY149" fmla="*/ 90421 h 3585722"/>
              <a:gd name="connsiteX150" fmla="*/ 294872 w 4116885"/>
              <a:gd name="connsiteY150" fmla="*/ 59147 h 3585722"/>
              <a:gd name="connsiteX151" fmla="*/ 330615 w 4116885"/>
              <a:gd name="connsiteY151" fmla="*/ 30850 h 3585722"/>
              <a:gd name="connsiteX152" fmla="*/ 367844 w 4116885"/>
              <a:gd name="connsiteY152" fmla="*/ 2553 h 358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4116885" h="3585722">
                <a:moveTo>
                  <a:pt x="371204" y="0"/>
                </a:moveTo>
                <a:lnTo>
                  <a:pt x="4116885" y="0"/>
                </a:lnTo>
                <a:lnTo>
                  <a:pt x="4116885" y="2920084"/>
                </a:lnTo>
                <a:lnTo>
                  <a:pt x="4083518" y="2934914"/>
                </a:lnTo>
                <a:lnTo>
                  <a:pt x="4040331" y="2949806"/>
                </a:lnTo>
                <a:lnTo>
                  <a:pt x="3997143" y="2963209"/>
                </a:lnTo>
                <a:lnTo>
                  <a:pt x="3950976" y="2975125"/>
                </a:lnTo>
                <a:lnTo>
                  <a:pt x="3906298" y="2987039"/>
                </a:lnTo>
                <a:lnTo>
                  <a:pt x="3861622" y="3000442"/>
                </a:lnTo>
                <a:lnTo>
                  <a:pt x="3818433" y="3015336"/>
                </a:lnTo>
                <a:lnTo>
                  <a:pt x="3778225" y="3033207"/>
                </a:lnTo>
                <a:lnTo>
                  <a:pt x="3740994" y="3054056"/>
                </a:lnTo>
                <a:lnTo>
                  <a:pt x="3708230" y="3080861"/>
                </a:lnTo>
                <a:lnTo>
                  <a:pt x="3673977" y="3110649"/>
                </a:lnTo>
                <a:lnTo>
                  <a:pt x="3644190" y="3144902"/>
                </a:lnTo>
                <a:lnTo>
                  <a:pt x="3615895" y="3180643"/>
                </a:lnTo>
                <a:lnTo>
                  <a:pt x="3587600" y="3217874"/>
                </a:lnTo>
                <a:lnTo>
                  <a:pt x="3559305" y="3255107"/>
                </a:lnTo>
                <a:lnTo>
                  <a:pt x="3531009" y="3290849"/>
                </a:lnTo>
                <a:lnTo>
                  <a:pt x="3499734" y="3325101"/>
                </a:lnTo>
                <a:lnTo>
                  <a:pt x="3468459" y="3354887"/>
                </a:lnTo>
                <a:lnTo>
                  <a:pt x="3432719" y="3380204"/>
                </a:lnTo>
                <a:lnTo>
                  <a:pt x="3395487" y="3399565"/>
                </a:lnTo>
                <a:lnTo>
                  <a:pt x="3350809" y="3412968"/>
                </a:lnTo>
                <a:lnTo>
                  <a:pt x="3304642" y="3418925"/>
                </a:lnTo>
                <a:lnTo>
                  <a:pt x="3256988" y="3420415"/>
                </a:lnTo>
                <a:lnTo>
                  <a:pt x="3206353" y="3415946"/>
                </a:lnTo>
                <a:lnTo>
                  <a:pt x="3155719" y="3409991"/>
                </a:lnTo>
                <a:lnTo>
                  <a:pt x="3105083" y="3402543"/>
                </a:lnTo>
                <a:lnTo>
                  <a:pt x="3054450" y="3396587"/>
                </a:lnTo>
                <a:lnTo>
                  <a:pt x="3003814" y="3393607"/>
                </a:lnTo>
                <a:lnTo>
                  <a:pt x="2954669" y="3393607"/>
                </a:lnTo>
                <a:lnTo>
                  <a:pt x="2908503" y="3399565"/>
                </a:lnTo>
                <a:lnTo>
                  <a:pt x="2860847" y="3411479"/>
                </a:lnTo>
                <a:lnTo>
                  <a:pt x="2817659" y="3429350"/>
                </a:lnTo>
                <a:lnTo>
                  <a:pt x="2772981" y="3453178"/>
                </a:lnTo>
                <a:lnTo>
                  <a:pt x="2728305" y="3477008"/>
                </a:lnTo>
                <a:lnTo>
                  <a:pt x="2683627" y="3503814"/>
                </a:lnTo>
                <a:lnTo>
                  <a:pt x="2640437" y="3529131"/>
                </a:lnTo>
                <a:lnTo>
                  <a:pt x="2594272" y="3551469"/>
                </a:lnTo>
                <a:lnTo>
                  <a:pt x="2549594" y="3569341"/>
                </a:lnTo>
                <a:lnTo>
                  <a:pt x="2503426" y="3581255"/>
                </a:lnTo>
                <a:lnTo>
                  <a:pt x="2455772" y="3585722"/>
                </a:lnTo>
                <a:lnTo>
                  <a:pt x="2408116" y="3581255"/>
                </a:lnTo>
                <a:lnTo>
                  <a:pt x="2361949" y="3569341"/>
                </a:lnTo>
                <a:lnTo>
                  <a:pt x="2317272" y="3551469"/>
                </a:lnTo>
                <a:lnTo>
                  <a:pt x="2271105" y="3529131"/>
                </a:lnTo>
                <a:lnTo>
                  <a:pt x="2227917" y="3503814"/>
                </a:lnTo>
                <a:lnTo>
                  <a:pt x="2183239" y="3477008"/>
                </a:lnTo>
                <a:lnTo>
                  <a:pt x="2138561" y="3453178"/>
                </a:lnTo>
                <a:lnTo>
                  <a:pt x="2093885" y="3429350"/>
                </a:lnTo>
                <a:lnTo>
                  <a:pt x="2049208" y="3411479"/>
                </a:lnTo>
                <a:lnTo>
                  <a:pt x="2003041" y="3399565"/>
                </a:lnTo>
                <a:lnTo>
                  <a:pt x="1956874" y="3393607"/>
                </a:lnTo>
                <a:lnTo>
                  <a:pt x="1907728" y="3393607"/>
                </a:lnTo>
                <a:lnTo>
                  <a:pt x="1857094" y="3396587"/>
                </a:lnTo>
                <a:lnTo>
                  <a:pt x="1806460" y="3402543"/>
                </a:lnTo>
                <a:lnTo>
                  <a:pt x="1755825" y="3409991"/>
                </a:lnTo>
                <a:lnTo>
                  <a:pt x="1705189" y="3415946"/>
                </a:lnTo>
                <a:lnTo>
                  <a:pt x="1654555" y="3420415"/>
                </a:lnTo>
                <a:lnTo>
                  <a:pt x="1606901" y="3418925"/>
                </a:lnTo>
                <a:lnTo>
                  <a:pt x="1560733" y="3412968"/>
                </a:lnTo>
                <a:lnTo>
                  <a:pt x="1516055" y="3399565"/>
                </a:lnTo>
                <a:lnTo>
                  <a:pt x="1478825" y="3380204"/>
                </a:lnTo>
                <a:lnTo>
                  <a:pt x="1443081" y="3354887"/>
                </a:lnTo>
                <a:lnTo>
                  <a:pt x="1411808" y="3325101"/>
                </a:lnTo>
                <a:lnTo>
                  <a:pt x="1380533" y="3290849"/>
                </a:lnTo>
                <a:lnTo>
                  <a:pt x="1352239" y="3255107"/>
                </a:lnTo>
                <a:lnTo>
                  <a:pt x="1323942" y="3217874"/>
                </a:lnTo>
                <a:lnTo>
                  <a:pt x="1295647" y="3180643"/>
                </a:lnTo>
                <a:lnTo>
                  <a:pt x="1267352" y="3144902"/>
                </a:lnTo>
                <a:lnTo>
                  <a:pt x="1237566" y="3110649"/>
                </a:lnTo>
                <a:lnTo>
                  <a:pt x="1203314" y="3080861"/>
                </a:lnTo>
                <a:lnTo>
                  <a:pt x="1170550" y="3054056"/>
                </a:lnTo>
                <a:lnTo>
                  <a:pt x="1133319" y="3033207"/>
                </a:lnTo>
                <a:lnTo>
                  <a:pt x="1093109" y="3015336"/>
                </a:lnTo>
                <a:lnTo>
                  <a:pt x="1049921" y="3000442"/>
                </a:lnTo>
                <a:lnTo>
                  <a:pt x="1005242" y="2987039"/>
                </a:lnTo>
                <a:lnTo>
                  <a:pt x="960566" y="2975125"/>
                </a:lnTo>
                <a:lnTo>
                  <a:pt x="914400" y="2963209"/>
                </a:lnTo>
                <a:lnTo>
                  <a:pt x="871211" y="2949806"/>
                </a:lnTo>
                <a:lnTo>
                  <a:pt x="828022" y="2934914"/>
                </a:lnTo>
                <a:lnTo>
                  <a:pt x="787813" y="2917043"/>
                </a:lnTo>
                <a:lnTo>
                  <a:pt x="752072" y="2894704"/>
                </a:lnTo>
                <a:lnTo>
                  <a:pt x="719306" y="2867898"/>
                </a:lnTo>
                <a:lnTo>
                  <a:pt x="692502" y="2835134"/>
                </a:lnTo>
                <a:lnTo>
                  <a:pt x="670163" y="2799391"/>
                </a:lnTo>
                <a:lnTo>
                  <a:pt x="652291" y="2759180"/>
                </a:lnTo>
                <a:lnTo>
                  <a:pt x="637399" y="2715993"/>
                </a:lnTo>
                <a:lnTo>
                  <a:pt x="623997" y="2672804"/>
                </a:lnTo>
                <a:lnTo>
                  <a:pt x="612083" y="2626638"/>
                </a:lnTo>
                <a:lnTo>
                  <a:pt x="600169" y="2581960"/>
                </a:lnTo>
                <a:lnTo>
                  <a:pt x="586764" y="2537281"/>
                </a:lnTo>
                <a:lnTo>
                  <a:pt x="571872" y="2494092"/>
                </a:lnTo>
                <a:lnTo>
                  <a:pt x="554000" y="2453882"/>
                </a:lnTo>
                <a:lnTo>
                  <a:pt x="533152" y="2416651"/>
                </a:lnTo>
                <a:lnTo>
                  <a:pt x="506346" y="2383887"/>
                </a:lnTo>
                <a:lnTo>
                  <a:pt x="476561" y="2349633"/>
                </a:lnTo>
                <a:lnTo>
                  <a:pt x="442308" y="2319849"/>
                </a:lnTo>
                <a:lnTo>
                  <a:pt x="405075" y="2291554"/>
                </a:lnTo>
                <a:lnTo>
                  <a:pt x="367844" y="2263257"/>
                </a:lnTo>
                <a:lnTo>
                  <a:pt x="330615" y="2234962"/>
                </a:lnTo>
                <a:lnTo>
                  <a:pt x="294872" y="2206664"/>
                </a:lnTo>
                <a:lnTo>
                  <a:pt x="260619" y="2175390"/>
                </a:lnTo>
                <a:lnTo>
                  <a:pt x="230835" y="2144116"/>
                </a:lnTo>
                <a:lnTo>
                  <a:pt x="205519" y="2108372"/>
                </a:lnTo>
                <a:lnTo>
                  <a:pt x="186158" y="2071141"/>
                </a:lnTo>
                <a:lnTo>
                  <a:pt x="172755" y="2026465"/>
                </a:lnTo>
                <a:lnTo>
                  <a:pt x="166797" y="1980297"/>
                </a:lnTo>
                <a:lnTo>
                  <a:pt x="165306" y="1932640"/>
                </a:lnTo>
                <a:lnTo>
                  <a:pt x="169775" y="1882006"/>
                </a:lnTo>
                <a:lnTo>
                  <a:pt x="175733" y="1831370"/>
                </a:lnTo>
                <a:lnTo>
                  <a:pt x="183178" y="1780735"/>
                </a:lnTo>
                <a:lnTo>
                  <a:pt x="189136" y="1730101"/>
                </a:lnTo>
                <a:lnTo>
                  <a:pt x="192116" y="1679466"/>
                </a:lnTo>
                <a:lnTo>
                  <a:pt x="192116" y="1630319"/>
                </a:lnTo>
                <a:lnTo>
                  <a:pt x="186158" y="1584152"/>
                </a:lnTo>
                <a:lnTo>
                  <a:pt x="174244" y="1537986"/>
                </a:lnTo>
                <a:lnTo>
                  <a:pt x="156372" y="1494795"/>
                </a:lnTo>
                <a:lnTo>
                  <a:pt x="134033" y="1450119"/>
                </a:lnTo>
                <a:lnTo>
                  <a:pt x="108716" y="1405442"/>
                </a:lnTo>
                <a:lnTo>
                  <a:pt x="81910" y="1360762"/>
                </a:lnTo>
                <a:lnTo>
                  <a:pt x="56594" y="1317574"/>
                </a:lnTo>
                <a:lnTo>
                  <a:pt x="34253" y="1271407"/>
                </a:lnTo>
                <a:lnTo>
                  <a:pt x="16383" y="1226729"/>
                </a:lnTo>
                <a:lnTo>
                  <a:pt x="4469" y="1180561"/>
                </a:lnTo>
                <a:lnTo>
                  <a:pt x="0" y="1132905"/>
                </a:lnTo>
                <a:lnTo>
                  <a:pt x="4469" y="1085249"/>
                </a:lnTo>
                <a:lnTo>
                  <a:pt x="16383" y="1039083"/>
                </a:lnTo>
                <a:lnTo>
                  <a:pt x="34253" y="994403"/>
                </a:lnTo>
                <a:lnTo>
                  <a:pt x="56594" y="948238"/>
                </a:lnTo>
                <a:lnTo>
                  <a:pt x="81910" y="905048"/>
                </a:lnTo>
                <a:lnTo>
                  <a:pt x="108716" y="860370"/>
                </a:lnTo>
                <a:lnTo>
                  <a:pt x="134033" y="815693"/>
                </a:lnTo>
                <a:lnTo>
                  <a:pt x="156372" y="771015"/>
                </a:lnTo>
                <a:lnTo>
                  <a:pt x="174244" y="727825"/>
                </a:lnTo>
                <a:lnTo>
                  <a:pt x="186158" y="681658"/>
                </a:lnTo>
                <a:lnTo>
                  <a:pt x="192116" y="635491"/>
                </a:lnTo>
                <a:lnTo>
                  <a:pt x="192116" y="586346"/>
                </a:lnTo>
                <a:lnTo>
                  <a:pt x="189136" y="535711"/>
                </a:lnTo>
                <a:lnTo>
                  <a:pt x="183178" y="485075"/>
                </a:lnTo>
                <a:lnTo>
                  <a:pt x="175733" y="434440"/>
                </a:lnTo>
                <a:lnTo>
                  <a:pt x="169775" y="383806"/>
                </a:lnTo>
                <a:lnTo>
                  <a:pt x="165306" y="333172"/>
                </a:lnTo>
                <a:lnTo>
                  <a:pt x="166797" y="285515"/>
                </a:lnTo>
                <a:lnTo>
                  <a:pt x="172755" y="239348"/>
                </a:lnTo>
                <a:lnTo>
                  <a:pt x="186158" y="194669"/>
                </a:lnTo>
                <a:lnTo>
                  <a:pt x="205519" y="157438"/>
                </a:lnTo>
                <a:lnTo>
                  <a:pt x="230835" y="121696"/>
                </a:lnTo>
                <a:lnTo>
                  <a:pt x="260619" y="90421"/>
                </a:lnTo>
                <a:lnTo>
                  <a:pt x="294872" y="59147"/>
                </a:lnTo>
                <a:lnTo>
                  <a:pt x="330615" y="30850"/>
                </a:lnTo>
                <a:lnTo>
                  <a:pt x="367844" y="2553"/>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Vacation">
            <a:extLst>
              <a:ext uri="{FF2B5EF4-FFF2-40B4-BE49-F238E27FC236}">
                <a16:creationId xmlns:a16="http://schemas.microsoft.com/office/drawing/2014/main" id="{0152C6D7-892B-49AE-9DD6-F878BC549F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8892" y="-116088"/>
            <a:ext cx="2462494" cy="2505075"/>
          </a:xfrm>
          <a:prstGeom prst="rect">
            <a:avLst/>
          </a:prstGeom>
        </p:spPr>
      </p:pic>
      <p:sp>
        <p:nvSpPr>
          <p:cNvPr id="30" name="Freeform: Shape 29">
            <a:extLst>
              <a:ext uri="{FF2B5EF4-FFF2-40B4-BE49-F238E27FC236}">
                <a16:creationId xmlns:a16="http://schemas.microsoft.com/office/drawing/2014/main" id="{2AD292BD-58D8-4261-AD54-80C939F13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8598" y="3909952"/>
            <a:ext cx="3313402" cy="2948047"/>
          </a:xfrm>
          <a:custGeom>
            <a:avLst/>
            <a:gdLst>
              <a:gd name="connsiteX0" fmla="*/ 1934947 w 3313402"/>
              <a:gd name="connsiteY0" fmla="*/ 0 h 2948047"/>
              <a:gd name="connsiteX1" fmla="*/ 1972495 w 3313402"/>
              <a:gd name="connsiteY1" fmla="*/ 3519 h 2948047"/>
              <a:gd name="connsiteX2" fmla="*/ 2008871 w 3313402"/>
              <a:gd name="connsiteY2" fmla="*/ 12907 h 2948047"/>
              <a:gd name="connsiteX3" fmla="*/ 2044074 w 3313402"/>
              <a:gd name="connsiteY3" fmla="*/ 26988 h 2948047"/>
              <a:gd name="connsiteX4" fmla="*/ 2080448 w 3313402"/>
              <a:gd name="connsiteY4" fmla="*/ 44589 h 2948047"/>
              <a:gd name="connsiteX5" fmla="*/ 2114478 w 3313402"/>
              <a:gd name="connsiteY5" fmla="*/ 64537 h 2948047"/>
              <a:gd name="connsiteX6" fmla="*/ 2149681 w 3313402"/>
              <a:gd name="connsiteY6" fmla="*/ 85659 h 2948047"/>
              <a:gd name="connsiteX7" fmla="*/ 2184882 w 3313402"/>
              <a:gd name="connsiteY7" fmla="*/ 104433 h 2948047"/>
              <a:gd name="connsiteX8" fmla="*/ 2220084 w 3313402"/>
              <a:gd name="connsiteY8" fmla="*/ 123208 h 2948047"/>
              <a:gd name="connsiteX9" fmla="*/ 2254113 w 3313402"/>
              <a:gd name="connsiteY9" fmla="*/ 137288 h 2948047"/>
              <a:gd name="connsiteX10" fmla="*/ 2291662 w 3313402"/>
              <a:gd name="connsiteY10" fmla="*/ 146675 h 2948047"/>
              <a:gd name="connsiteX11" fmla="*/ 2328037 w 3313402"/>
              <a:gd name="connsiteY11" fmla="*/ 151369 h 2948047"/>
              <a:gd name="connsiteX12" fmla="*/ 2366759 w 3313402"/>
              <a:gd name="connsiteY12" fmla="*/ 151369 h 2948047"/>
              <a:gd name="connsiteX13" fmla="*/ 2406656 w 3313402"/>
              <a:gd name="connsiteY13" fmla="*/ 149023 h 2948047"/>
              <a:gd name="connsiteX14" fmla="*/ 2446551 w 3313402"/>
              <a:gd name="connsiteY14" fmla="*/ 144329 h 2948047"/>
              <a:gd name="connsiteX15" fmla="*/ 2486448 w 3313402"/>
              <a:gd name="connsiteY15" fmla="*/ 138462 h 2948047"/>
              <a:gd name="connsiteX16" fmla="*/ 2526343 w 3313402"/>
              <a:gd name="connsiteY16" fmla="*/ 133769 h 2948047"/>
              <a:gd name="connsiteX17" fmla="*/ 2566239 w 3313402"/>
              <a:gd name="connsiteY17" fmla="*/ 130247 h 2948047"/>
              <a:gd name="connsiteX18" fmla="*/ 2603787 w 3313402"/>
              <a:gd name="connsiteY18" fmla="*/ 131421 h 2948047"/>
              <a:gd name="connsiteX19" fmla="*/ 2640163 w 3313402"/>
              <a:gd name="connsiteY19" fmla="*/ 136115 h 2948047"/>
              <a:gd name="connsiteX20" fmla="*/ 2675366 w 3313402"/>
              <a:gd name="connsiteY20" fmla="*/ 146675 h 2948047"/>
              <a:gd name="connsiteX21" fmla="*/ 2704702 w 3313402"/>
              <a:gd name="connsiteY21" fmla="*/ 161930 h 2948047"/>
              <a:gd name="connsiteX22" fmla="*/ 2732862 w 3313402"/>
              <a:gd name="connsiteY22" fmla="*/ 181878 h 2948047"/>
              <a:gd name="connsiteX23" fmla="*/ 2757504 w 3313402"/>
              <a:gd name="connsiteY23" fmla="*/ 205346 h 2948047"/>
              <a:gd name="connsiteX24" fmla="*/ 2782146 w 3313402"/>
              <a:gd name="connsiteY24" fmla="*/ 232334 h 2948047"/>
              <a:gd name="connsiteX25" fmla="*/ 2804440 w 3313402"/>
              <a:gd name="connsiteY25" fmla="*/ 260495 h 2948047"/>
              <a:gd name="connsiteX26" fmla="*/ 2826735 w 3313402"/>
              <a:gd name="connsiteY26" fmla="*/ 289831 h 2948047"/>
              <a:gd name="connsiteX27" fmla="*/ 2849030 w 3313402"/>
              <a:gd name="connsiteY27" fmla="*/ 319166 h 2948047"/>
              <a:gd name="connsiteX28" fmla="*/ 2871324 w 3313402"/>
              <a:gd name="connsiteY28" fmla="*/ 347327 h 2948047"/>
              <a:gd name="connsiteX29" fmla="*/ 2894793 w 3313402"/>
              <a:gd name="connsiteY29" fmla="*/ 374315 h 2948047"/>
              <a:gd name="connsiteX30" fmla="*/ 2921781 w 3313402"/>
              <a:gd name="connsiteY30" fmla="*/ 397785 h 2948047"/>
              <a:gd name="connsiteX31" fmla="*/ 2947597 w 3313402"/>
              <a:gd name="connsiteY31" fmla="*/ 418906 h 2948047"/>
              <a:gd name="connsiteX32" fmla="*/ 2976931 w 3313402"/>
              <a:gd name="connsiteY32" fmla="*/ 435332 h 2948047"/>
              <a:gd name="connsiteX33" fmla="*/ 3008614 w 3313402"/>
              <a:gd name="connsiteY33" fmla="*/ 449413 h 2948047"/>
              <a:gd name="connsiteX34" fmla="*/ 3042641 w 3313402"/>
              <a:gd name="connsiteY34" fmla="*/ 461147 h 2948047"/>
              <a:gd name="connsiteX35" fmla="*/ 3077843 w 3313402"/>
              <a:gd name="connsiteY35" fmla="*/ 471708 h 2948047"/>
              <a:gd name="connsiteX36" fmla="*/ 3113046 w 3313402"/>
              <a:gd name="connsiteY36" fmla="*/ 481096 h 2948047"/>
              <a:gd name="connsiteX37" fmla="*/ 3149422 w 3313402"/>
              <a:gd name="connsiteY37" fmla="*/ 490483 h 2948047"/>
              <a:gd name="connsiteX38" fmla="*/ 3183450 w 3313402"/>
              <a:gd name="connsiteY38" fmla="*/ 501044 h 2948047"/>
              <a:gd name="connsiteX39" fmla="*/ 3217478 w 3313402"/>
              <a:gd name="connsiteY39" fmla="*/ 512777 h 2948047"/>
              <a:gd name="connsiteX40" fmla="*/ 3249161 w 3313402"/>
              <a:gd name="connsiteY40" fmla="*/ 526859 h 2948047"/>
              <a:gd name="connsiteX41" fmla="*/ 3277323 w 3313402"/>
              <a:gd name="connsiteY41" fmla="*/ 544460 h 2948047"/>
              <a:gd name="connsiteX42" fmla="*/ 3303139 w 3313402"/>
              <a:gd name="connsiteY42" fmla="*/ 565581 h 2948047"/>
              <a:gd name="connsiteX43" fmla="*/ 3313402 w 3313402"/>
              <a:gd name="connsiteY43" fmla="*/ 578126 h 2948047"/>
              <a:gd name="connsiteX44" fmla="*/ 3313402 w 3313402"/>
              <a:gd name="connsiteY44" fmla="*/ 2948047 h 2948047"/>
              <a:gd name="connsiteX45" fmla="*/ 422306 w 3313402"/>
              <a:gd name="connsiteY45" fmla="*/ 2948047 h 2948047"/>
              <a:gd name="connsiteX46" fmla="*/ 420079 w 3313402"/>
              <a:gd name="connsiteY46" fmla="*/ 2944070 h 2948047"/>
              <a:gd name="connsiteX47" fmla="*/ 398960 w 3313402"/>
              <a:gd name="connsiteY47" fmla="*/ 2918255 h 2948047"/>
              <a:gd name="connsiteX48" fmla="*/ 375490 w 3313402"/>
              <a:gd name="connsiteY48" fmla="*/ 2891267 h 2948047"/>
              <a:gd name="connsiteX49" fmla="*/ 348502 w 3313402"/>
              <a:gd name="connsiteY49" fmla="*/ 2867799 h 2948047"/>
              <a:gd name="connsiteX50" fmla="*/ 319166 w 3313402"/>
              <a:gd name="connsiteY50" fmla="*/ 2845505 h 2948047"/>
              <a:gd name="connsiteX51" fmla="*/ 289832 w 3313402"/>
              <a:gd name="connsiteY51" fmla="*/ 2823210 h 2948047"/>
              <a:gd name="connsiteX52" fmla="*/ 260497 w 3313402"/>
              <a:gd name="connsiteY52" fmla="*/ 2800916 h 2948047"/>
              <a:gd name="connsiteX53" fmla="*/ 232334 w 3313402"/>
              <a:gd name="connsiteY53" fmla="*/ 2778620 h 2948047"/>
              <a:gd name="connsiteX54" fmla="*/ 205346 w 3313402"/>
              <a:gd name="connsiteY54" fmla="*/ 2753979 h 2948047"/>
              <a:gd name="connsiteX55" fmla="*/ 181878 w 3313402"/>
              <a:gd name="connsiteY55" fmla="*/ 2729338 h 2948047"/>
              <a:gd name="connsiteX56" fmla="*/ 161931 w 3313402"/>
              <a:gd name="connsiteY56" fmla="*/ 2701176 h 2948047"/>
              <a:gd name="connsiteX57" fmla="*/ 146677 w 3313402"/>
              <a:gd name="connsiteY57" fmla="*/ 2671841 h 2948047"/>
              <a:gd name="connsiteX58" fmla="*/ 136116 w 3313402"/>
              <a:gd name="connsiteY58" fmla="*/ 2636640 h 2948047"/>
              <a:gd name="connsiteX59" fmla="*/ 131422 w 3313402"/>
              <a:gd name="connsiteY59" fmla="*/ 2600264 h 2948047"/>
              <a:gd name="connsiteX60" fmla="*/ 130248 w 3313402"/>
              <a:gd name="connsiteY60" fmla="*/ 2562713 h 2948047"/>
              <a:gd name="connsiteX61" fmla="*/ 133769 w 3313402"/>
              <a:gd name="connsiteY61" fmla="*/ 2522818 h 2948047"/>
              <a:gd name="connsiteX62" fmla="*/ 138462 w 3313402"/>
              <a:gd name="connsiteY62" fmla="*/ 2482923 h 2948047"/>
              <a:gd name="connsiteX63" fmla="*/ 144329 w 3313402"/>
              <a:gd name="connsiteY63" fmla="*/ 2443026 h 2948047"/>
              <a:gd name="connsiteX64" fmla="*/ 149023 w 3313402"/>
              <a:gd name="connsiteY64" fmla="*/ 2403131 h 2948047"/>
              <a:gd name="connsiteX65" fmla="*/ 151371 w 3313402"/>
              <a:gd name="connsiteY65" fmla="*/ 2363236 h 2948047"/>
              <a:gd name="connsiteX66" fmla="*/ 151371 w 3313402"/>
              <a:gd name="connsiteY66" fmla="*/ 2324513 h 2948047"/>
              <a:gd name="connsiteX67" fmla="*/ 146677 w 3313402"/>
              <a:gd name="connsiteY67" fmla="*/ 2288138 h 2948047"/>
              <a:gd name="connsiteX68" fmla="*/ 137289 w 3313402"/>
              <a:gd name="connsiteY68" fmla="*/ 2251763 h 2948047"/>
              <a:gd name="connsiteX69" fmla="*/ 123208 w 3313402"/>
              <a:gd name="connsiteY69" fmla="*/ 2217733 h 2948047"/>
              <a:gd name="connsiteX70" fmla="*/ 105607 w 3313402"/>
              <a:gd name="connsiteY70" fmla="*/ 2182531 h 2948047"/>
              <a:gd name="connsiteX71" fmla="*/ 85659 w 3313402"/>
              <a:gd name="connsiteY71" fmla="*/ 2147330 h 2948047"/>
              <a:gd name="connsiteX72" fmla="*/ 64538 w 3313402"/>
              <a:gd name="connsiteY72" fmla="*/ 2112127 h 2948047"/>
              <a:gd name="connsiteX73" fmla="*/ 44590 w 3313402"/>
              <a:gd name="connsiteY73" fmla="*/ 2078098 h 2948047"/>
              <a:gd name="connsiteX74" fmla="*/ 26988 w 3313402"/>
              <a:gd name="connsiteY74" fmla="*/ 2041723 h 2948047"/>
              <a:gd name="connsiteX75" fmla="*/ 12908 w 3313402"/>
              <a:gd name="connsiteY75" fmla="*/ 2006521 h 2948047"/>
              <a:gd name="connsiteX76" fmla="*/ 3521 w 3313402"/>
              <a:gd name="connsiteY76" fmla="*/ 1970145 h 2948047"/>
              <a:gd name="connsiteX77" fmla="*/ 0 w 3313402"/>
              <a:gd name="connsiteY77" fmla="*/ 1932596 h 2948047"/>
              <a:gd name="connsiteX78" fmla="*/ 3521 w 3313402"/>
              <a:gd name="connsiteY78" fmla="*/ 1895048 h 2948047"/>
              <a:gd name="connsiteX79" fmla="*/ 12908 w 3313402"/>
              <a:gd name="connsiteY79" fmla="*/ 1858672 h 2948047"/>
              <a:gd name="connsiteX80" fmla="*/ 26988 w 3313402"/>
              <a:gd name="connsiteY80" fmla="*/ 1823470 h 2948047"/>
              <a:gd name="connsiteX81" fmla="*/ 44590 w 3313402"/>
              <a:gd name="connsiteY81" fmla="*/ 1787095 h 2948047"/>
              <a:gd name="connsiteX82" fmla="*/ 64538 w 3313402"/>
              <a:gd name="connsiteY82" fmla="*/ 1753065 h 2948047"/>
              <a:gd name="connsiteX83" fmla="*/ 85659 w 3313402"/>
              <a:gd name="connsiteY83" fmla="*/ 1717864 h 2948047"/>
              <a:gd name="connsiteX84" fmla="*/ 105607 w 3313402"/>
              <a:gd name="connsiteY84" fmla="*/ 1682661 h 2948047"/>
              <a:gd name="connsiteX85" fmla="*/ 123208 w 3313402"/>
              <a:gd name="connsiteY85" fmla="*/ 1647460 h 2948047"/>
              <a:gd name="connsiteX86" fmla="*/ 137289 w 3313402"/>
              <a:gd name="connsiteY86" fmla="*/ 1613430 h 2948047"/>
              <a:gd name="connsiteX87" fmla="*/ 146677 w 3313402"/>
              <a:gd name="connsiteY87" fmla="*/ 1577054 h 2948047"/>
              <a:gd name="connsiteX88" fmla="*/ 151371 w 3313402"/>
              <a:gd name="connsiteY88" fmla="*/ 1540680 h 2948047"/>
              <a:gd name="connsiteX89" fmla="*/ 151371 w 3313402"/>
              <a:gd name="connsiteY89" fmla="*/ 1501958 h 2948047"/>
              <a:gd name="connsiteX90" fmla="*/ 149023 w 3313402"/>
              <a:gd name="connsiteY90" fmla="*/ 1462061 h 2948047"/>
              <a:gd name="connsiteX91" fmla="*/ 144329 w 3313402"/>
              <a:gd name="connsiteY91" fmla="*/ 1422166 h 2948047"/>
              <a:gd name="connsiteX92" fmla="*/ 138462 w 3313402"/>
              <a:gd name="connsiteY92" fmla="*/ 1382269 h 2948047"/>
              <a:gd name="connsiteX93" fmla="*/ 133769 w 3313402"/>
              <a:gd name="connsiteY93" fmla="*/ 1342374 h 2948047"/>
              <a:gd name="connsiteX94" fmla="*/ 130248 w 3313402"/>
              <a:gd name="connsiteY94" fmla="*/ 1302479 h 2948047"/>
              <a:gd name="connsiteX95" fmla="*/ 131422 w 3313402"/>
              <a:gd name="connsiteY95" fmla="*/ 1264930 h 2948047"/>
              <a:gd name="connsiteX96" fmla="*/ 136116 w 3313402"/>
              <a:gd name="connsiteY96" fmla="*/ 1228554 h 2948047"/>
              <a:gd name="connsiteX97" fmla="*/ 146677 w 3313402"/>
              <a:gd name="connsiteY97" fmla="*/ 1193352 h 2948047"/>
              <a:gd name="connsiteX98" fmla="*/ 161931 w 3313402"/>
              <a:gd name="connsiteY98" fmla="*/ 1164017 h 2948047"/>
              <a:gd name="connsiteX99" fmla="*/ 181878 w 3313402"/>
              <a:gd name="connsiteY99" fmla="*/ 1135856 h 2948047"/>
              <a:gd name="connsiteX100" fmla="*/ 205346 w 3313402"/>
              <a:gd name="connsiteY100" fmla="*/ 1111214 h 2948047"/>
              <a:gd name="connsiteX101" fmla="*/ 232334 w 3313402"/>
              <a:gd name="connsiteY101" fmla="*/ 1086573 h 2948047"/>
              <a:gd name="connsiteX102" fmla="*/ 260497 w 3313402"/>
              <a:gd name="connsiteY102" fmla="*/ 1064277 h 2948047"/>
              <a:gd name="connsiteX103" fmla="*/ 289832 w 3313402"/>
              <a:gd name="connsiteY103" fmla="*/ 1041982 h 2948047"/>
              <a:gd name="connsiteX104" fmla="*/ 319166 w 3313402"/>
              <a:gd name="connsiteY104" fmla="*/ 1019688 h 2948047"/>
              <a:gd name="connsiteX105" fmla="*/ 348502 w 3313402"/>
              <a:gd name="connsiteY105" fmla="*/ 997393 h 2948047"/>
              <a:gd name="connsiteX106" fmla="*/ 375490 w 3313402"/>
              <a:gd name="connsiteY106" fmla="*/ 973926 h 2948047"/>
              <a:gd name="connsiteX107" fmla="*/ 398960 w 3313402"/>
              <a:gd name="connsiteY107" fmla="*/ 946938 h 2948047"/>
              <a:gd name="connsiteX108" fmla="*/ 420079 w 3313402"/>
              <a:gd name="connsiteY108" fmla="*/ 921122 h 2948047"/>
              <a:gd name="connsiteX109" fmla="*/ 436507 w 3313402"/>
              <a:gd name="connsiteY109" fmla="*/ 891788 h 2948047"/>
              <a:gd name="connsiteX110" fmla="*/ 450588 w 3313402"/>
              <a:gd name="connsiteY110" fmla="*/ 860106 h 2948047"/>
              <a:gd name="connsiteX111" fmla="*/ 462322 w 3313402"/>
              <a:gd name="connsiteY111" fmla="*/ 826076 h 2948047"/>
              <a:gd name="connsiteX112" fmla="*/ 472883 w 3313402"/>
              <a:gd name="connsiteY112" fmla="*/ 790874 h 2948047"/>
              <a:gd name="connsiteX113" fmla="*/ 482271 w 3313402"/>
              <a:gd name="connsiteY113" fmla="*/ 755672 h 2948047"/>
              <a:gd name="connsiteX114" fmla="*/ 491658 w 3313402"/>
              <a:gd name="connsiteY114" fmla="*/ 719297 h 2948047"/>
              <a:gd name="connsiteX115" fmla="*/ 502219 w 3313402"/>
              <a:gd name="connsiteY115" fmla="*/ 685268 h 2948047"/>
              <a:gd name="connsiteX116" fmla="*/ 513952 w 3313402"/>
              <a:gd name="connsiteY116" fmla="*/ 651238 h 2948047"/>
              <a:gd name="connsiteX117" fmla="*/ 528034 w 3313402"/>
              <a:gd name="connsiteY117" fmla="*/ 619558 h 2948047"/>
              <a:gd name="connsiteX118" fmla="*/ 545635 w 3313402"/>
              <a:gd name="connsiteY118" fmla="*/ 591396 h 2948047"/>
              <a:gd name="connsiteX119" fmla="*/ 566755 w 3313402"/>
              <a:gd name="connsiteY119" fmla="*/ 565581 h 2948047"/>
              <a:gd name="connsiteX120" fmla="*/ 592570 w 3313402"/>
              <a:gd name="connsiteY120" fmla="*/ 544460 h 2948047"/>
              <a:gd name="connsiteX121" fmla="*/ 620733 w 3313402"/>
              <a:gd name="connsiteY121" fmla="*/ 526859 h 2948047"/>
              <a:gd name="connsiteX122" fmla="*/ 652413 w 3313402"/>
              <a:gd name="connsiteY122" fmla="*/ 512777 h 2948047"/>
              <a:gd name="connsiteX123" fmla="*/ 686443 w 3313402"/>
              <a:gd name="connsiteY123" fmla="*/ 501044 h 2948047"/>
              <a:gd name="connsiteX124" fmla="*/ 720472 w 3313402"/>
              <a:gd name="connsiteY124" fmla="*/ 490483 h 2948047"/>
              <a:gd name="connsiteX125" fmla="*/ 756848 w 3313402"/>
              <a:gd name="connsiteY125" fmla="*/ 481096 h 2948047"/>
              <a:gd name="connsiteX126" fmla="*/ 792049 w 3313402"/>
              <a:gd name="connsiteY126" fmla="*/ 471708 h 2948047"/>
              <a:gd name="connsiteX127" fmla="*/ 827252 w 3313402"/>
              <a:gd name="connsiteY127" fmla="*/ 461147 h 2948047"/>
              <a:gd name="connsiteX128" fmla="*/ 861280 w 3313402"/>
              <a:gd name="connsiteY128" fmla="*/ 449413 h 2948047"/>
              <a:gd name="connsiteX129" fmla="*/ 892962 w 3313402"/>
              <a:gd name="connsiteY129" fmla="*/ 435332 h 2948047"/>
              <a:gd name="connsiteX130" fmla="*/ 922297 w 3313402"/>
              <a:gd name="connsiteY130" fmla="*/ 418906 h 2948047"/>
              <a:gd name="connsiteX131" fmla="*/ 948112 w 3313402"/>
              <a:gd name="connsiteY131" fmla="*/ 397785 h 2948047"/>
              <a:gd name="connsiteX132" fmla="*/ 975101 w 3313402"/>
              <a:gd name="connsiteY132" fmla="*/ 374315 h 2948047"/>
              <a:gd name="connsiteX133" fmla="*/ 998569 w 3313402"/>
              <a:gd name="connsiteY133" fmla="*/ 347327 h 2948047"/>
              <a:gd name="connsiteX134" fmla="*/ 1020864 w 3313402"/>
              <a:gd name="connsiteY134" fmla="*/ 319166 h 2948047"/>
              <a:gd name="connsiteX135" fmla="*/ 1043158 w 3313402"/>
              <a:gd name="connsiteY135" fmla="*/ 289831 h 2948047"/>
              <a:gd name="connsiteX136" fmla="*/ 1065453 w 3313402"/>
              <a:gd name="connsiteY136" fmla="*/ 260495 h 2948047"/>
              <a:gd name="connsiteX137" fmla="*/ 1087747 w 3313402"/>
              <a:gd name="connsiteY137" fmla="*/ 232334 h 2948047"/>
              <a:gd name="connsiteX138" fmla="*/ 1112390 w 3313402"/>
              <a:gd name="connsiteY138" fmla="*/ 205346 h 2948047"/>
              <a:gd name="connsiteX139" fmla="*/ 1137030 w 3313402"/>
              <a:gd name="connsiteY139" fmla="*/ 181878 h 2948047"/>
              <a:gd name="connsiteX140" fmla="*/ 1165193 w 3313402"/>
              <a:gd name="connsiteY140" fmla="*/ 161930 h 2948047"/>
              <a:gd name="connsiteX141" fmla="*/ 1194528 w 3313402"/>
              <a:gd name="connsiteY141" fmla="*/ 146675 h 2948047"/>
              <a:gd name="connsiteX142" fmla="*/ 1229731 w 3313402"/>
              <a:gd name="connsiteY142" fmla="*/ 136115 h 2948047"/>
              <a:gd name="connsiteX143" fmla="*/ 1266106 w 3313402"/>
              <a:gd name="connsiteY143" fmla="*/ 131421 h 2948047"/>
              <a:gd name="connsiteX144" fmla="*/ 1303654 w 3313402"/>
              <a:gd name="connsiteY144" fmla="*/ 130247 h 2948047"/>
              <a:gd name="connsiteX145" fmla="*/ 1343549 w 3313402"/>
              <a:gd name="connsiteY145" fmla="*/ 133769 h 2948047"/>
              <a:gd name="connsiteX146" fmla="*/ 1383446 w 3313402"/>
              <a:gd name="connsiteY146" fmla="*/ 138462 h 2948047"/>
              <a:gd name="connsiteX147" fmla="*/ 1423342 w 3313402"/>
              <a:gd name="connsiteY147" fmla="*/ 144329 h 2948047"/>
              <a:gd name="connsiteX148" fmla="*/ 1463237 w 3313402"/>
              <a:gd name="connsiteY148" fmla="*/ 149023 h 2948047"/>
              <a:gd name="connsiteX149" fmla="*/ 1503133 w 3313402"/>
              <a:gd name="connsiteY149" fmla="*/ 151369 h 2948047"/>
              <a:gd name="connsiteX150" fmla="*/ 1541856 w 3313402"/>
              <a:gd name="connsiteY150" fmla="*/ 151369 h 2948047"/>
              <a:gd name="connsiteX151" fmla="*/ 1578232 w 3313402"/>
              <a:gd name="connsiteY151" fmla="*/ 146675 h 2948047"/>
              <a:gd name="connsiteX152" fmla="*/ 1614608 w 3313402"/>
              <a:gd name="connsiteY152" fmla="*/ 137288 h 2948047"/>
              <a:gd name="connsiteX153" fmla="*/ 1649810 w 3313402"/>
              <a:gd name="connsiteY153" fmla="*/ 123208 h 2948047"/>
              <a:gd name="connsiteX154" fmla="*/ 1685011 w 3313402"/>
              <a:gd name="connsiteY154" fmla="*/ 104433 h 2948047"/>
              <a:gd name="connsiteX155" fmla="*/ 1720214 w 3313402"/>
              <a:gd name="connsiteY155" fmla="*/ 85659 h 2948047"/>
              <a:gd name="connsiteX156" fmla="*/ 1755415 w 3313402"/>
              <a:gd name="connsiteY156" fmla="*/ 64537 h 2948047"/>
              <a:gd name="connsiteX157" fmla="*/ 1789445 w 3313402"/>
              <a:gd name="connsiteY157" fmla="*/ 44589 h 2948047"/>
              <a:gd name="connsiteX158" fmla="*/ 1825821 w 3313402"/>
              <a:gd name="connsiteY158" fmla="*/ 26988 h 2948047"/>
              <a:gd name="connsiteX159" fmla="*/ 1861022 w 3313402"/>
              <a:gd name="connsiteY159" fmla="*/ 12907 h 2948047"/>
              <a:gd name="connsiteX160" fmla="*/ 1897398 w 3313402"/>
              <a:gd name="connsiteY160" fmla="*/ 3519 h 294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3313402" h="2948047">
                <a:moveTo>
                  <a:pt x="1934947" y="0"/>
                </a:moveTo>
                <a:lnTo>
                  <a:pt x="1972495" y="3519"/>
                </a:lnTo>
                <a:lnTo>
                  <a:pt x="2008871" y="12907"/>
                </a:lnTo>
                <a:lnTo>
                  <a:pt x="2044074" y="26988"/>
                </a:lnTo>
                <a:lnTo>
                  <a:pt x="2080448" y="44589"/>
                </a:lnTo>
                <a:lnTo>
                  <a:pt x="2114478" y="64537"/>
                </a:lnTo>
                <a:lnTo>
                  <a:pt x="2149681" y="85659"/>
                </a:lnTo>
                <a:lnTo>
                  <a:pt x="2184882" y="104433"/>
                </a:lnTo>
                <a:lnTo>
                  <a:pt x="2220084" y="123208"/>
                </a:lnTo>
                <a:lnTo>
                  <a:pt x="2254113" y="137288"/>
                </a:lnTo>
                <a:lnTo>
                  <a:pt x="2291662" y="146675"/>
                </a:lnTo>
                <a:lnTo>
                  <a:pt x="2328037" y="151369"/>
                </a:lnTo>
                <a:lnTo>
                  <a:pt x="2366759" y="151369"/>
                </a:lnTo>
                <a:lnTo>
                  <a:pt x="2406656" y="149023"/>
                </a:lnTo>
                <a:lnTo>
                  <a:pt x="2446551" y="144329"/>
                </a:lnTo>
                <a:lnTo>
                  <a:pt x="2486448" y="138462"/>
                </a:lnTo>
                <a:lnTo>
                  <a:pt x="2526343" y="133769"/>
                </a:lnTo>
                <a:lnTo>
                  <a:pt x="2566239" y="130247"/>
                </a:lnTo>
                <a:lnTo>
                  <a:pt x="2603787" y="131421"/>
                </a:lnTo>
                <a:lnTo>
                  <a:pt x="2640163" y="136115"/>
                </a:lnTo>
                <a:lnTo>
                  <a:pt x="2675366" y="146675"/>
                </a:lnTo>
                <a:lnTo>
                  <a:pt x="2704702" y="161930"/>
                </a:lnTo>
                <a:lnTo>
                  <a:pt x="2732862" y="181878"/>
                </a:lnTo>
                <a:lnTo>
                  <a:pt x="2757504" y="205346"/>
                </a:lnTo>
                <a:lnTo>
                  <a:pt x="2782146" y="232334"/>
                </a:lnTo>
                <a:lnTo>
                  <a:pt x="2804440" y="260495"/>
                </a:lnTo>
                <a:lnTo>
                  <a:pt x="2826735" y="289831"/>
                </a:lnTo>
                <a:lnTo>
                  <a:pt x="2849030" y="319166"/>
                </a:lnTo>
                <a:lnTo>
                  <a:pt x="2871324" y="347327"/>
                </a:lnTo>
                <a:lnTo>
                  <a:pt x="2894793" y="374315"/>
                </a:lnTo>
                <a:lnTo>
                  <a:pt x="2921781" y="397785"/>
                </a:lnTo>
                <a:lnTo>
                  <a:pt x="2947597" y="418906"/>
                </a:lnTo>
                <a:lnTo>
                  <a:pt x="2976931" y="435332"/>
                </a:lnTo>
                <a:lnTo>
                  <a:pt x="3008614" y="449413"/>
                </a:lnTo>
                <a:lnTo>
                  <a:pt x="3042641" y="461147"/>
                </a:lnTo>
                <a:lnTo>
                  <a:pt x="3077843" y="471708"/>
                </a:lnTo>
                <a:lnTo>
                  <a:pt x="3113046" y="481096"/>
                </a:lnTo>
                <a:lnTo>
                  <a:pt x="3149422" y="490483"/>
                </a:lnTo>
                <a:lnTo>
                  <a:pt x="3183450" y="501044"/>
                </a:lnTo>
                <a:lnTo>
                  <a:pt x="3217478" y="512777"/>
                </a:lnTo>
                <a:lnTo>
                  <a:pt x="3249161" y="526859"/>
                </a:lnTo>
                <a:lnTo>
                  <a:pt x="3277323" y="544460"/>
                </a:lnTo>
                <a:lnTo>
                  <a:pt x="3303139" y="565581"/>
                </a:lnTo>
                <a:lnTo>
                  <a:pt x="3313402" y="578126"/>
                </a:lnTo>
                <a:lnTo>
                  <a:pt x="3313402" y="2948047"/>
                </a:lnTo>
                <a:lnTo>
                  <a:pt x="422306" y="2948047"/>
                </a:lnTo>
                <a:lnTo>
                  <a:pt x="420079" y="2944070"/>
                </a:lnTo>
                <a:lnTo>
                  <a:pt x="398960" y="2918255"/>
                </a:lnTo>
                <a:lnTo>
                  <a:pt x="375490" y="2891267"/>
                </a:lnTo>
                <a:lnTo>
                  <a:pt x="348502" y="2867799"/>
                </a:lnTo>
                <a:lnTo>
                  <a:pt x="319166" y="2845505"/>
                </a:lnTo>
                <a:lnTo>
                  <a:pt x="289832" y="2823210"/>
                </a:lnTo>
                <a:lnTo>
                  <a:pt x="260497" y="2800916"/>
                </a:lnTo>
                <a:lnTo>
                  <a:pt x="232334" y="2778620"/>
                </a:lnTo>
                <a:lnTo>
                  <a:pt x="205346" y="2753979"/>
                </a:lnTo>
                <a:lnTo>
                  <a:pt x="181878" y="2729338"/>
                </a:lnTo>
                <a:lnTo>
                  <a:pt x="161931" y="2701176"/>
                </a:lnTo>
                <a:lnTo>
                  <a:pt x="146677" y="2671841"/>
                </a:lnTo>
                <a:lnTo>
                  <a:pt x="136116" y="2636640"/>
                </a:lnTo>
                <a:lnTo>
                  <a:pt x="131422" y="2600264"/>
                </a:lnTo>
                <a:lnTo>
                  <a:pt x="130248" y="2562713"/>
                </a:lnTo>
                <a:lnTo>
                  <a:pt x="133769" y="2522818"/>
                </a:lnTo>
                <a:lnTo>
                  <a:pt x="138462" y="2482923"/>
                </a:lnTo>
                <a:lnTo>
                  <a:pt x="144329" y="2443026"/>
                </a:lnTo>
                <a:lnTo>
                  <a:pt x="149023" y="2403131"/>
                </a:lnTo>
                <a:lnTo>
                  <a:pt x="151371" y="2363236"/>
                </a:lnTo>
                <a:lnTo>
                  <a:pt x="151371" y="2324513"/>
                </a:lnTo>
                <a:lnTo>
                  <a:pt x="146677" y="2288138"/>
                </a:lnTo>
                <a:lnTo>
                  <a:pt x="137289" y="2251763"/>
                </a:lnTo>
                <a:lnTo>
                  <a:pt x="123208" y="2217733"/>
                </a:lnTo>
                <a:lnTo>
                  <a:pt x="105607" y="2182531"/>
                </a:lnTo>
                <a:lnTo>
                  <a:pt x="85659" y="2147330"/>
                </a:lnTo>
                <a:lnTo>
                  <a:pt x="64538" y="2112127"/>
                </a:lnTo>
                <a:lnTo>
                  <a:pt x="44590" y="2078098"/>
                </a:lnTo>
                <a:lnTo>
                  <a:pt x="26988" y="2041723"/>
                </a:lnTo>
                <a:lnTo>
                  <a:pt x="12908" y="2006521"/>
                </a:lnTo>
                <a:lnTo>
                  <a:pt x="3521" y="1970145"/>
                </a:lnTo>
                <a:lnTo>
                  <a:pt x="0" y="1932596"/>
                </a:lnTo>
                <a:lnTo>
                  <a:pt x="3521" y="1895048"/>
                </a:lnTo>
                <a:lnTo>
                  <a:pt x="12908" y="1858672"/>
                </a:lnTo>
                <a:lnTo>
                  <a:pt x="26988" y="1823470"/>
                </a:lnTo>
                <a:lnTo>
                  <a:pt x="44590" y="1787095"/>
                </a:lnTo>
                <a:lnTo>
                  <a:pt x="64538" y="1753065"/>
                </a:lnTo>
                <a:lnTo>
                  <a:pt x="85659" y="1717864"/>
                </a:lnTo>
                <a:lnTo>
                  <a:pt x="105607" y="1682661"/>
                </a:lnTo>
                <a:lnTo>
                  <a:pt x="123208" y="1647460"/>
                </a:lnTo>
                <a:lnTo>
                  <a:pt x="137289" y="1613430"/>
                </a:lnTo>
                <a:lnTo>
                  <a:pt x="146677" y="1577054"/>
                </a:lnTo>
                <a:lnTo>
                  <a:pt x="151371" y="1540680"/>
                </a:lnTo>
                <a:lnTo>
                  <a:pt x="151371" y="1501958"/>
                </a:lnTo>
                <a:lnTo>
                  <a:pt x="149023" y="1462061"/>
                </a:lnTo>
                <a:lnTo>
                  <a:pt x="144329" y="1422166"/>
                </a:lnTo>
                <a:lnTo>
                  <a:pt x="138462" y="1382269"/>
                </a:lnTo>
                <a:lnTo>
                  <a:pt x="133769" y="1342374"/>
                </a:lnTo>
                <a:lnTo>
                  <a:pt x="130248" y="1302479"/>
                </a:lnTo>
                <a:lnTo>
                  <a:pt x="131422" y="1264930"/>
                </a:lnTo>
                <a:lnTo>
                  <a:pt x="136116" y="1228554"/>
                </a:lnTo>
                <a:lnTo>
                  <a:pt x="146677" y="1193352"/>
                </a:lnTo>
                <a:lnTo>
                  <a:pt x="161931" y="1164017"/>
                </a:lnTo>
                <a:lnTo>
                  <a:pt x="181878" y="1135856"/>
                </a:lnTo>
                <a:lnTo>
                  <a:pt x="205346" y="1111214"/>
                </a:lnTo>
                <a:lnTo>
                  <a:pt x="232334" y="1086573"/>
                </a:lnTo>
                <a:lnTo>
                  <a:pt x="260497" y="1064277"/>
                </a:lnTo>
                <a:lnTo>
                  <a:pt x="289832" y="1041982"/>
                </a:lnTo>
                <a:lnTo>
                  <a:pt x="319166" y="1019688"/>
                </a:lnTo>
                <a:lnTo>
                  <a:pt x="348502" y="997393"/>
                </a:lnTo>
                <a:lnTo>
                  <a:pt x="375490" y="973926"/>
                </a:lnTo>
                <a:lnTo>
                  <a:pt x="398960" y="946938"/>
                </a:lnTo>
                <a:lnTo>
                  <a:pt x="420079" y="921122"/>
                </a:lnTo>
                <a:lnTo>
                  <a:pt x="436507" y="891788"/>
                </a:lnTo>
                <a:lnTo>
                  <a:pt x="450588" y="860106"/>
                </a:lnTo>
                <a:lnTo>
                  <a:pt x="462322" y="826076"/>
                </a:lnTo>
                <a:lnTo>
                  <a:pt x="472883" y="790874"/>
                </a:lnTo>
                <a:lnTo>
                  <a:pt x="482271" y="755672"/>
                </a:lnTo>
                <a:lnTo>
                  <a:pt x="491658" y="719297"/>
                </a:lnTo>
                <a:lnTo>
                  <a:pt x="502219" y="685268"/>
                </a:lnTo>
                <a:lnTo>
                  <a:pt x="513952" y="651238"/>
                </a:lnTo>
                <a:lnTo>
                  <a:pt x="528034" y="619558"/>
                </a:lnTo>
                <a:lnTo>
                  <a:pt x="545635" y="591396"/>
                </a:lnTo>
                <a:lnTo>
                  <a:pt x="566755" y="565581"/>
                </a:lnTo>
                <a:lnTo>
                  <a:pt x="592570" y="544460"/>
                </a:lnTo>
                <a:lnTo>
                  <a:pt x="620733" y="526859"/>
                </a:lnTo>
                <a:lnTo>
                  <a:pt x="652413" y="512777"/>
                </a:lnTo>
                <a:lnTo>
                  <a:pt x="686443" y="501044"/>
                </a:lnTo>
                <a:lnTo>
                  <a:pt x="720472" y="490483"/>
                </a:lnTo>
                <a:lnTo>
                  <a:pt x="756848" y="481096"/>
                </a:lnTo>
                <a:lnTo>
                  <a:pt x="792049" y="471708"/>
                </a:lnTo>
                <a:lnTo>
                  <a:pt x="827252" y="461147"/>
                </a:lnTo>
                <a:lnTo>
                  <a:pt x="861280" y="449413"/>
                </a:lnTo>
                <a:lnTo>
                  <a:pt x="892962" y="435332"/>
                </a:lnTo>
                <a:lnTo>
                  <a:pt x="922297" y="418906"/>
                </a:lnTo>
                <a:lnTo>
                  <a:pt x="948112" y="397785"/>
                </a:lnTo>
                <a:lnTo>
                  <a:pt x="975101" y="374315"/>
                </a:lnTo>
                <a:lnTo>
                  <a:pt x="998569" y="347327"/>
                </a:lnTo>
                <a:lnTo>
                  <a:pt x="1020864" y="319166"/>
                </a:lnTo>
                <a:lnTo>
                  <a:pt x="1043158" y="289831"/>
                </a:lnTo>
                <a:lnTo>
                  <a:pt x="1065453" y="260495"/>
                </a:lnTo>
                <a:lnTo>
                  <a:pt x="1087747" y="232334"/>
                </a:lnTo>
                <a:lnTo>
                  <a:pt x="1112390" y="205346"/>
                </a:lnTo>
                <a:lnTo>
                  <a:pt x="1137030" y="181878"/>
                </a:lnTo>
                <a:lnTo>
                  <a:pt x="1165193" y="161930"/>
                </a:lnTo>
                <a:lnTo>
                  <a:pt x="1194528" y="146675"/>
                </a:lnTo>
                <a:lnTo>
                  <a:pt x="1229731" y="136115"/>
                </a:lnTo>
                <a:lnTo>
                  <a:pt x="1266106" y="131421"/>
                </a:lnTo>
                <a:lnTo>
                  <a:pt x="1303654" y="130247"/>
                </a:lnTo>
                <a:lnTo>
                  <a:pt x="1343549" y="133769"/>
                </a:lnTo>
                <a:lnTo>
                  <a:pt x="1383446" y="138462"/>
                </a:lnTo>
                <a:lnTo>
                  <a:pt x="1423342" y="144329"/>
                </a:lnTo>
                <a:lnTo>
                  <a:pt x="1463237" y="149023"/>
                </a:lnTo>
                <a:lnTo>
                  <a:pt x="1503133" y="151369"/>
                </a:lnTo>
                <a:lnTo>
                  <a:pt x="1541856" y="151369"/>
                </a:lnTo>
                <a:lnTo>
                  <a:pt x="1578232" y="146675"/>
                </a:lnTo>
                <a:lnTo>
                  <a:pt x="1614608" y="137288"/>
                </a:lnTo>
                <a:lnTo>
                  <a:pt x="1649810" y="123208"/>
                </a:lnTo>
                <a:lnTo>
                  <a:pt x="1685011" y="104433"/>
                </a:lnTo>
                <a:lnTo>
                  <a:pt x="1720214" y="85659"/>
                </a:lnTo>
                <a:lnTo>
                  <a:pt x="1755415" y="64537"/>
                </a:lnTo>
                <a:lnTo>
                  <a:pt x="1789445" y="44589"/>
                </a:lnTo>
                <a:lnTo>
                  <a:pt x="1825821" y="26988"/>
                </a:lnTo>
                <a:lnTo>
                  <a:pt x="1861022" y="12907"/>
                </a:lnTo>
                <a:lnTo>
                  <a:pt x="1897398" y="3519"/>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32" name="Freeform: Shape 31">
            <a:extLst>
              <a:ext uri="{FF2B5EF4-FFF2-40B4-BE49-F238E27FC236}">
                <a16:creationId xmlns:a16="http://schemas.microsoft.com/office/drawing/2014/main" id="{875C1B52-15CE-4113-A420-BFFE21037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91066" y="4009109"/>
            <a:ext cx="3200935" cy="2848897"/>
          </a:xfrm>
          <a:custGeom>
            <a:avLst/>
            <a:gdLst>
              <a:gd name="connsiteX0" fmla="*/ 1822480 w 3200935"/>
              <a:gd name="connsiteY0" fmla="*/ 0 h 2848897"/>
              <a:gd name="connsiteX1" fmla="*/ 1858100 w 3200935"/>
              <a:gd name="connsiteY1" fmla="*/ 3339 h 2848897"/>
              <a:gd name="connsiteX2" fmla="*/ 1892611 w 3200935"/>
              <a:gd name="connsiteY2" fmla="*/ 12245 h 2848897"/>
              <a:gd name="connsiteX3" fmla="*/ 1926007 w 3200935"/>
              <a:gd name="connsiteY3" fmla="*/ 25604 h 2848897"/>
              <a:gd name="connsiteX4" fmla="*/ 1960514 w 3200935"/>
              <a:gd name="connsiteY4" fmla="*/ 42302 h 2848897"/>
              <a:gd name="connsiteX5" fmla="*/ 1992798 w 3200935"/>
              <a:gd name="connsiteY5" fmla="*/ 61227 h 2848897"/>
              <a:gd name="connsiteX6" fmla="*/ 2026194 w 3200935"/>
              <a:gd name="connsiteY6" fmla="*/ 81264 h 2848897"/>
              <a:gd name="connsiteX7" fmla="*/ 2059589 w 3200935"/>
              <a:gd name="connsiteY7" fmla="*/ 99075 h 2848897"/>
              <a:gd name="connsiteX8" fmla="*/ 2092985 w 3200935"/>
              <a:gd name="connsiteY8" fmla="*/ 116887 h 2848897"/>
              <a:gd name="connsiteX9" fmla="*/ 2125268 w 3200935"/>
              <a:gd name="connsiteY9" fmla="*/ 130245 h 2848897"/>
              <a:gd name="connsiteX10" fmla="*/ 2160890 w 3200935"/>
              <a:gd name="connsiteY10" fmla="*/ 139150 h 2848897"/>
              <a:gd name="connsiteX11" fmla="*/ 2195399 w 3200935"/>
              <a:gd name="connsiteY11" fmla="*/ 143604 h 2848897"/>
              <a:gd name="connsiteX12" fmla="*/ 2232134 w 3200935"/>
              <a:gd name="connsiteY12" fmla="*/ 143604 h 2848897"/>
              <a:gd name="connsiteX13" fmla="*/ 2269983 w 3200935"/>
              <a:gd name="connsiteY13" fmla="*/ 141378 h 2848897"/>
              <a:gd name="connsiteX14" fmla="*/ 2307831 w 3200935"/>
              <a:gd name="connsiteY14" fmla="*/ 136924 h 2848897"/>
              <a:gd name="connsiteX15" fmla="*/ 2345681 w 3200935"/>
              <a:gd name="connsiteY15" fmla="*/ 131359 h 2848897"/>
              <a:gd name="connsiteX16" fmla="*/ 2383529 w 3200935"/>
              <a:gd name="connsiteY16" fmla="*/ 126906 h 2848897"/>
              <a:gd name="connsiteX17" fmla="*/ 2421378 w 3200935"/>
              <a:gd name="connsiteY17" fmla="*/ 123565 h 2848897"/>
              <a:gd name="connsiteX18" fmla="*/ 2456999 w 3200935"/>
              <a:gd name="connsiteY18" fmla="*/ 124678 h 2848897"/>
              <a:gd name="connsiteX19" fmla="*/ 2491507 w 3200935"/>
              <a:gd name="connsiteY19" fmla="*/ 129132 h 2848897"/>
              <a:gd name="connsiteX20" fmla="*/ 2524903 w 3200935"/>
              <a:gd name="connsiteY20" fmla="*/ 139150 h 2848897"/>
              <a:gd name="connsiteX21" fmla="*/ 2552734 w 3200935"/>
              <a:gd name="connsiteY21" fmla="*/ 153622 h 2848897"/>
              <a:gd name="connsiteX22" fmla="*/ 2579449 w 3200935"/>
              <a:gd name="connsiteY22" fmla="*/ 172547 h 2848897"/>
              <a:gd name="connsiteX23" fmla="*/ 2602827 w 3200935"/>
              <a:gd name="connsiteY23" fmla="*/ 194811 h 2848897"/>
              <a:gd name="connsiteX24" fmla="*/ 2626204 w 3200935"/>
              <a:gd name="connsiteY24" fmla="*/ 220414 h 2848897"/>
              <a:gd name="connsiteX25" fmla="*/ 2647355 w 3200935"/>
              <a:gd name="connsiteY25" fmla="*/ 247131 h 2848897"/>
              <a:gd name="connsiteX26" fmla="*/ 2668506 w 3200935"/>
              <a:gd name="connsiteY26" fmla="*/ 274961 h 2848897"/>
              <a:gd name="connsiteX27" fmla="*/ 2689656 w 3200935"/>
              <a:gd name="connsiteY27" fmla="*/ 302791 h 2848897"/>
              <a:gd name="connsiteX28" fmla="*/ 2710806 w 3200935"/>
              <a:gd name="connsiteY28" fmla="*/ 329509 h 2848897"/>
              <a:gd name="connsiteX29" fmla="*/ 2733071 w 3200935"/>
              <a:gd name="connsiteY29" fmla="*/ 355112 h 2848897"/>
              <a:gd name="connsiteX30" fmla="*/ 2758675 w 3200935"/>
              <a:gd name="connsiteY30" fmla="*/ 377377 h 2848897"/>
              <a:gd name="connsiteX31" fmla="*/ 2783165 w 3200935"/>
              <a:gd name="connsiteY31" fmla="*/ 397415 h 2848897"/>
              <a:gd name="connsiteX32" fmla="*/ 2810995 w 3200935"/>
              <a:gd name="connsiteY32" fmla="*/ 412999 h 2848897"/>
              <a:gd name="connsiteX33" fmla="*/ 2841051 w 3200935"/>
              <a:gd name="connsiteY33" fmla="*/ 426357 h 2848897"/>
              <a:gd name="connsiteX34" fmla="*/ 2873333 w 3200935"/>
              <a:gd name="connsiteY34" fmla="*/ 437489 h 2848897"/>
              <a:gd name="connsiteX35" fmla="*/ 2906728 w 3200935"/>
              <a:gd name="connsiteY35" fmla="*/ 447507 h 2848897"/>
              <a:gd name="connsiteX36" fmla="*/ 2940124 w 3200935"/>
              <a:gd name="connsiteY36" fmla="*/ 456413 h 2848897"/>
              <a:gd name="connsiteX37" fmla="*/ 2974633 w 3200935"/>
              <a:gd name="connsiteY37" fmla="*/ 465320 h 2848897"/>
              <a:gd name="connsiteX38" fmla="*/ 3006916 w 3200935"/>
              <a:gd name="connsiteY38" fmla="*/ 475338 h 2848897"/>
              <a:gd name="connsiteX39" fmla="*/ 3039197 w 3200935"/>
              <a:gd name="connsiteY39" fmla="*/ 486470 h 2848897"/>
              <a:gd name="connsiteX40" fmla="*/ 3069254 w 3200935"/>
              <a:gd name="connsiteY40" fmla="*/ 499829 h 2848897"/>
              <a:gd name="connsiteX41" fmla="*/ 3095972 w 3200935"/>
              <a:gd name="connsiteY41" fmla="*/ 516527 h 2848897"/>
              <a:gd name="connsiteX42" fmla="*/ 3120463 w 3200935"/>
              <a:gd name="connsiteY42" fmla="*/ 536565 h 2848897"/>
              <a:gd name="connsiteX43" fmla="*/ 3140498 w 3200935"/>
              <a:gd name="connsiteY43" fmla="*/ 561055 h 2848897"/>
              <a:gd name="connsiteX44" fmla="*/ 3157197 w 3200935"/>
              <a:gd name="connsiteY44" fmla="*/ 587772 h 2848897"/>
              <a:gd name="connsiteX45" fmla="*/ 3170555 w 3200935"/>
              <a:gd name="connsiteY45" fmla="*/ 617827 h 2848897"/>
              <a:gd name="connsiteX46" fmla="*/ 3181687 w 3200935"/>
              <a:gd name="connsiteY46" fmla="*/ 650112 h 2848897"/>
              <a:gd name="connsiteX47" fmla="*/ 3191705 w 3200935"/>
              <a:gd name="connsiteY47" fmla="*/ 682393 h 2848897"/>
              <a:gd name="connsiteX48" fmla="*/ 3200612 w 3200935"/>
              <a:gd name="connsiteY48" fmla="*/ 716904 h 2848897"/>
              <a:gd name="connsiteX49" fmla="*/ 3200935 w 3200935"/>
              <a:gd name="connsiteY49" fmla="*/ 718115 h 2848897"/>
              <a:gd name="connsiteX50" fmla="*/ 3200935 w 3200935"/>
              <a:gd name="connsiteY50" fmla="*/ 2848897 h 2848897"/>
              <a:gd name="connsiteX51" fmla="*/ 413394 w 3200935"/>
              <a:gd name="connsiteY51" fmla="*/ 2848897 h 2848897"/>
              <a:gd name="connsiteX52" fmla="*/ 400932 w 3200935"/>
              <a:gd name="connsiteY52" fmla="*/ 2820857 h 2848897"/>
              <a:gd name="connsiteX53" fmla="*/ 385348 w 3200935"/>
              <a:gd name="connsiteY53" fmla="*/ 2793028 h 2848897"/>
              <a:gd name="connsiteX54" fmla="*/ 365311 w 3200935"/>
              <a:gd name="connsiteY54" fmla="*/ 2768537 h 2848897"/>
              <a:gd name="connsiteX55" fmla="*/ 343046 w 3200935"/>
              <a:gd name="connsiteY55" fmla="*/ 2742933 h 2848897"/>
              <a:gd name="connsiteX56" fmla="*/ 317443 w 3200935"/>
              <a:gd name="connsiteY56" fmla="*/ 2720669 h 2848897"/>
              <a:gd name="connsiteX57" fmla="*/ 289612 w 3200935"/>
              <a:gd name="connsiteY57" fmla="*/ 2699519 h 2848897"/>
              <a:gd name="connsiteX58" fmla="*/ 261783 w 3200935"/>
              <a:gd name="connsiteY58" fmla="*/ 2678368 h 2848897"/>
              <a:gd name="connsiteX59" fmla="*/ 233954 w 3200935"/>
              <a:gd name="connsiteY59" fmla="*/ 2657218 h 2848897"/>
              <a:gd name="connsiteX60" fmla="*/ 207237 w 3200935"/>
              <a:gd name="connsiteY60" fmla="*/ 2636065 h 2848897"/>
              <a:gd name="connsiteX61" fmla="*/ 181633 w 3200935"/>
              <a:gd name="connsiteY61" fmla="*/ 2612689 h 2848897"/>
              <a:gd name="connsiteX62" fmla="*/ 159370 w 3200935"/>
              <a:gd name="connsiteY62" fmla="*/ 2589312 h 2848897"/>
              <a:gd name="connsiteX63" fmla="*/ 140446 w 3200935"/>
              <a:gd name="connsiteY63" fmla="*/ 2562594 h 2848897"/>
              <a:gd name="connsiteX64" fmla="*/ 125974 w 3200935"/>
              <a:gd name="connsiteY64" fmla="*/ 2534764 h 2848897"/>
              <a:gd name="connsiteX65" fmla="*/ 115956 w 3200935"/>
              <a:gd name="connsiteY65" fmla="*/ 2501370 h 2848897"/>
              <a:gd name="connsiteX66" fmla="*/ 111502 w 3200935"/>
              <a:gd name="connsiteY66" fmla="*/ 2466860 h 2848897"/>
              <a:gd name="connsiteX67" fmla="*/ 110388 w 3200935"/>
              <a:gd name="connsiteY67" fmla="*/ 2431236 h 2848897"/>
              <a:gd name="connsiteX68" fmla="*/ 113728 w 3200935"/>
              <a:gd name="connsiteY68" fmla="*/ 2393388 h 2848897"/>
              <a:gd name="connsiteX69" fmla="*/ 118182 w 3200935"/>
              <a:gd name="connsiteY69" fmla="*/ 2355539 h 2848897"/>
              <a:gd name="connsiteX70" fmla="*/ 123747 w 3200935"/>
              <a:gd name="connsiteY70" fmla="*/ 2317690 h 2848897"/>
              <a:gd name="connsiteX71" fmla="*/ 128200 w 3200935"/>
              <a:gd name="connsiteY71" fmla="*/ 2279842 h 2848897"/>
              <a:gd name="connsiteX72" fmla="*/ 130428 w 3200935"/>
              <a:gd name="connsiteY72" fmla="*/ 2241992 h 2848897"/>
              <a:gd name="connsiteX73" fmla="*/ 130428 w 3200935"/>
              <a:gd name="connsiteY73" fmla="*/ 2205256 h 2848897"/>
              <a:gd name="connsiteX74" fmla="*/ 125974 w 3200935"/>
              <a:gd name="connsiteY74" fmla="*/ 2170747 h 2848897"/>
              <a:gd name="connsiteX75" fmla="*/ 117069 w 3200935"/>
              <a:gd name="connsiteY75" fmla="*/ 2136238 h 2848897"/>
              <a:gd name="connsiteX76" fmla="*/ 103710 w 3200935"/>
              <a:gd name="connsiteY76" fmla="*/ 2103954 h 2848897"/>
              <a:gd name="connsiteX77" fmla="*/ 87012 w 3200935"/>
              <a:gd name="connsiteY77" fmla="*/ 2070559 h 2848897"/>
              <a:gd name="connsiteX78" fmla="*/ 68088 w 3200935"/>
              <a:gd name="connsiteY78" fmla="*/ 2037163 h 2848897"/>
              <a:gd name="connsiteX79" fmla="*/ 48051 w 3200935"/>
              <a:gd name="connsiteY79" fmla="*/ 2003766 h 2848897"/>
              <a:gd name="connsiteX80" fmla="*/ 29127 w 3200935"/>
              <a:gd name="connsiteY80" fmla="*/ 1971483 h 2848897"/>
              <a:gd name="connsiteX81" fmla="*/ 12427 w 3200935"/>
              <a:gd name="connsiteY81" fmla="*/ 1936974 h 2848897"/>
              <a:gd name="connsiteX82" fmla="*/ 0 w 3200935"/>
              <a:gd name="connsiteY82" fmla="*/ 1905903 h 2848897"/>
              <a:gd name="connsiteX83" fmla="*/ 0 w 3200935"/>
              <a:gd name="connsiteY83" fmla="*/ 1760990 h 2848897"/>
              <a:gd name="connsiteX84" fmla="*/ 12427 w 3200935"/>
              <a:gd name="connsiteY84" fmla="*/ 1729918 h 2848897"/>
              <a:gd name="connsiteX85" fmla="*/ 29127 w 3200935"/>
              <a:gd name="connsiteY85" fmla="*/ 1695410 h 2848897"/>
              <a:gd name="connsiteX86" fmla="*/ 48051 w 3200935"/>
              <a:gd name="connsiteY86" fmla="*/ 1663126 h 2848897"/>
              <a:gd name="connsiteX87" fmla="*/ 68088 w 3200935"/>
              <a:gd name="connsiteY87" fmla="*/ 1629730 h 2848897"/>
              <a:gd name="connsiteX88" fmla="*/ 87012 w 3200935"/>
              <a:gd name="connsiteY88" fmla="*/ 1596334 h 2848897"/>
              <a:gd name="connsiteX89" fmla="*/ 103710 w 3200935"/>
              <a:gd name="connsiteY89" fmla="*/ 1562938 h 2848897"/>
              <a:gd name="connsiteX90" fmla="*/ 117069 w 3200935"/>
              <a:gd name="connsiteY90" fmla="*/ 1530654 h 2848897"/>
              <a:gd name="connsiteX91" fmla="*/ 125974 w 3200935"/>
              <a:gd name="connsiteY91" fmla="*/ 1496145 h 2848897"/>
              <a:gd name="connsiteX92" fmla="*/ 130428 w 3200935"/>
              <a:gd name="connsiteY92" fmla="*/ 1461636 h 2848897"/>
              <a:gd name="connsiteX93" fmla="*/ 130428 w 3200935"/>
              <a:gd name="connsiteY93" fmla="*/ 1424901 h 2848897"/>
              <a:gd name="connsiteX94" fmla="*/ 128200 w 3200935"/>
              <a:gd name="connsiteY94" fmla="*/ 1387052 h 2848897"/>
              <a:gd name="connsiteX95" fmla="*/ 123747 w 3200935"/>
              <a:gd name="connsiteY95" fmla="*/ 1349203 h 2848897"/>
              <a:gd name="connsiteX96" fmla="*/ 118182 w 3200935"/>
              <a:gd name="connsiteY96" fmla="*/ 1311353 h 2848897"/>
              <a:gd name="connsiteX97" fmla="*/ 113728 w 3200935"/>
              <a:gd name="connsiteY97" fmla="*/ 1273505 h 2848897"/>
              <a:gd name="connsiteX98" fmla="*/ 110388 w 3200935"/>
              <a:gd name="connsiteY98" fmla="*/ 1235657 h 2848897"/>
              <a:gd name="connsiteX99" fmla="*/ 111502 w 3200935"/>
              <a:gd name="connsiteY99" fmla="*/ 1200034 h 2848897"/>
              <a:gd name="connsiteX100" fmla="*/ 115956 w 3200935"/>
              <a:gd name="connsiteY100" fmla="*/ 1165525 h 2848897"/>
              <a:gd name="connsiteX101" fmla="*/ 125974 w 3200935"/>
              <a:gd name="connsiteY101" fmla="*/ 1132128 h 2848897"/>
              <a:gd name="connsiteX102" fmla="*/ 140446 w 3200935"/>
              <a:gd name="connsiteY102" fmla="*/ 1104298 h 2848897"/>
              <a:gd name="connsiteX103" fmla="*/ 159370 w 3200935"/>
              <a:gd name="connsiteY103" fmla="*/ 1077582 h 2848897"/>
              <a:gd name="connsiteX104" fmla="*/ 181633 w 3200935"/>
              <a:gd name="connsiteY104" fmla="*/ 1054204 h 2848897"/>
              <a:gd name="connsiteX105" fmla="*/ 207237 w 3200935"/>
              <a:gd name="connsiteY105" fmla="*/ 1030827 h 2848897"/>
              <a:gd name="connsiteX106" fmla="*/ 233954 w 3200935"/>
              <a:gd name="connsiteY106" fmla="*/ 1009676 h 2848897"/>
              <a:gd name="connsiteX107" fmla="*/ 261783 w 3200935"/>
              <a:gd name="connsiteY107" fmla="*/ 988524 h 2848897"/>
              <a:gd name="connsiteX108" fmla="*/ 289612 w 3200935"/>
              <a:gd name="connsiteY108" fmla="*/ 967374 h 2848897"/>
              <a:gd name="connsiteX109" fmla="*/ 317443 w 3200935"/>
              <a:gd name="connsiteY109" fmla="*/ 946223 h 2848897"/>
              <a:gd name="connsiteX110" fmla="*/ 343046 w 3200935"/>
              <a:gd name="connsiteY110" fmla="*/ 923960 h 2848897"/>
              <a:gd name="connsiteX111" fmla="*/ 365311 w 3200935"/>
              <a:gd name="connsiteY111" fmla="*/ 898356 h 2848897"/>
              <a:gd name="connsiteX112" fmla="*/ 385348 w 3200935"/>
              <a:gd name="connsiteY112" fmla="*/ 873865 h 2848897"/>
              <a:gd name="connsiteX113" fmla="*/ 400932 w 3200935"/>
              <a:gd name="connsiteY113" fmla="*/ 846035 h 2848897"/>
              <a:gd name="connsiteX114" fmla="*/ 414290 w 3200935"/>
              <a:gd name="connsiteY114" fmla="*/ 815980 h 2848897"/>
              <a:gd name="connsiteX115" fmla="*/ 425422 w 3200935"/>
              <a:gd name="connsiteY115" fmla="*/ 783695 h 2848897"/>
              <a:gd name="connsiteX116" fmla="*/ 435442 w 3200935"/>
              <a:gd name="connsiteY116" fmla="*/ 750298 h 2848897"/>
              <a:gd name="connsiteX117" fmla="*/ 444347 w 3200935"/>
              <a:gd name="connsiteY117" fmla="*/ 716904 h 2848897"/>
              <a:gd name="connsiteX118" fmla="*/ 453253 w 3200935"/>
              <a:gd name="connsiteY118" fmla="*/ 682393 h 2848897"/>
              <a:gd name="connsiteX119" fmla="*/ 463271 w 3200935"/>
              <a:gd name="connsiteY119" fmla="*/ 650112 h 2848897"/>
              <a:gd name="connsiteX120" fmla="*/ 474403 w 3200935"/>
              <a:gd name="connsiteY120" fmla="*/ 617827 h 2848897"/>
              <a:gd name="connsiteX121" fmla="*/ 487762 w 3200935"/>
              <a:gd name="connsiteY121" fmla="*/ 587772 h 2848897"/>
              <a:gd name="connsiteX122" fmla="*/ 504460 w 3200935"/>
              <a:gd name="connsiteY122" fmla="*/ 561055 h 2848897"/>
              <a:gd name="connsiteX123" fmla="*/ 524495 w 3200935"/>
              <a:gd name="connsiteY123" fmla="*/ 536565 h 2848897"/>
              <a:gd name="connsiteX124" fmla="*/ 548987 w 3200935"/>
              <a:gd name="connsiteY124" fmla="*/ 516527 h 2848897"/>
              <a:gd name="connsiteX125" fmla="*/ 575704 w 3200935"/>
              <a:gd name="connsiteY125" fmla="*/ 499829 h 2848897"/>
              <a:gd name="connsiteX126" fmla="*/ 605759 w 3200935"/>
              <a:gd name="connsiteY126" fmla="*/ 486470 h 2848897"/>
              <a:gd name="connsiteX127" fmla="*/ 638042 w 3200935"/>
              <a:gd name="connsiteY127" fmla="*/ 475338 h 2848897"/>
              <a:gd name="connsiteX128" fmla="*/ 670325 w 3200935"/>
              <a:gd name="connsiteY128" fmla="*/ 465320 h 2848897"/>
              <a:gd name="connsiteX129" fmla="*/ 704834 w 3200935"/>
              <a:gd name="connsiteY129" fmla="*/ 456413 h 2848897"/>
              <a:gd name="connsiteX130" fmla="*/ 738229 w 3200935"/>
              <a:gd name="connsiteY130" fmla="*/ 447507 h 2848897"/>
              <a:gd name="connsiteX131" fmla="*/ 771626 w 3200935"/>
              <a:gd name="connsiteY131" fmla="*/ 437489 h 2848897"/>
              <a:gd name="connsiteX132" fmla="*/ 803907 w 3200935"/>
              <a:gd name="connsiteY132" fmla="*/ 426357 h 2848897"/>
              <a:gd name="connsiteX133" fmla="*/ 833964 w 3200935"/>
              <a:gd name="connsiteY133" fmla="*/ 412999 h 2848897"/>
              <a:gd name="connsiteX134" fmla="*/ 861794 w 3200935"/>
              <a:gd name="connsiteY134" fmla="*/ 397415 h 2848897"/>
              <a:gd name="connsiteX135" fmla="*/ 886284 w 3200935"/>
              <a:gd name="connsiteY135" fmla="*/ 377377 h 2848897"/>
              <a:gd name="connsiteX136" fmla="*/ 911888 w 3200935"/>
              <a:gd name="connsiteY136" fmla="*/ 355112 h 2848897"/>
              <a:gd name="connsiteX137" fmla="*/ 934152 w 3200935"/>
              <a:gd name="connsiteY137" fmla="*/ 329509 h 2848897"/>
              <a:gd name="connsiteX138" fmla="*/ 955302 w 3200935"/>
              <a:gd name="connsiteY138" fmla="*/ 302791 h 2848897"/>
              <a:gd name="connsiteX139" fmla="*/ 976452 w 3200935"/>
              <a:gd name="connsiteY139" fmla="*/ 274961 h 2848897"/>
              <a:gd name="connsiteX140" fmla="*/ 997604 w 3200935"/>
              <a:gd name="connsiteY140" fmla="*/ 247131 h 2848897"/>
              <a:gd name="connsiteX141" fmla="*/ 1018754 w 3200935"/>
              <a:gd name="connsiteY141" fmla="*/ 220414 h 2848897"/>
              <a:gd name="connsiteX142" fmla="*/ 1042131 w 3200935"/>
              <a:gd name="connsiteY142" fmla="*/ 194811 h 2848897"/>
              <a:gd name="connsiteX143" fmla="*/ 1065507 w 3200935"/>
              <a:gd name="connsiteY143" fmla="*/ 172547 h 2848897"/>
              <a:gd name="connsiteX144" fmla="*/ 1092225 w 3200935"/>
              <a:gd name="connsiteY144" fmla="*/ 153622 h 2848897"/>
              <a:gd name="connsiteX145" fmla="*/ 1120055 w 3200935"/>
              <a:gd name="connsiteY145" fmla="*/ 139150 h 2848897"/>
              <a:gd name="connsiteX146" fmla="*/ 1153451 w 3200935"/>
              <a:gd name="connsiteY146" fmla="*/ 129132 h 2848897"/>
              <a:gd name="connsiteX147" fmla="*/ 1187961 w 3200935"/>
              <a:gd name="connsiteY147" fmla="*/ 124678 h 2848897"/>
              <a:gd name="connsiteX148" fmla="*/ 1223581 w 3200935"/>
              <a:gd name="connsiteY148" fmla="*/ 123565 h 2848897"/>
              <a:gd name="connsiteX149" fmla="*/ 1261429 w 3200935"/>
              <a:gd name="connsiteY149" fmla="*/ 126906 h 2848897"/>
              <a:gd name="connsiteX150" fmla="*/ 1299279 w 3200935"/>
              <a:gd name="connsiteY150" fmla="*/ 131359 h 2848897"/>
              <a:gd name="connsiteX151" fmla="*/ 1337128 w 3200935"/>
              <a:gd name="connsiteY151" fmla="*/ 136924 h 2848897"/>
              <a:gd name="connsiteX152" fmla="*/ 1374976 w 3200935"/>
              <a:gd name="connsiteY152" fmla="*/ 141378 h 2848897"/>
              <a:gd name="connsiteX153" fmla="*/ 1412824 w 3200935"/>
              <a:gd name="connsiteY153" fmla="*/ 143604 h 2848897"/>
              <a:gd name="connsiteX154" fmla="*/ 1449561 w 3200935"/>
              <a:gd name="connsiteY154" fmla="*/ 143604 h 2848897"/>
              <a:gd name="connsiteX155" fmla="*/ 1484069 w 3200935"/>
              <a:gd name="connsiteY155" fmla="*/ 139150 h 2848897"/>
              <a:gd name="connsiteX156" fmla="*/ 1518579 w 3200935"/>
              <a:gd name="connsiteY156" fmla="*/ 130245 h 2848897"/>
              <a:gd name="connsiteX157" fmla="*/ 1551974 w 3200935"/>
              <a:gd name="connsiteY157" fmla="*/ 116887 h 2848897"/>
              <a:gd name="connsiteX158" fmla="*/ 1585369 w 3200935"/>
              <a:gd name="connsiteY158" fmla="*/ 99075 h 2848897"/>
              <a:gd name="connsiteX159" fmla="*/ 1618765 w 3200935"/>
              <a:gd name="connsiteY159" fmla="*/ 81264 h 2848897"/>
              <a:gd name="connsiteX160" fmla="*/ 1652161 w 3200935"/>
              <a:gd name="connsiteY160" fmla="*/ 61227 h 2848897"/>
              <a:gd name="connsiteX161" fmla="*/ 1684444 w 3200935"/>
              <a:gd name="connsiteY161" fmla="*/ 42302 h 2848897"/>
              <a:gd name="connsiteX162" fmla="*/ 1718953 w 3200935"/>
              <a:gd name="connsiteY162" fmla="*/ 25604 h 2848897"/>
              <a:gd name="connsiteX163" fmla="*/ 1752349 w 3200935"/>
              <a:gd name="connsiteY163" fmla="*/ 12245 h 2848897"/>
              <a:gd name="connsiteX164" fmla="*/ 1786858 w 3200935"/>
              <a:gd name="connsiteY164" fmla="*/ 3339 h 284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200935" h="2848897">
                <a:moveTo>
                  <a:pt x="1822480" y="0"/>
                </a:moveTo>
                <a:lnTo>
                  <a:pt x="1858100" y="3339"/>
                </a:lnTo>
                <a:lnTo>
                  <a:pt x="1892611" y="12245"/>
                </a:lnTo>
                <a:lnTo>
                  <a:pt x="1926007" y="25604"/>
                </a:lnTo>
                <a:lnTo>
                  <a:pt x="1960514" y="42302"/>
                </a:lnTo>
                <a:lnTo>
                  <a:pt x="1992798" y="61227"/>
                </a:lnTo>
                <a:lnTo>
                  <a:pt x="2026194" y="81264"/>
                </a:lnTo>
                <a:lnTo>
                  <a:pt x="2059589" y="99075"/>
                </a:lnTo>
                <a:lnTo>
                  <a:pt x="2092985" y="116887"/>
                </a:lnTo>
                <a:lnTo>
                  <a:pt x="2125268" y="130245"/>
                </a:lnTo>
                <a:lnTo>
                  <a:pt x="2160890" y="139150"/>
                </a:lnTo>
                <a:lnTo>
                  <a:pt x="2195399" y="143604"/>
                </a:lnTo>
                <a:lnTo>
                  <a:pt x="2232134" y="143604"/>
                </a:lnTo>
                <a:lnTo>
                  <a:pt x="2269983" y="141378"/>
                </a:lnTo>
                <a:lnTo>
                  <a:pt x="2307831" y="136924"/>
                </a:lnTo>
                <a:lnTo>
                  <a:pt x="2345681" y="131359"/>
                </a:lnTo>
                <a:lnTo>
                  <a:pt x="2383529" y="126906"/>
                </a:lnTo>
                <a:lnTo>
                  <a:pt x="2421378" y="123565"/>
                </a:lnTo>
                <a:lnTo>
                  <a:pt x="2456999" y="124678"/>
                </a:lnTo>
                <a:lnTo>
                  <a:pt x="2491507" y="129132"/>
                </a:lnTo>
                <a:lnTo>
                  <a:pt x="2524903" y="139150"/>
                </a:lnTo>
                <a:lnTo>
                  <a:pt x="2552734" y="153622"/>
                </a:lnTo>
                <a:lnTo>
                  <a:pt x="2579449" y="172547"/>
                </a:lnTo>
                <a:lnTo>
                  <a:pt x="2602827" y="194811"/>
                </a:lnTo>
                <a:lnTo>
                  <a:pt x="2626204" y="220414"/>
                </a:lnTo>
                <a:lnTo>
                  <a:pt x="2647355" y="247131"/>
                </a:lnTo>
                <a:lnTo>
                  <a:pt x="2668506" y="274961"/>
                </a:lnTo>
                <a:lnTo>
                  <a:pt x="2689656" y="302791"/>
                </a:lnTo>
                <a:lnTo>
                  <a:pt x="2710806" y="329509"/>
                </a:lnTo>
                <a:lnTo>
                  <a:pt x="2733071" y="355112"/>
                </a:lnTo>
                <a:lnTo>
                  <a:pt x="2758675" y="377377"/>
                </a:lnTo>
                <a:lnTo>
                  <a:pt x="2783165" y="397415"/>
                </a:lnTo>
                <a:lnTo>
                  <a:pt x="2810995" y="412999"/>
                </a:lnTo>
                <a:lnTo>
                  <a:pt x="2841051" y="426357"/>
                </a:lnTo>
                <a:lnTo>
                  <a:pt x="2873333" y="437489"/>
                </a:lnTo>
                <a:lnTo>
                  <a:pt x="2906728" y="447507"/>
                </a:lnTo>
                <a:lnTo>
                  <a:pt x="2940124" y="456413"/>
                </a:lnTo>
                <a:lnTo>
                  <a:pt x="2974633" y="465320"/>
                </a:lnTo>
                <a:lnTo>
                  <a:pt x="3006916" y="475338"/>
                </a:lnTo>
                <a:lnTo>
                  <a:pt x="3039197" y="486470"/>
                </a:lnTo>
                <a:lnTo>
                  <a:pt x="3069254" y="499829"/>
                </a:lnTo>
                <a:lnTo>
                  <a:pt x="3095972" y="516527"/>
                </a:lnTo>
                <a:lnTo>
                  <a:pt x="3120463" y="536565"/>
                </a:lnTo>
                <a:lnTo>
                  <a:pt x="3140498" y="561055"/>
                </a:lnTo>
                <a:lnTo>
                  <a:pt x="3157197" y="587772"/>
                </a:lnTo>
                <a:lnTo>
                  <a:pt x="3170555" y="617827"/>
                </a:lnTo>
                <a:lnTo>
                  <a:pt x="3181687" y="650112"/>
                </a:lnTo>
                <a:lnTo>
                  <a:pt x="3191705" y="682393"/>
                </a:lnTo>
                <a:lnTo>
                  <a:pt x="3200612" y="716904"/>
                </a:lnTo>
                <a:lnTo>
                  <a:pt x="3200935" y="718115"/>
                </a:lnTo>
                <a:lnTo>
                  <a:pt x="3200935" y="2848897"/>
                </a:lnTo>
                <a:lnTo>
                  <a:pt x="413394" y="2848897"/>
                </a:lnTo>
                <a:lnTo>
                  <a:pt x="400932" y="2820857"/>
                </a:lnTo>
                <a:lnTo>
                  <a:pt x="385348" y="2793028"/>
                </a:lnTo>
                <a:lnTo>
                  <a:pt x="365311" y="2768537"/>
                </a:lnTo>
                <a:lnTo>
                  <a:pt x="343046" y="2742933"/>
                </a:lnTo>
                <a:lnTo>
                  <a:pt x="317443" y="2720669"/>
                </a:lnTo>
                <a:lnTo>
                  <a:pt x="289612" y="2699519"/>
                </a:lnTo>
                <a:lnTo>
                  <a:pt x="261783" y="2678368"/>
                </a:lnTo>
                <a:lnTo>
                  <a:pt x="233954" y="2657218"/>
                </a:lnTo>
                <a:lnTo>
                  <a:pt x="207237" y="2636065"/>
                </a:lnTo>
                <a:lnTo>
                  <a:pt x="181633" y="2612689"/>
                </a:lnTo>
                <a:lnTo>
                  <a:pt x="159370" y="2589312"/>
                </a:lnTo>
                <a:lnTo>
                  <a:pt x="140446" y="2562594"/>
                </a:lnTo>
                <a:lnTo>
                  <a:pt x="125974" y="2534764"/>
                </a:lnTo>
                <a:lnTo>
                  <a:pt x="115956" y="2501370"/>
                </a:lnTo>
                <a:lnTo>
                  <a:pt x="111502" y="2466860"/>
                </a:lnTo>
                <a:lnTo>
                  <a:pt x="110388" y="2431236"/>
                </a:lnTo>
                <a:lnTo>
                  <a:pt x="113728" y="2393388"/>
                </a:lnTo>
                <a:lnTo>
                  <a:pt x="118182" y="2355539"/>
                </a:lnTo>
                <a:lnTo>
                  <a:pt x="123747" y="2317690"/>
                </a:lnTo>
                <a:lnTo>
                  <a:pt x="128200" y="2279842"/>
                </a:lnTo>
                <a:lnTo>
                  <a:pt x="130428" y="2241992"/>
                </a:lnTo>
                <a:lnTo>
                  <a:pt x="130428" y="2205256"/>
                </a:lnTo>
                <a:lnTo>
                  <a:pt x="125974" y="2170747"/>
                </a:lnTo>
                <a:lnTo>
                  <a:pt x="117069" y="2136238"/>
                </a:lnTo>
                <a:lnTo>
                  <a:pt x="103710" y="2103954"/>
                </a:lnTo>
                <a:lnTo>
                  <a:pt x="87012" y="2070559"/>
                </a:lnTo>
                <a:lnTo>
                  <a:pt x="68088" y="2037163"/>
                </a:lnTo>
                <a:lnTo>
                  <a:pt x="48051" y="2003766"/>
                </a:lnTo>
                <a:lnTo>
                  <a:pt x="29127" y="1971483"/>
                </a:lnTo>
                <a:lnTo>
                  <a:pt x="12427" y="1936974"/>
                </a:lnTo>
                <a:lnTo>
                  <a:pt x="0" y="1905903"/>
                </a:lnTo>
                <a:lnTo>
                  <a:pt x="0" y="1760990"/>
                </a:lnTo>
                <a:lnTo>
                  <a:pt x="12427" y="1729918"/>
                </a:lnTo>
                <a:lnTo>
                  <a:pt x="29127" y="1695410"/>
                </a:lnTo>
                <a:lnTo>
                  <a:pt x="48051" y="1663126"/>
                </a:lnTo>
                <a:lnTo>
                  <a:pt x="68088" y="1629730"/>
                </a:lnTo>
                <a:lnTo>
                  <a:pt x="87012" y="1596334"/>
                </a:lnTo>
                <a:lnTo>
                  <a:pt x="103710" y="1562938"/>
                </a:lnTo>
                <a:lnTo>
                  <a:pt x="117069" y="1530654"/>
                </a:lnTo>
                <a:lnTo>
                  <a:pt x="125974" y="1496145"/>
                </a:lnTo>
                <a:lnTo>
                  <a:pt x="130428" y="1461636"/>
                </a:lnTo>
                <a:lnTo>
                  <a:pt x="130428" y="1424901"/>
                </a:lnTo>
                <a:lnTo>
                  <a:pt x="128200" y="1387052"/>
                </a:lnTo>
                <a:lnTo>
                  <a:pt x="123747" y="1349203"/>
                </a:lnTo>
                <a:lnTo>
                  <a:pt x="118182" y="1311353"/>
                </a:lnTo>
                <a:lnTo>
                  <a:pt x="113728" y="1273505"/>
                </a:lnTo>
                <a:lnTo>
                  <a:pt x="110388" y="1235657"/>
                </a:lnTo>
                <a:lnTo>
                  <a:pt x="111502" y="1200034"/>
                </a:lnTo>
                <a:lnTo>
                  <a:pt x="115956" y="1165525"/>
                </a:lnTo>
                <a:lnTo>
                  <a:pt x="125974" y="1132128"/>
                </a:lnTo>
                <a:lnTo>
                  <a:pt x="140446" y="1104298"/>
                </a:lnTo>
                <a:lnTo>
                  <a:pt x="159370" y="1077582"/>
                </a:lnTo>
                <a:lnTo>
                  <a:pt x="181633" y="1054204"/>
                </a:lnTo>
                <a:lnTo>
                  <a:pt x="207237" y="1030827"/>
                </a:lnTo>
                <a:lnTo>
                  <a:pt x="233954" y="1009676"/>
                </a:lnTo>
                <a:lnTo>
                  <a:pt x="261783" y="988524"/>
                </a:lnTo>
                <a:lnTo>
                  <a:pt x="289612" y="967374"/>
                </a:lnTo>
                <a:lnTo>
                  <a:pt x="317443" y="946223"/>
                </a:lnTo>
                <a:lnTo>
                  <a:pt x="343046" y="923960"/>
                </a:lnTo>
                <a:lnTo>
                  <a:pt x="365311" y="898356"/>
                </a:lnTo>
                <a:lnTo>
                  <a:pt x="385348" y="873865"/>
                </a:lnTo>
                <a:lnTo>
                  <a:pt x="400932" y="846035"/>
                </a:lnTo>
                <a:lnTo>
                  <a:pt x="414290" y="815980"/>
                </a:lnTo>
                <a:lnTo>
                  <a:pt x="425422" y="783695"/>
                </a:lnTo>
                <a:lnTo>
                  <a:pt x="435442" y="750298"/>
                </a:lnTo>
                <a:lnTo>
                  <a:pt x="444347" y="716904"/>
                </a:lnTo>
                <a:lnTo>
                  <a:pt x="453253" y="682393"/>
                </a:lnTo>
                <a:lnTo>
                  <a:pt x="463271" y="650112"/>
                </a:lnTo>
                <a:lnTo>
                  <a:pt x="474403" y="617827"/>
                </a:lnTo>
                <a:lnTo>
                  <a:pt x="487762" y="587772"/>
                </a:lnTo>
                <a:lnTo>
                  <a:pt x="504460" y="561055"/>
                </a:lnTo>
                <a:lnTo>
                  <a:pt x="524495" y="536565"/>
                </a:lnTo>
                <a:lnTo>
                  <a:pt x="548987" y="516527"/>
                </a:lnTo>
                <a:lnTo>
                  <a:pt x="575704" y="499829"/>
                </a:lnTo>
                <a:lnTo>
                  <a:pt x="605759" y="486470"/>
                </a:lnTo>
                <a:lnTo>
                  <a:pt x="638042" y="475338"/>
                </a:lnTo>
                <a:lnTo>
                  <a:pt x="670325" y="465320"/>
                </a:lnTo>
                <a:lnTo>
                  <a:pt x="704834" y="456413"/>
                </a:lnTo>
                <a:lnTo>
                  <a:pt x="738229" y="447507"/>
                </a:lnTo>
                <a:lnTo>
                  <a:pt x="771626" y="437489"/>
                </a:lnTo>
                <a:lnTo>
                  <a:pt x="803907" y="426357"/>
                </a:lnTo>
                <a:lnTo>
                  <a:pt x="833964" y="412999"/>
                </a:lnTo>
                <a:lnTo>
                  <a:pt x="861794" y="397415"/>
                </a:lnTo>
                <a:lnTo>
                  <a:pt x="886284" y="377377"/>
                </a:lnTo>
                <a:lnTo>
                  <a:pt x="911888" y="355112"/>
                </a:lnTo>
                <a:lnTo>
                  <a:pt x="934152" y="329509"/>
                </a:lnTo>
                <a:lnTo>
                  <a:pt x="955302" y="302791"/>
                </a:lnTo>
                <a:lnTo>
                  <a:pt x="976452" y="274961"/>
                </a:lnTo>
                <a:lnTo>
                  <a:pt x="997604" y="247131"/>
                </a:lnTo>
                <a:lnTo>
                  <a:pt x="1018754" y="220414"/>
                </a:lnTo>
                <a:lnTo>
                  <a:pt x="1042131" y="194811"/>
                </a:lnTo>
                <a:lnTo>
                  <a:pt x="1065507" y="172547"/>
                </a:lnTo>
                <a:lnTo>
                  <a:pt x="1092225" y="153622"/>
                </a:lnTo>
                <a:lnTo>
                  <a:pt x="1120055" y="139150"/>
                </a:lnTo>
                <a:lnTo>
                  <a:pt x="1153451" y="129132"/>
                </a:lnTo>
                <a:lnTo>
                  <a:pt x="1187961" y="124678"/>
                </a:lnTo>
                <a:lnTo>
                  <a:pt x="1223581" y="123565"/>
                </a:lnTo>
                <a:lnTo>
                  <a:pt x="1261429" y="126906"/>
                </a:lnTo>
                <a:lnTo>
                  <a:pt x="1299279" y="131359"/>
                </a:lnTo>
                <a:lnTo>
                  <a:pt x="1337128" y="136924"/>
                </a:lnTo>
                <a:lnTo>
                  <a:pt x="1374976" y="141378"/>
                </a:lnTo>
                <a:lnTo>
                  <a:pt x="1412824" y="143604"/>
                </a:lnTo>
                <a:lnTo>
                  <a:pt x="1449561" y="143604"/>
                </a:lnTo>
                <a:lnTo>
                  <a:pt x="1484069" y="139150"/>
                </a:lnTo>
                <a:lnTo>
                  <a:pt x="1518579" y="130245"/>
                </a:lnTo>
                <a:lnTo>
                  <a:pt x="1551974" y="116887"/>
                </a:lnTo>
                <a:lnTo>
                  <a:pt x="1585369" y="99075"/>
                </a:lnTo>
                <a:lnTo>
                  <a:pt x="1618765" y="81264"/>
                </a:lnTo>
                <a:lnTo>
                  <a:pt x="1652161" y="61227"/>
                </a:lnTo>
                <a:lnTo>
                  <a:pt x="1684444" y="42302"/>
                </a:lnTo>
                <a:lnTo>
                  <a:pt x="1718953" y="25604"/>
                </a:lnTo>
                <a:lnTo>
                  <a:pt x="1752349" y="12245"/>
                </a:lnTo>
                <a:lnTo>
                  <a:pt x="1786858" y="333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oogle Shape;1378;p23">
            <a:hlinkClick r:id="rId4"/>
            <a:extLst>
              <a:ext uri="{FF2B5EF4-FFF2-40B4-BE49-F238E27FC236}">
                <a16:creationId xmlns:a16="http://schemas.microsoft.com/office/drawing/2014/main" id="{C2F5935B-7F39-8DBE-ED92-C66B3623FF83}"/>
              </a:ext>
            </a:extLst>
          </p:cNvPr>
          <p:cNvPicPr preferRelativeResize="0">
            <a:picLocks/>
          </p:cNvPicPr>
          <p:nvPr/>
        </p:nvPicPr>
        <p:blipFill rotWithShape="1">
          <a:blip r:embed="rId5">
            <a:alphaModFix/>
          </a:blip>
          <a:srcRect/>
          <a:stretch/>
        </p:blipFill>
        <p:spPr>
          <a:xfrm>
            <a:off x="9583966" y="4345887"/>
            <a:ext cx="2527444" cy="2417178"/>
          </a:xfrm>
          <a:prstGeom prst="rect">
            <a:avLst/>
          </a:prstGeom>
          <a:noFill/>
          <a:ln>
            <a:noFill/>
          </a:ln>
        </p:spPr>
      </p:pic>
      <p:graphicFrame>
        <p:nvGraphicFramePr>
          <p:cNvPr id="2" name="Table 1">
            <a:extLst>
              <a:ext uri="{FF2B5EF4-FFF2-40B4-BE49-F238E27FC236}">
                <a16:creationId xmlns:a16="http://schemas.microsoft.com/office/drawing/2014/main" id="{BF177FDF-4232-5A22-F453-20A3D57CBCDE}"/>
              </a:ext>
            </a:extLst>
          </p:cNvPr>
          <p:cNvGraphicFramePr>
            <a:graphicFrameLocks noGrp="1"/>
          </p:cNvGraphicFramePr>
          <p:nvPr>
            <p:extLst>
              <p:ext uri="{D42A27DB-BD31-4B8C-83A1-F6EECF244321}">
                <p14:modId xmlns:p14="http://schemas.microsoft.com/office/powerpoint/2010/main" val="3318953490"/>
              </p:ext>
            </p:extLst>
          </p:nvPr>
        </p:nvGraphicFramePr>
        <p:xfrm>
          <a:off x="403013" y="1654567"/>
          <a:ext cx="11472923" cy="1940559"/>
        </p:xfrm>
        <a:graphic>
          <a:graphicData uri="http://schemas.openxmlformats.org/drawingml/2006/table">
            <a:tbl>
              <a:tblPr firstRow="1" bandRow="1">
                <a:tableStyleId>{5C22544A-7EE6-4342-B048-85BDC9FD1C3A}</a:tableStyleId>
              </a:tblPr>
              <a:tblGrid>
                <a:gridCol w="2255106">
                  <a:extLst>
                    <a:ext uri="{9D8B030D-6E8A-4147-A177-3AD203B41FA5}">
                      <a16:colId xmlns:a16="http://schemas.microsoft.com/office/drawing/2014/main" val="1948668914"/>
                    </a:ext>
                  </a:extLst>
                </a:gridCol>
                <a:gridCol w="2347782">
                  <a:extLst>
                    <a:ext uri="{9D8B030D-6E8A-4147-A177-3AD203B41FA5}">
                      <a16:colId xmlns:a16="http://schemas.microsoft.com/office/drawing/2014/main" val="3109086788"/>
                    </a:ext>
                  </a:extLst>
                </a:gridCol>
                <a:gridCol w="2831756">
                  <a:extLst>
                    <a:ext uri="{9D8B030D-6E8A-4147-A177-3AD203B41FA5}">
                      <a16:colId xmlns:a16="http://schemas.microsoft.com/office/drawing/2014/main" val="222867537"/>
                    </a:ext>
                  </a:extLst>
                </a:gridCol>
                <a:gridCol w="4038279">
                  <a:extLst>
                    <a:ext uri="{9D8B030D-6E8A-4147-A177-3AD203B41FA5}">
                      <a16:colId xmlns:a16="http://schemas.microsoft.com/office/drawing/2014/main" val="536389714"/>
                    </a:ext>
                  </a:extLst>
                </a:gridCol>
              </a:tblGrid>
              <a:tr h="370702">
                <a:tc>
                  <a:txBody>
                    <a:bodyPr/>
                    <a:lstStyle/>
                    <a:p>
                      <a:pPr algn="ctr"/>
                      <a:r>
                        <a:rPr lang="en-US" sz="1200" dirty="0"/>
                        <a:t>VACATION / PLANNED LEAVE (DAYS)</a:t>
                      </a:r>
                    </a:p>
                  </a:txBody>
                  <a:tcPr/>
                </a:tc>
                <a:tc>
                  <a:txBody>
                    <a:bodyPr/>
                    <a:lstStyle/>
                    <a:p>
                      <a:pPr algn="ctr"/>
                      <a:r>
                        <a:rPr lang="en-US" sz="1200" dirty="0"/>
                        <a:t>NOTICE PERIOD (MINIMUM)</a:t>
                      </a:r>
                    </a:p>
                  </a:txBody>
                  <a:tcPr/>
                </a:tc>
                <a:tc>
                  <a:txBody>
                    <a:bodyPr/>
                    <a:lstStyle/>
                    <a:p>
                      <a:pPr algn="ctr"/>
                      <a:r>
                        <a:rPr lang="en-US" sz="1200" dirty="0"/>
                        <a:t>MGR RESPONSE TIME FROM </a:t>
                      </a:r>
                      <a:endParaRPr lang="en-US"/>
                    </a:p>
                    <a:p>
                      <a:pPr lvl="0" algn="ctr">
                        <a:buNone/>
                      </a:pPr>
                      <a:r>
                        <a:rPr lang="en-US" sz="1200" dirty="0"/>
                        <a:t>RECEIPT OF LEAVE</a:t>
                      </a:r>
                    </a:p>
                  </a:txBody>
                  <a:tcPr/>
                </a:tc>
                <a:tc>
                  <a:txBody>
                    <a:bodyPr/>
                    <a:lstStyle/>
                    <a:p>
                      <a:pPr lvl="0" algn="ctr">
                        <a:buNone/>
                      </a:pPr>
                      <a:r>
                        <a:rPr lang="en-US" sz="1200" dirty="0"/>
                        <a:t>FOR VL TRANSACTIONS ESCALATED TO 2ND LINE (NO MGR RESPONSE / NO AVAILABLE LEAVE CREDIT)</a:t>
                      </a:r>
                    </a:p>
                  </a:txBody>
                  <a:tcPr/>
                </a:tc>
                <a:extLst>
                  <a:ext uri="{0D108BD9-81ED-4DB2-BD59-A6C34878D82A}">
                    <a16:rowId xmlns:a16="http://schemas.microsoft.com/office/drawing/2014/main" val="74112664"/>
                  </a:ext>
                </a:extLst>
              </a:tr>
              <a:tr h="370840">
                <a:tc>
                  <a:txBody>
                    <a:bodyPr/>
                    <a:lstStyle/>
                    <a:p>
                      <a:r>
                        <a:rPr lang="en-US" sz="1200" b="1" dirty="0"/>
                        <a:t>1 DAY</a:t>
                      </a:r>
                    </a:p>
                  </a:txBody>
                  <a:tcPr/>
                </a:tc>
                <a:tc>
                  <a:txBody>
                    <a:bodyPr/>
                    <a:lstStyle/>
                    <a:p>
                      <a:r>
                        <a:rPr lang="en-US" sz="1200" b="1" dirty="0"/>
                        <a:t>2 WORKING DAYS</a:t>
                      </a:r>
                    </a:p>
                  </a:txBody>
                  <a:tcPr/>
                </a:tc>
                <a:tc>
                  <a:txBody>
                    <a:bodyPr/>
                    <a:lstStyle/>
                    <a:p>
                      <a:r>
                        <a:rPr lang="en-US" sz="1200" b="1" dirty="0"/>
                        <a:t>W/IN 1 WORKING DAY</a:t>
                      </a:r>
                    </a:p>
                  </a:txBody>
                  <a:tcPr/>
                </a:tc>
                <a:tc>
                  <a:txBody>
                    <a:bodyPr/>
                    <a:lstStyle/>
                    <a:p>
                      <a:pPr lvl="0">
                        <a:buNone/>
                      </a:pPr>
                      <a:r>
                        <a:rPr lang="en-US" sz="1200" b="1" dirty="0"/>
                        <a:t>+1 WORKING DAY AFTER ESCALATION</a:t>
                      </a:r>
                    </a:p>
                  </a:txBody>
                  <a:tcPr/>
                </a:tc>
                <a:extLst>
                  <a:ext uri="{0D108BD9-81ED-4DB2-BD59-A6C34878D82A}">
                    <a16:rowId xmlns:a16="http://schemas.microsoft.com/office/drawing/2014/main" val="2267845451"/>
                  </a:ext>
                </a:extLst>
              </a:tr>
              <a:tr h="370840">
                <a:tc>
                  <a:txBody>
                    <a:bodyPr/>
                    <a:lstStyle/>
                    <a:p>
                      <a:pPr marL="0" indent="0">
                        <a:buNone/>
                      </a:pPr>
                      <a:r>
                        <a:rPr lang="en-US" sz="1200" b="1" dirty="0"/>
                        <a:t>2 DAYS</a:t>
                      </a:r>
                    </a:p>
                  </a:txBody>
                  <a:tcPr/>
                </a:tc>
                <a:tc>
                  <a:txBody>
                    <a:bodyPr/>
                    <a:lstStyle/>
                    <a:p>
                      <a:r>
                        <a:rPr lang="en-US" sz="1200" b="1" dirty="0"/>
                        <a:t>5 WORKING DAYS</a:t>
                      </a:r>
                    </a:p>
                  </a:txBody>
                  <a:tcPr/>
                </a:tc>
                <a:tc>
                  <a:txBody>
                    <a:bodyPr/>
                    <a:lstStyle/>
                    <a:p>
                      <a:r>
                        <a:rPr lang="en-US" sz="1200" b="1" dirty="0"/>
                        <a:t>W/IN 3 WORKING DAYS</a:t>
                      </a:r>
                    </a:p>
                  </a:txBody>
                  <a:tcPr/>
                </a:tc>
                <a:tc>
                  <a:txBody>
                    <a:bodyPr/>
                    <a:lstStyle/>
                    <a:p>
                      <a:pPr lvl="0">
                        <a:buNone/>
                      </a:pPr>
                      <a:r>
                        <a:rPr lang="en-US" sz="1200" b="1" i="0" u="none" strike="noStrike" noProof="0" dirty="0">
                          <a:solidFill>
                            <a:srgbClr val="034EA2"/>
                          </a:solidFill>
                          <a:latin typeface="Segoe UI"/>
                        </a:rPr>
                        <a:t>+1 WORKING DAY AFTER ESCALATION</a:t>
                      </a:r>
                      <a:endParaRPr lang="en-US" sz="1200"/>
                    </a:p>
                  </a:txBody>
                  <a:tcPr/>
                </a:tc>
                <a:extLst>
                  <a:ext uri="{0D108BD9-81ED-4DB2-BD59-A6C34878D82A}">
                    <a16:rowId xmlns:a16="http://schemas.microsoft.com/office/drawing/2014/main" val="159833993"/>
                  </a:ext>
                </a:extLst>
              </a:tr>
              <a:tr h="370839">
                <a:tc>
                  <a:txBody>
                    <a:bodyPr/>
                    <a:lstStyle/>
                    <a:p>
                      <a:pPr marL="0" lvl="0" indent="0">
                        <a:buNone/>
                      </a:pPr>
                      <a:r>
                        <a:rPr lang="en-US" sz="1200" b="1" dirty="0"/>
                        <a:t>3 – 4 DAYS</a:t>
                      </a:r>
                    </a:p>
                  </a:txBody>
                  <a:tcPr/>
                </a:tc>
                <a:tc>
                  <a:txBody>
                    <a:bodyPr/>
                    <a:lstStyle/>
                    <a:p>
                      <a:pPr lvl="0">
                        <a:buNone/>
                      </a:pPr>
                      <a:r>
                        <a:rPr lang="en-US" sz="1200" b="1" dirty="0"/>
                        <a:t>10 WORKING DAYS</a:t>
                      </a:r>
                    </a:p>
                  </a:txBody>
                  <a:tcPr/>
                </a:tc>
                <a:tc>
                  <a:txBody>
                    <a:bodyPr/>
                    <a:lstStyle/>
                    <a:p>
                      <a:pPr lvl="0">
                        <a:buNone/>
                      </a:pPr>
                      <a:r>
                        <a:rPr lang="en-US" sz="1200" b="1" i="0" u="none" strike="noStrike" noProof="0" dirty="0">
                          <a:solidFill>
                            <a:srgbClr val="034EA2"/>
                          </a:solidFill>
                          <a:latin typeface="Segoe UI"/>
                        </a:rPr>
                        <a:t>W/IN 5 WORKING DAYS</a:t>
                      </a:r>
                      <a:endParaRPr lang="en-US" sz="1200" dirty="0"/>
                    </a:p>
                  </a:txBody>
                  <a:tcPr/>
                </a:tc>
                <a:tc>
                  <a:txBody>
                    <a:bodyPr/>
                    <a:lstStyle/>
                    <a:p>
                      <a:pPr lvl="0">
                        <a:buNone/>
                      </a:pPr>
                      <a:r>
                        <a:rPr lang="en-US" sz="1200" b="1" i="0" u="none" strike="noStrike" noProof="0" dirty="0">
                          <a:solidFill>
                            <a:srgbClr val="034EA2"/>
                          </a:solidFill>
                          <a:latin typeface="Segoe UI"/>
                        </a:rPr>
                        <a:t>+1 WORKING DAY AFTER ESCALATION</a:t>
                      </a:r>
                      <a:endParaRPr lang="en-US" sz="1200"/>
                    </a:p>
                  </a:txBody>
                  <a:tcPr/>
                </a:tc>
                <a:extLst>
                  <a:ext uri="{0D108BD9-81ED-4DB2-BD59-A6C34878D82A}">
                    <a16:rowId xmlns:a16="http://schemas.microsoft.com/office/drawing/2014/main" val="2510441320"/>
                  </a:ext>
                </a:extLst>
              </a:tr>
              <a:tr h="370840">
                <a:tc>
                  <a:txBody>
                    <a:bodyPr/>
                    <a:lstStyle/>
                    <a:p>
                      <a:pPr marL="0" indent="0">
                        <a:buNone/>
                      </a:pPr>
                      <a:r>
                        <a:rPr lang="en-US" sz="1200" b="1" dirty="0"/>
                        <a:t>5 DAYS AND UP  </a:t>
                      </a:r>
                    </a:p>
                  </a:txBody>
                  <a:tcPr/>
                </a:tc>
                <a:tc>
                  <a:txBody>
                    <a:bodyPr/>
                    <a:lstStyle/>
                    <a:p>
                      <a:r>
                        <a:rPr lang="en-US" sz="1200" b="1" dirty="0"/>
                        <a:t>1 CALENDAR MONTH</a:t>
                      </a:r>
                    </a:p>
                  </a:txBody>
                  <a:tcPr/>
                </a:tc>
                <a:tc>
                  <a:txBody>
                    <a:bodyPr/>
                    <a:lstStyle/>
                    <a:p>
                      <a:r>
                        <a:rPr lang="en-US" sz="1200" b="1" dirty="0"/>
                        <a:t>W/IN 5 WORKING DAYS</a:t>
                      </a:r>
                    </a:p>
                  </a:txBody>
                  <a:tcPr/>
                </a:tc>
                <a:tc>
                  <a:txBody>
                    <a:bodyPr/>
                    <a:lstStyle/>
                    <a:p>
                      <a:pPr lvl="0">
                        <a:buNone/>
                      </a:pPr>
                      <a:r>
                        <a:rPr lang="en-US" sz="1200" b="1" i="0" u="none" strike="noStrike" noProof="0" dirty="0">
                          <a:solidFill>
                            <a:srgbClr val="034EA2"/>
                          </a:solidFill>
                          <a:latin typeface="Segoe UI"/>
                        </a:rPr>
                        <a:t>+1 WORKING DAY AFTER ESCALATION</a:t>
                      </a:r>
                      <a:endParaRPr lang="en-US" sz="1200" dirty="0"/>
                    </a:p>
                  </a:txBody>
                  <a:tcPr/>
                </a:tc>
                <a:extLst>
                  <a:ext uri="{0D108BD9-81ED-4DB2-BD59-A6C34878D82A}">
                    <a16:rowId xmlns:a16="http://schemas.microsoft.com/office/drawing/2014/main" val="489441128"/>
                  </a:ext>
                </a:extLst>
              </a:tr>
            </a:tbl>
          </a:graphicData>
        </a:graphic>
      </p:graphicFrame>
      <p:sp>
        <p:nvSpPr>
          <p:cNvPr id="7" name="TextBox 6">
            <a:extLst>
              <a:ext uri="{FF2B5EF4-FFF2-40B4-BE49-F238E27FC236}">
                <a16:creationId xmlns:a16="http://schemas.microsoft.com/office/drawing/2014/main" id="{66CBA6B6-FA92-A61D-B5EC-C928383B5DC3}"/>
              </a:ext>
            </a:extLst>
          </p:cNvPr>
          <p:cNvSpPr txBox="1"/>
          <p:nvPr/>
        </p:nvSpPr>
        <p:spPr>
          <a:xfrm>
            <a:off x="383574" y="1294599"/>
            <a:ext cx="777314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50B848"/>
                </a:solidFill>
                <a:cs typeface="Segoe UI"/>
              </a:rPr>
              <a:t>SW – SUPPORT - Recommendation (to be included in enhancement):</a:t>
            </a:r>
            <a:endParaRPr lang="en-US" sz="1600" b="1">
              <a:solidFill>
                <a:srgbClr val="50B848"/>
              </a:solidFill>
              <a:cs typeface="Segoe UI"/>
            </a:endParaRPr>
          </a:p>
        </p:txBody>
      </p:sp>
      <p:sp>
        <p:nvSpPr>
          <p:cNvPr id="8" name="TextBox 7">
            <a:extLst>
              <a:ext uri="{FF2B5EF4-FFF2-40B4-BE49-F238E27FC236}">
                <a16:creationId xmlns:a16="http://schemas.microsoft.com/office/drawing/2014/main" id="{2683DE17-A9C3-250E-A39C-0CAB559673D9}"/>
              </a:ext>
            </a:extLst>
          </p:cNvPr>
          <p:cNvSpPr txBox="1"/>
          <p:nvPr/>
        </p:nvSpPr>
        <p:spPr>
          <a:xfrm>
            <a:off x="383574" y="3706739"/>
            <a:ext cx="860064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100" dirty="0">
                <a:solidFill>
                  <a:srgbClr val="19226D"/>
                </a:solidFill>
                <a:cs typeface="Segoe UI"/>
              </a:rPr>
              <a:t>Mindset: Managers to reply </a:t>
            </a:r>
          </a:p>
          <a:p>
            <a:pPr marL="285750" indent="-285750">
              <a:buFont typeface="Arial"/>
              <a:buChar char="•"/>
            </a:pPr>
            <a:r>
              <a:rPr lang="en-US" sz="1100" dirty="0">
                <a:solidFill>
                  <a:srgbClr val="19226D"/>
                </a:solidFill>
                <a:cs typeface="Segoe UI"/>
              </a:rPr>
              <a:t>Employees to take ownership of their filed leaves and work closely with their Line Managers, MD as needed</a:t>
            </a:r>
          </a:p>
          <a:p>
            <a:pPr marL="285750" indent="-285750">
              <a:buFont typeface="Arial"/>
              <a:buChar char="•"/>
            </a:pPr>
            <a:r>
              <a:rPr lang="en-US" sz="1100" dirty="0">
                <a:solidFill>
                  <a:srgbClr val="19226D"/>
                </a:solidFill>
                <a:cs typeface="Segoe UI"/>
              </a:rPr>
              <a:t>Should be filed in TMS and fully approved to be considered official leave.</a:t>
            </a:r>
          </a:p>
          <a:p>
            <a:pPr marL="285750" indent="-285750">
              <a:buFont typeface="Arial"/>
              <a:buChar char="•"/>
            </a:pPr>
            <a:r>
              <a:rPr lang="en-US" sz="1100" dirty="0">
                <a:solidFill>
                  <a:srgbClr val="19226D"/>
                </a:solidFill>
                <a:cs typeface="Segoe UI"/>
              </a:rPr>
              <a:t>Guideline: Immediate Manager can respond with conditional approval if contingent to certain deliverables. Set expectations that it can either be approved or not depending on the status.</a:t>
            </a:r>
            <a:endParaRPr lang="en-US" sz="1200" dirty="0">
              <a:solidFill>
                <a:srgbClr val="19226D"/>
              </a:solidFill>
            </a:endParaRPr>
          </a:p>
          <a:p>
            <a:pPr marL="285750" indent="-285750">
              <a:buFont typeface="Arial"/>
              <a:buChar char="•"/>
            </a:pPr>
            <a:endParaRPr lang="en-US" sz="1100" dirty="0">
              <a:solidFill>
                <a:srgbClr val="19226D"/>
              </a:solidFill>
              <a:cs typeface="Segoe UI"/>
            </a:endParaRPr>
          </a:p>
          <a:p>
            <a:pPr marL="285750" indent="-285750">
              <a:buFont typeface="Arial"/>
              <a:buChar char="•"/>
            </a:pPr>
            <a:r>
              <a:rPr lang="en-US" sz="1100" dirty="0">
                <a:solidFill>
                  <a:srgbClr val="19226D"/>
                </a:solidFill>
                <a:cs typeface="Segoe UI"/>
              </a:rPr>
              <a:t>If no Immediate Manager's response within the above period, employee to escalate to 2nd level manager until last level. Lower levels to explain to MD.</a:t>
            </a:r>
          </a:p>
          <a:p>
            <a:pPr marL="285750" indent="-285750">
              <a:buFont typeface="Arial"/>
              <a:buChar char="•"/>
            </a:pPr>
            <a:endParaRPr lang="en-US" sz="1100" dirty="0">
              <a:solidFill>
                <a:srgbClr val="19226D"/>
              </a:solidFill>
              <a:cs typeface="Segoe UI"/>
            </a:endParaRPr>
          </a:p>
          <a:p>
            <a:pPr marL="285750" indent="-285750">
              <a:buFont typeface="Arial"/>
              <a:buChar char="•"/>
            </a:pPr>
            <a:r>
              <a:rPr lang="en-US" sz="1100" dirty="0">
                <a:solidFill>
                  <a:srgbClr val="19226D"/>
                </a:solidFill>
                <a:cs typeface="Segoe UI"/>
              </a:rPr>
              <a:t>For leaves without credits (unpaid leaves), Line Manager to escalate to MD for approval</a:t>
            </a:r>
          </a:p>
          <a:p>
            <a:pPr marL="285750" indent="-285750">
              <a:buFont typeface="Arial"/>
              <a:buChar char="•"/>
            </a:pPr>
            <a:endParaRPr lang="en-US" sz="1100" dirty="0">
              <a:solidFill>
                <a:srgbClr val="19226D"/>
              </a:solidFill>
              <a:cs typeface="Segoe UI"/>
            </a:endParaRPr>
          </a:p>
          <a:p>
            <a:pPr marL="285750" indent="-285750">
              <a:buFont typeface="Arial"/>
              <a:buChar char="•"/>
            </a:pPr>
            <a:r>
              <a:rPr lang="en-US" sz="1100" dirty="0">
                <a:solidFill>
                  <a:srgbClr val="19226D"/>
                </a:solidFill>
                <a:cs typeface="Segoe UI"/>
              </a:rPr>
              <a:t>Approved leaves may be recalled if due to urgent matters. Any cost incurred from the employees' side due to leave cancellation will be shouldered by FPT</a:t>
            </a:r>
          </a:p>
          <a:p>
            <a:pPr marL="285750" indent="-285750">
              <a:buFont typeface="Arial"/>
              <a:buChar char="•"/>
            </a:pPr>
            <a:endParaRPr lang="en-US" sz="1100" dirty="0">
              <a:solidFill>
                <a:srgbClr val="19226D"/>
              </a:solidFill>
              <a:cs typeface="Segoe UI"/>
            </a:endParaRPr>
          </a:p>
          <a:p>
            <a:pPr marL="285750" indent="-285750">
              <a:buFont typeface="Arial"/>
              <a:buChar char="•"/>
            </a:pPr>
            <a:r>
              <a:rPr lang="en-US" sz="1100" dirty="0">
                <a:solidFill>
                  <a:srgbClr val="19226D"/>
                </a:solidFill>
                <a:cs typeface="Segoe UI"/>
              </a:rPr>
              <a:t>The Employee must seek prior approval before start of the actual leave. An employee may not take vacation leave until his/her vacation leave application has been duly approved by his/her supervisor.</a:t>
            </a:r>
          </a:p>
          <a:p>
            <a:pPr marL="285750" indent="-285750">
              <a:buFont typeface="Arial"/>
              <a:buChar char="•"/>
            </a:pPr>
            <a:endParaRPr lang="en-US" sz="1100" dirty="0">
              <a:solidFill>
                <a:srgbClr val="19226D"/>
              </a:solidFill>
              <a:cs typeface="Segoe UI"/>
            </a:endParaRPr>
          </a:p>
          <a:p>
            <a:pPr marL="285750" indent="-285750">
              <a:buFont typeface="Arial"/>
              <a:buChar char="•"/>
            </a:pPr>
            <a:r>
              <a:rPr lang="en-US" sz="1100" dirty="0">
                <a:solidFill>
                  <a:srgbClr val="19226D"/>
                </a:solidFill>
                <a:cs typeface="Segoe UI"/>
              </a:rPr>
              <a:t>Absence should be filed in TMS and fully approved before going on leave. Otherwise considered insubordination AWOL.</a:t>
            </a:r>
          </a:p>
        </p:txBody>
      </p:sp>
      <p:pic>
        <p:nvPicPr>
          <p:cNvPr id="17" name="Picture 16">
            <a:extLst>
              <a:ext uri="{FF2B5EF4-FFF2-40B4-BE49-F238E27FC236}">
                <a16:creationId xmlns:a16="http://schemas.microsoft.com/office/drawing/2014/main" id="{2682F430-CDC8-46BC-8BF5-08DD7A26C9F7}"/>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744723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2C0C63A-B05B-45A5-AE88-7A3D061A2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BAD34AF-5414-49A5-AB75-F1CA854B3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6" cy="6858000"/>
            <a:chOff x="1" y="0"/>
            <a:chExt cx="12191996" cy="6858000"/>
          </a:xfrm>
        </p:grpSpPr>
        <p:sp>
          <p:nvSpPr>
            <p:cNvPr id="23" name="Rectangle 22">
              <a:extLst>
                <a:ext uri="{FF2B5EF4-FFF2-40B4-BE49-F238E27FC236}">
                  <a16:creationId xmlns:a16="http://schemas.microsoft.com/office/drawing/2014/main" id="{7BAD3960-6DE9-4457-8083-F6FFBD58D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bg1"/>
            </a:solidFill>
            <a:ln w="0">
              <a:noFill/>
              <a:prstDash val="solid"/>
              <a:round/>
              <a:headEnd/>
              <a:tailEnd/>
            </a:ln>
          </p:spPr>
          <p:txBody>
            <a:bodyPr rtlCol="0" anchor="ctr"/>
            <a:lstStyle/>
            <a:p>
              <a:pPr algn="ctr" defTabSz="457200"/>
              <a:endParaRPr lang="en-US">
                <a:solidFill>
                  <a:schemeClr val="tx1"/>
                </a:solidFill>
              </a:endParaRPr>
            </a:p>
          </p:txBody>
        </p:sp>
        <p:sp>
          <p:nvSpPr>
            <p:cNvPr id="24" name="Rectangle 23">
              <a:extLst>
                <a:ext uri="{FF2B5EF4-FFF2-40B4-BE49-F238E27FC236}">
                  <a16:creationId xmlns:a16="http://schemas.microsoft.com/office/drawing/2014/main" id="{F3F5E368-26F9-408D-9C1D-D007FCE0C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grpSp>
      <p:sp>
        <p:nvSpPr>
          <p:cNvPr id="4" name="TextBox 3">
            <a:extLst>
              <a:ext uri="{FF2B5EF4-FFF2-40B4-BE49-F238E27FC236}">
                <a16:creationId xmlns:a16="http://schemas.microsoft.com/office/drawing/2014/main" id="{C7081EF8-1A88-5832-0415-B26A84F43EB3}"/>
              </a:ext>
            </a:extLst>
          </p:cNvPr>
          <p:cNvSpPr txBox="1"/>
          <p:nvPr/>
        </p:nvSpPr>
        <p:spPr>
          <a:xfrm>
            <a:off x="765051" y="662400"/>
            <a:ext cx="7007349" cy="1492132"/>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400" b="1" dirty="0">
                <a:latin typeface="+mj-lt"/>
                <a:ea typeface="+mj-ea"/>
                <a:cs typeface="+mj-cs"/>
                <a:sym typeface="Calibri"/>
              </a:rPr>
              <a:t>FILING OF LEAVES</a:t>
            </a:r>
            <a:endParaRPr lang="en-US" sz="4400" b="1" dirty="0">
              <a:ea typeface="+mj-ea"/>
              <a:cs typeface="Segoe UI"/>
            </a:endParaRPr>
          </a:p>
        </p:txBody>
      </p:sp>
      <p:sp>
        <p:nvSpPr>
          <p:cNvPr id="26" name="Freeform: Shape 25">
            <a:extLst>
              <a:ext uri="{FF2B5EF4-FFF2-40B4-BE49-F238E27FC236}">
                <a16:creationId xmlns:a16="http://schemas.microsoft.com/office/drawing/2014/main" id="{8C4F1A0C-BD28-4977-9745-E2A4FB752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9668" y="0"/>
            <a:ext cx="4232332" cy="3701000"/>
          </a:xfrm>
          <a:custGeom>
            <a:avLst/>
            <a:gdLst>
              <a:gd name="connsiteX0" fmla="*/ 319701 w 4232332"/>
              <a:gd name="connsiteY0" fmla="*/ 0 h 3701000"/>
              <a:gd name="connsiteX1" fmla="*/ 4232332 w 4232332"/>
              <a:gd name="connsiteY1" fmla="*/ 0 h 3701000"/>
              <a:gd name="connsiteX2" fmla="*/ 4232332 w 4232332"/>
              <a:gd name="connsiteY2" fmla="*/ 3034486 h 3701000"/>
              <a:gd name="connsiteX3" fmla="*/ 4230268 w 4232332"/>
              <a:gd name="connsiteY3" fmla="*/ 3035198 h 3701000"/>
              <a:gd name="connsiteX4" fmla="*/ 4185051 w 4232332"/>
              <a:gd name="connsiteY4" fmla="*/ 3049231 h 3701000"/>
              <a:gd name="connsiteX5" fmla="*/ 4136714 w 4232332"/>
              <a:gd name="connsiteY5" fmla="*/ 3061706 h 3701000"/>
              <a:gd name="connsiteX6" fmla="*/ 4089935 w 4232332"/>
              <a:gd name="connsiteY6" fmla="*/ 3074180 h 3701000"/>
              <a:gd name="connsiteX7" fmla="*/ 4043158 w 4232332"/>
              <a:gd name="connsiteY7" fmla="*/ 3088214 h 3701000"/>
              <a:gd name="connsiteX8" fmla="*/ 3997940 w 4232332"/>
              <a:gd name="connsiteY8" fmla="*/ 3103806 h 3701000"/>
              <a:gd name="connsiteX9" fmla="*/ 3955840 w 4232332"/>
              <a:gd name="connsiteY9" fmla="*/ 3122518 h 3701000"/>
              <a:gd name="connsiteX10" fmla="*/ 3916860 w 4232332"/>
              <a:gd name="connsiteY10" fmla="*/ 3144346 h 3701000"/>
              <a:gd name="connsiteX11" fmla="*/ 3882555 w 4232332"/>
              <a:gd name="connsiteY11" fmla="*/ 3172413 h 3701000"/>
              <a:gd name="connsiteX12" fmla="*/ 3846692 w 4232332"/>
              <a:gd name="connsiteY12" fmla="*/ 3203599 h 3701000"/>
              <a:gd name="connsiteX13" fmla="*/ 3815506 w 4232332"/>
              <a:gd name="connsiteY13" fmla="*/ 3239461 h 3701000"/>
              <a:gd name="connsiteX14" fmla="*/ 3785881 w 4232332"/>
              <a:gd name="connsiteY14" fmla="*/ 3276884 h 3701000"/>
              <a:gd name="connsiteX15" fmla="*/ 3756254 w 4232332"/>
              <a:gd name="connsiteY15" fmla="*/ 3315864 h 3701000"/>
              <a:gd name="connsiteX16" fmla="*/ 3726629 w 4232332"/>
              <a:gd name="connsiteY16" fmla="*/ 3354846 h 3701000"/>
              <a:gd name="connsiteX17" fmla="*/ 3697003 w 4232332"/>
              <a:gd name="connsiteY17" fmla="*/ 3392268 h 3701000"/>
              <a:gd name="connsiteX18" fmla="*/ 3664258 w 4232332"/>
              <a:gd name="connsiteY18" fmla="*/ 3428131 h 3701000"/>
              <a:gd name="connsiteX19" fmla="*/ 3631513 w 4232332"/>
              <a:gd name="connsiteY19" fmla="*/ 3459315 h 3701000"/>
              <a:gd name="connsiteX20" fmla="*/ 3594093 w 4232332"/>
              <a:gd name="connsiteY20" fmla="*/ 3485823 h 3701000"/>
              <a:gd name="connsiteX21" fmla="*/ 3555111 w 4232332"/>
              <a:gd name="connsiteY21" fmla="*/ 3506094 h 3701000"/>
              <a:gd name="connsiteX22" fmla="*/ 3508332 w 4232332"/>
              <a:gd name="connsiteY22" fmla="*/ 3520128 h 3701000"/>
              <a:gd name="connsiteX23" fmla="*/ 3459994 w 4232332"/>
              <a:gd name="connsiteY23" fmla="*/ 3526365 h 3701000"/>
              <a:gd name="connsiteX24" fmla="*/ 3410100 w 4232332"/>
              <a:gd name="connsiteY24" fmla="*/ 3527923 h 3701000"/>
              <a:gd name="connsiteX25" fmla="*/ 3357084 w 4232332"/>
              <a:gd name="connsiteY25" fmla="*/ 3523245 h 3701000"/>
              <a:gd name="connsiteX26" fmla="*/ 3304070 w 4232332"/>
              <a:gd name="connsiteY26" fmla="*/ 3517009 h 3701000"/>
              <a:gd name="connsiteX27" fmla="*/ 3251054 w 4232332"/>
              <a:gd name="connsiteY27" fmla="*/ 3509211 h 3701000"/>
              <a:gd name="connsiteX28" fmla="*/ 3198040 w 4232332"/>
              <a:gd name="connsiteY28" fmla="*/ 3502976 h 3701000"/>
              <a:gd name="connsiteX29" fmla="*/ 3145024 w 4232332"/>
              <a:gd name="connsiteY29" fmla="*/ 3499857 h 3701000"/>
              <a:gd name="connsiteX30" fmla="*/ 3093569 w 4232332"/>
              <a:gd name="connsiteY30" fmla="*/ 3499857 h 3701000"/>
              <a:gd name="connsiteX31" fmla="*/ 3045233 w 4232332"/>
              <a:gd name="connsiteY31" fmla="*/ 3506094 h 3701000"/>
              <a:gd name="connsiteX32" fmla="*/ 2995337 w 4232332"/>
              <a:gd name="connsiteY32" fmla="*/ 3518569 h 3701000"/>
              <a:gd name="connsiteX33" fmla="*/ 2950118 w 4232332"/>
              <a:gd name="connsiteY33" fmla="*/ 3537278 h 3701000"/>
              <a:gd name="connsiteX34" fmla="*/ 2903340 w 4232332"/>
              <a:gd name="connsiteY34" fmla="*/ 3562227 h 3701000"/>
              <a:gd name="connsiteX35" fmla="*/ 2856564 w 4232332"/>
              <a:gd name="connsiteY35" fmla="*/ 3587176 h 3701000"/>
              <a:gd name="connsiteX36" fmla="*/ 2809785 w 4232332"/>
              <a:gd name="connsiteY36" fmla="*/ 3615241 h 3701000"/>
              <a:gd name="connsiteX37" fmla="*/ 2764565 w 4232332"/>
              <a:gd name="connsiteY37" fmla="*/ 3641749 h 3701000"/>
              <a:gd name="connsiteX38" fmla="*/ 2716230 w 4232332"/>
              <a:gd name="connsiteY38" fmla="*/ 3665138 h 3701000"/>
              <a:gd name="connsiteX39" fmla="*/ 2669451 w 4232332"/>
              <a:gd name="connsiteY39" fmla="*/ 3683850 h 3701000"/>
              <a:gd name="connsiteX40" fmla="*/ 2621114 w 4232332"/>
              <a:gd name="connsiteY40" fmla="*/ 3696324 h 3701000"/>
              <a:gd name="connsiteX41" fmla="*/ 2571219 w 4232332"/>
              <a:gd name="connsiteY41" fmla="*/ 3701000 h 3701000"/>
              <a:gd name="connsiteX42" fmla="*/ 2521322 w 4232332"/>
              <a:gd name="connsiteY42" fmla="*/ 3696324 h 3701000"/>
              <a:gd name="connsiteX43" fmla="*/ 2472985 w 4232332"/>
              <a:gd name="connsiteY43" fmla="*/ 3683850 h 3701000"/>
              <a:gd name="connsiteX44" fmla="*/ 2426209 w 4232332"/>
              <a:gd name="connsiteY44" fmla="*/ 3665138 h 3701000"/>
              <a:gd name="connsiteX45" fmla="*/ 2377871 w 4232332"/>
              <a:gd name="connsiteY45" fmla="*/ 3641749 h 3701000"/>
              <a:gd name="connsiteX46" fmla="*/ 2332651 w 4232332"/>
              <a:gd name="connsiteY46" fmla="*/ 3615241 h 3701000"/>
              <a:gd name="connsiteX47" fmla="*/ 2285874 w 4232332"/>
              <a:gd name="connsiteY47" fmla="*/ 3587176 h 3701000"/>
              <a:gd name="connsiteX48" fmla="*/ 2239096 w 4232332"/>
              <a:gd name="connsiteY48" fmla="*/ 3562227 h 3701000"/>
              <a:gd name="connsiteX49" fmla="*/ 2192319 w 4232332"/>
              <a:gd name="connsiteY49" fmla="*/ 3537278 h 3701000"/>
              <a:gd name="connsiteX50" fmla="*/ 2145542 w 4232332"/>
              <a:gd name="connsiteY50" fmla="*/ 3518569 h 3701000"/>
              <a:gd name="connsiteX51" fmla="*/ 2097204 w 4232332"/>
              <a:gd name="connsiteY51" fmla="*/ 3506094 h 3701000"/>
              <a:gd name="connsiteX52" fmla="*/ 2048867 w 4232332"/>
              <a:gd name="connsiteY52" fmla="*/ 3499857 h 3701000"/>
              <a:gd name="connsiteX53" fmla="*/ 1997410 w 4232332"/>
              <a:gd name="connsiteY53" fmla="*/ 3499857 h 3701000"/>
              <a:gd name="connsiteX54" fmla="*/ 1944396 w 4232332"/>
              <a:gd name="connsiteY54" fmla="*/ 3502976 h 3701000"/>
              <a:gd name="connsiteX55" fmla="*/ 1891382 w 4232332"/>
              <a:gd name="connsiteY55" fmla="*/ 3509211 h 3701000"/>
              <a:gd name="connsiteX56" fmla="*/ 1838366 w 4232332"/>
              <a:gd name="connsiteY56" fmla="*/ 3517009 h 3701000"/>
              <a:gd name="connsiteX57" fmla="*/ 1785350 w 4232332"/>
              <a:gd name="connsiteY57" fmla="*/ 3523245 h 3701000"/>
              <a:gd name="connsiteX58" fmla="*/ 1732336 w 4232332"/>
              <a:gd name="connsiteY58" fmla="*/ 3527923 h 3701000"/>
              <a:gd name="connsiteX59" fmla="*/ 1682442 w 4232332"/>
              <a:gd name="connsiteY59" fmla="*/ 3526365 h 3701000"/>
              <a:gd name="connsiteX60" fmla="*/ 1634105 w 4232332"/>
              <a:gd name="connsiteY60" fmla="*/ 3520128 h 3701000"/>
              <a:gd name="connsiteX61" fmla="*/ 1587326 w 4232332"/>
              <a:gd name="connsiteY61" fmla="*/ 3506094 h 3701000"/>
              <a:gd name="connsiteX62" fmla="*/ 1548345 w 4232332"/>
              <a:gd name="connsiteY62" fmla="*/ 3485823 h 3701000"/>
              <a:gd name="connsiteX63" fmla="*/ 1510922 w 4232332"/>
              <a:gd name="connsiteY63" fmla="*/ 3459315 h 3701000"/>
              <a:gd name="connsiteX64" fmla="*/ 1478179 w 4232332"/>
              <a:gd name="connsiteY64" fmla="*/ 3428131 h 3701000"/>
              <a:gd name="connsiteX65" fmla="*/ 1445433 w 4232332"/>
              <a:gd name="connsiteY65" fmla="*/ 3392268 h 3701000"/>
              <a:gd name="connsiteX66" fmla="*/ 1415807 w 4232332"/>
              <a:gd name="connsiteY66" fmla="*/ 3354846 h 3701000"/>
              <a:gd name="connsiteX67" fmla="*/ 1386182 w 4232332"/>
              <a:gd name="connsiteY67" fmla="*/ 3315864 h 3701000"/>
              <a:gd name="connsiteX68" fmla="*/ 1356556 w 4232332"/>
              <a:gd name="connsiteY68" fmla="*/ 3276884 h 3701000"/>
              <a:gd name="connsiteX69" fmla="*/ 1326930 w 4232332"/>
              <a:gd name="connsiteY69" fmla="*/ 3239461 h 3701000"/>
              <a:gd name="connsiteX70" fmla="*/ 1295744 w 4232332"/>
              <a:gd name="connsiteY70" fmla="*/ 3203599 h 3701000"/>
              <a:gd name="connsiteX71" fmla="*/ 1259881 w 4232332"/>
              <a:gd name="connsiteY71" fmla="*/ 3172413 h 3701000"/>
              <a:gd name="connsiteX72" fmla="*/ 1225577 w 4232332"/>
              <a:gd name="connsiteY72" fmla="*/ 3144346 h 3701000"/>
              <a:gd name="connsiteX73" fmla="*/ 1186596 w 4232332"/>
              <a:gd name="connsiteY73" fmla="*/ 3122518 h 3701000"/>
              <a:gd name="connsiteX74" fmla="*/ 1144496 w 4232332"/>
              <a:gd name="connsiteY74" fmla="*/ 3103806 h 3701000"/>
              <a:gd name="connsiteX75" fmla="*/ 1099278 w 4232332"/>
              <a:gd name="connsiteY75" fmla="*/ 3088214 h 3701000"/>
              <a:gd name="connsiteX76" fmla="*/ 1052499 w 4232332"/>
              <a:gd name="connsiteY76" fmla="*/ 3074180 h 3701000"/>
              <a:gd name="connsiteX77" fmla="*/ 1005723 w 4232332"/>
              <a:gd name="connsiteY77" fmla="*/ 3061706 h 3701000"/>
              <a:gd name="connsiteX78" fmla="*/ 957386 w 4232332"/>
              <a:gd name="connsiteY78" fmla="*/ 3049231 h 3701000"/>
              <a:gd name="connsiteX79" fmla="*/ 912167 w 4232332"/>
              <a:gd name="connsiteY79" fmla="*/ 3035198 h 3701000"/>
              <a:gd name="connsiteX80" fmla="*/ 866948 w 4232332"/>
              <a:gd name="connsiteY80" fmla="*/ 3019606 h 3701000"/>
              <a:gd name="connsiteX81" fmla="*/ 824850 w 4232332"/>
              <a:gd name="connsiteY81" fmla="*/ 3000894 h 3701000"/>
              <a:gd name="connsiteX82" fmla="*/ 787426 w 4232332"/>
              <a:gd name="connsiteY82" fmla="*/ 2977505 h 3701000"/>
              <a:gd name="connsiteX83" fmla="*/ 753122 w 4232332"/>
              <a:gd name="connsiteY83" fmla="*/ 2949439 h 3701000"/>
              <a:gd name="connsiteX84" fmla="*/ 725057 w 4232332"/>
              <a:gd name="connsiteY84" fmla="*/ 2915136 h 3701000"/>
              <a:gd name="connsiteX85" fmla="*/ 701668 w 4232332"/>
              <a:gd name="connsiteY85" fmla="*/ 2877713 h 3701000"/>
              <a:gd name="connsiteX86" fmla="*/ 682956 w 4232332"/>
              <a:gd name="connsiteY86" fmla="*/ 2835613 h 3701000"/>
              <a:gd name="connsiteX87" fmla="*/ 667364 w 4232332"/>
              <a:gd name="connsiteY87" fmla="*/ 2790396 h 3701000"/>
              <a:gd name="connsiteX88" fmla="*/ 653331 w 4232332"/>
              <a:gd name="connsiteY88" fmla="*/ 2745177 h 3701000"/>
              <a:gd name="connsiteX89" fmla="*/ 640857 w 4232332"/>
              <a:gd name="connsiteY89" fmla="*/ 2696840 h 3701000"/>
              <a:gd name="connsiteX90" fmla="*/ 628382 w 4232332"/>
              <a:gd name="connsiteY90" fmla="*/ 2650063 h 3701000"/>
              <a:gd name="connsiteX91" fmla="*/ 614349 w 4232332"/>
              <a:gd name="connsiteY91" fmla="*/ 2603285 h 3701000"/>
              <a:gd name="connsiteX92" fmla="*/ 598756 w 4232332"/>
              <a:gd name="connsiteY92" fmla="*/ 2558065 h 3701000"/>
              <a:gd name="connsiteX93" fmla="*/ 580044 w 4232332"/>
              <a:gd name="connsiteY93" fmla="*/ 2515965 h 3701000"/>
              <a:gd name="connsiteX94" fmla="*/ 558214 w 4232332"/>
              <a:gd name="connsiteY94" fmla="*/ 2476984 h 3701000"/>
              <a:gd name="connsiteX95" fmla="*/ 530150 w 4232332"/>
              <a:gd name="connsiteY95" fmla="*/ 2442681 h 3701000"/>
              <a:gd name="connsiteX96" fmla="*/ 498963 w 4232332"/>
              <a:gd name="connsiteY96" fmla="*/ 2406817 h 3701000"/>
              <a:gd name="connsiteX97" fmla="*/ 463101 w 4232332"/>
              <a:gd name="connsiteY97" fmla="*/ 2375633 h 3701000"/>
              <a:gd name="connsiteX98" fmla="*/ 424118 w 4232332"/>
              <a:gd name="connsiteY98" fmla="*/ 2346007 h 3701000"/>
              <a:gd name="connsiteX99" fmla="*/ 385138 w 4232332"/>
              <a:gd name="connsiteY99" fmla="*/ 2316382 h 3701000"/>
              <a:gd name="connsiteX100" fmla="*/ 346157 w 4232332"/>
              <a:gd name="connsiteY100" fmla="*/ 2286756 h 3701000"/>
              <a:gd name="connsiteX101" fmla="*/ 308733 w 4232332"/>
              <a:gd name="connsiteY101" fmla="*/ 2257129 h 3701000"/>
              <a:gd name="connsiteX102" fmla="*/ 272871 w 4232332"/>
              <a:gd name="connsiteY102" fmla="*/ 2224386 h 3701000"/>
              <a:gd name="connsiteX103" fmla="*/ 241686 w 4232332"/>
              <a:gd name="connsiteY103" fmla="*/ 2191641 h 3701000"/>
              <a:gd name="connsiteX104" fmla="*/ 215179 w 4232332"/>
              <a:gd name="connsiteY104" fmla="*/ 2154219 h 3701000"/>
              <a:gd name="connsiteX105" fmla="*/ 194909 w 4232332"/>
              <a:gd name="connsiteY105" fmla="*/ 2115238 h 3701000"/>
              <a:gd name="connsiteX106" fmla="*/ 180876 w 4232332"/>
              <a:gd name="connsiteY106" fmla="*/ 2068461 h 3701000"/>
              <a:gd name="connsiteX107" fmla="*/ 174638 w 4232332"/>
              <a:gd name="connsiteY107" fmla="*/ 2020123 h 3701000"/>
              <a:gd name="connsiteX108" fmla="*/ 173078 w 4232332"/>
              <a:gd name="connsiteY108" fmla="*/ 1970225 h 3701000"/>
              <a:gd name="connsiteX109" fmla="*/ 177756 w 4232332"/>
              <a:gd name="connsiteY109" fmla="*/ 1917211 h 3701000"/>
              <a:gd name="connsiteX110" fmla="*/ 183993 w 4232332"/>
              <a:gd name="connsiteY110" fmla="*/ 1864197 h 3701000"/>
              <a:gd name="connsiteX111" fmla="*/ 191789 w 4232332"/>
              <a:gd name="connsiteY111" fmla="*/ 1811182 h 3701000"/>
              <a:gd name="connsiteX112" fmla="*/ 198027 w 4232332"/>
              <a:gd name="connsiteY112" fmla="*/ 1758167 h 3701000"/>
              <a:gd name="connsiteX113" fmla="*/ 201146 w 4232332"/>
              <a:gd name="connsiteY113" fmla="*/ 1705153 h 3701000"/>
              <a:gd name="connsiteX114" fmla="*/ 201146 w 4232332"/>
              <a:gd name="connsiteY114" fmla="*/ 1653697 h 3701000"/>
              <a:gd name="connsiteX115" fmla="*/ 194909 w 4232332"/>
              <a:gd name="connsiteY115" fmla="*/ 1605362 h 3701000"/>
              <a:gd name="connsiteX116" fmla="*/ 182434 w 4232332"/>
              <a:gd name="connsiteY116" fmla="*/ 1557024 h 3701000"/>
              <a:gd name="connsiteX117" fmla="*/ 163723 w 4232332"/>
              <a:gd name="connsiteY117" fmla="*/ 1511804 h 3701000"/>
              <a:gd name="connsiteX118" fmla="*/ 140335 w 4232332"/>
              <a:gd name="connsiteY118" fmla="*/ 1465027 h 3701000"/>
              <a:gd name="connsiteX119" fmla="*/ 113826 w 4232332"/>
              <a:gd name="connsiteY119" fmla="*/ 1418251 h 3701000"/>
              <a:gd name="connsiteX120" fmla="*/ 85761 w 4232332"/>
              <a:gd name="connsiteY120" fmla="*/ 1371472 h 3701000"/>
              <a:gd name="connsiteX121" fmla="*/ 59253 w 4232332"/>
              <a:gd name="connsiteY121" fmla="*/ 1326252 h 3701000"/>
              <a:gd name="connsiteX122" fmla="*/ 35863 w 4232332"/>
              <a:gd name="connsiteY122" fmla="*/ 1277917 h 3701000"/>
              <a:gd name="connsiteX123" fmla="*/ 17153 w 4232332"/>
              <a:gd name="connsiteY123" fmla="*/ 1231139 h 3701000"/>
              <a:gd name="connsiteX124" fmla="*/ 4679 w 4232332"/>
              <a:gd name="connsiteY124" fmla="*/ 1182801 h 3701000"/>
              <a:gd name="connsiteX125" fmla="*/ 0 w 4232332"/>
              <a:gd name="connsiteY125" fmla="*/ 1132905 h 3701000"/>
              <a:gd name="connsiteX126" fmla="*/ 4679 w 4232332"/>
              <a:gd name="connsiteY126" fmla="*/ 1083010 h 3701000"/>
              <a:gd name="connsiteX127" fmla="*/ 17153 w 4232332"/>
              <a:gd name="connsiteY127" fmla="*/ 1034673 h 3701000"/>
              <a:gd name="connsiteX128" fmla="*/ 35863 w 4232332"/>
              <a:gd name="connsiteY128" fmla="*/ 987895 h 3701000"/>
              <a:gd name="connsiteX129" fmla="*/ 59253 w 4232332"/>
              <a:gd name="connsiteY129" fmla="*/ 939559 h 3701000"/>
              <a:gd name="connsiteX130" fmla="*/ 85761 w 4232332"/>
              <a:gd name="connsiteY130" fmla="*/ 894339 h 3701000"/>
              <a:gd name="connsiteX131" fmla="*/ 113826 w 4232332"/>
              <a:gd name="connsiteY131" fmla="*/ 847563 h 3701000"/>
              <a:gd name="connsiteX132" fmla="*/ 140335 w 4232332"/>
              <a:gd name="connsiteY132" fmla="*/ 800784 h 3701000"/>
              <a:gd name="connsiteX133" fmla="*/ 163723 w 4232332"/>
              <a:gd name="connsiteY133" fmla="*/ 754007 h 3701000"/>
              <a:gd name="connsiteX134" fmla="*/ 182434 w 4232332"/>
              <a:gd name="connsiteY134" fmla="*/ 708787 h 3701000"/>
              <a:gd name="connsiteX135" fmla="*/ 194909 w 4232332"/>
              <a:gd name="connsiteY135" fmla="*/ 660451 h 3701000"/>
              <a:gd name="connsiteX136" fmla="*/ 201146 w 4232332"/>
              <a:gd name="connsiteY136" fmla="*/ 612115 h 3701000"/>
              <a:gd name="connsiteX137" fmla="*/ 201146 w 4232332"/>
              <a:gd name="connsiteY137" fmla="*/ 560659 h 3701000"/>
              <a:gd name="connsiteX138" fmla="*/ 198027 w 4232332"/>
              <a:gd name="connsiteY138" fmla="*/ 507644 h 3701000"/>
              <a:gd name="connsiteX139" fmla="*/ 191789 w 4232332"/>
              <a:gd name="connsiteY139" fmla="*/ 454630 h 3701000"/>
              <a:gd name="connsiteX140" fmla="*/ 183993 w 4232332"/>
              <a:gd name="connsiteY140" fmla="*/ 401614 h 3701000"/>
              <a:gd name="connsiteX141" fmla="*/ 177756 w 4232332"/>
              <a:gd name="connsiteY141" fmla="*/ 348600 h 3701000"/>
              <a:gd name="connsiteX142" fmla="*/ 173078 w 4232332"/>
              <a:gd name="connsiteY142" fmla="*/ 295586 h 3701000"/>
              <a:gd name="connsiteX143" fmla="*/ 174638 w 4232332"/>
              <a:gd name="connsiteY143" fmla="*/ 245689 h 3701000"/>
              <a:gd name="connsiteX144" fmla="*/ 180876 w 4232332"/>
              <a:gd name="connsiteY144" fmla="*/ 197353 h 3701000"/>
              <a:gd name="connsiteX145" fmla="*/ 194909 w 4232332"/>
              <a:gd name="connsiteY145" fmla="*/ 150574 h 3701000"/>
              <a:gd name="connsiteX146" fmla="*/ 215179 w 4232332"/>
              <a:gd name="connsiteY146" fmla="*/ 111594 h 3701000"/>
              <a:gd name="connsiteX147" fmla="*/ 241686 w 4232332"/>
              <a:gd name="connsiteY147" fmla="*/ 74171 h 3701000"/>
              <a:gd name="connsiteX148" fmla="*/ 272871 w 4232332"/>
              <a:gd name="connsiteY148" fmla="*/ 41427 h 3701000"/>
              <a:gd name="connsiteX149" fmla="*/ 308733 w 4232332"/>
              <a:gd name="connsiteY149" fmla="*/ 8683 h 370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4232332" h="3701000">
                <a:moveTo>
                  <a:pt x="319701" y="0"/>
                </a:moveTo>
                <a:lnTo>
                  <a:pt x="4232332" y="0"/>
                </a:lnTo>
                <a:lnTo>
                  <a:pt x="4232332" y="3034486"/>
                </a:lnTo>
                <a:lnTo>
                  <a:pt x="4230268" y="3035198"/>
                </a:lnTo>
                <a:lnTo>
                  <a:pt x="4185051" y="3049231"/>
                </a:lnTo>
                <a:lnTo>
                  <a:pt x="4136714" y="3061706"/>
                </a:lnTo>
                <a:lnTo>
                  <a:pt x="4089935" y="3074180"/>
                </a:lnTo>
                <a:lnTo>
                  <a:pt x="4043158" y="3088214"/>
                </a:lnTo>
                <a:lnTo>
                  <a:pt x="3997940" y="3103806"/>
                </a:lnTo>
                <a:lnTo>
                  <a:pt x="3955840" y="3122518"/>
                </a:lnTo>
                <a:lnTo>
                  <a:pt x="3916860" y="3144346"/>
                </a:lnTo>
                <a:lnTo>
                  <a:pt x="3882555" y="3172413"/>
                </a:lnTo>
                <a:lnTo>
                  <a:pt x="3846692" y="3203599"/>
                </a:lnTo>
                <a:lnTo>
                  <a:pt x="3815506" y="3239461"/>
                </a:lnTo>
                <a:lnTo>
                  <a:pt x="3785881" y="3276884"/>
                </a:lnTo>
                <a:lnTo>
                  <a:pt x="3756254" y="3315864"/>
                </a:lnTo>
                <a:lnTo>
                  <a:pt x="3726629" y="3354846"/>
                </a:lnTo>
                <a:lnTo>
                  <a:pt x="3697003" y="3392268"/>
                </a:lnTo>
                <a:lnTo>
                  <a:pt x="3664258" y="3428131"/>
                </a:lnTo>
                <a:lnTo>
                  <a:pt x="3631513" y="3459315"/>
                </a:lnTo>
                <a:lnTo>
                  <a:pt x="3594093" y="3485823"/>
                </a:lnTo>
                <a:lnTo>
                  <a:pt x="3555111" y="3506094"/>
                </a:lnTo>
                <a:lnTo>
                  <a:pt x="3508332" y="3520128"/>
                </a:lnTo>
                <a:lnTo>
                  <a:pt x="3459994" y="3526365"/>
                </a:lnTo>
                <a:lnTo>
                  <a:pt x="3410100" y="3527923"/>
                </a:lnTo>
                <a:lnTo>
                  <a:pt x="3357084" y="3523245"/>
                </a:lnTo>
                <a:lnTo>
                  <a:pt x="3304070" y="3517009"/>
                </a:lnTo>
                <a:lnTo>
                  <a:pt x="3251054" y="3509211"/>
                </a:lnTo>
                <a:lnTo>
                  <a:pt x="3198040" y="3502976"/>
                </a:lnTo>
                <a:lnTo>
                  <a:pt x="3145024" y="3499857"/>
                </a:lnTo>
                <a:lnTo>
                  <a:pt x="3093569" y="3499857"/>
                </a:lnTo>
                <a:lnTo>
                  <a:pt x="3045233" y="3506094"/>
                </a:lnTo>
                <a:lnTo>
                  <a:pt x="2995337" y="3518569"/>
                </a:lnTo>
                <a:lnTo>
                  <a:pt x="2950118" y="3537278"/>
                </a:lnTo>
                <a:lnTo>
                  <a:pt x="2903340" y="3562227"/>
                </a:lnTo>
                <a:lnTo>
                  <a:pt x="2856564" y="3587176"/>
                </a:lnTo>
                <a:lnTo>
                  <a:pt x="2809785" y="3615241"/>
                </a:lnTo>
                <a:lnTo>
                  <a:pt x="2764565" y="3641749"/>
                </a:lnTo>
                <a:lnTo>
                  <a:pt x="2716230" y="3665138"/>
                </a:lnTo>
                <a:lnTo>
                  <a:pt x="2669451" y="3683850"/>
                </a:lnTo>
                <a:lnTo>
                  <a:pt x="2621114" y="3696324"/>
                </a:lnTo>
                <a:lnTo>
                  <a:pt x="2571219" y="3701000"/>
                </a:lnTo>
                <a:lnTo>
                  <a:pt x="2521322" y="3696324"/>
                </a:lnTo>
                <a:lnTo>
                  <a:pt x="2472985" y="3683850"/>
                </a:lnTo>
                <a:lnTo>
                  <a:pt x="2426209" y="3665138"/>
                </a:lnTo>
                <a:lnTo>
                  <a:pt x="2377871" y="3641749"/>
                </a:lnTo>
                <a:lnTo>
                  <a:pt x="2332651" y="3615241"/>
                </a:lnTo>
                <a:lnTo>
                  <a:pt x="2285874" y="3587176"/>
                </a:lnTo>
                <a:lnTo>
                  <a:pt x="2239096" y="3562227"/>
                </a:lnTo>
                <a:lnTo>
                  <a:pt x="2192319" y="3537278"/>
                </a:lnTo>
                <a:lnTo>
                  <a:pt x="2145542" y="3518569"/>
                </a:lnTo>
                <a:lnTo>
                  <a:pt x="2097204" y="3506094"/>
                </a:lnTo>
                <a:lnTo>
                  <a:pt x="2048867" y="3499857"/>
                </a:lnTo>
                <a:lnTo>
                  <a:pt x="1997410" y="3499857"/>
                </a:lnTo>
                <a:lnTo>
                  <a:pt x="1944396" y="3502976"/>
                </a:lnTo>
                <a:lnTo>
                  <a:pt x="1891382" y="3509211"/>
                </a:lnTo>
                <a:lnTo>
                  <a:pt x="1838366" y="3517009"/>
                </a:lnTo>
                <a:lnTo>
                  <a:pt x="1785350" y="3523245"/>
                </a:lnTo>
                <a:lnTo>
                  <a:pt x="1732336" y="3527923"/>
                </a:lnTo>
                <a:lnTo>
                  <a:pt x="1682442" y="3526365"/>
                </a:lnTo>
                <a:lnTo>
                  <a:pt x="1634105" y="3520128"/>
                </a:lnTo>
                <a:lnTo>
                  <a:pt x="1587326" y="3506094"/>
                </a:lnTo>
                <a:lnTo>
                  <a:pt x="1548345" y="3485823"/>
                </a:lnTo>
                <a:lnTo>
                  <a:pt x="1510922" y="3459315"/>
                </a:lnTo>
                <a:lnTo>
                  <a:pt x="1478179" y="3428131"/>
                </a:lnTo>
                <a:lnTo>
                  <a:pt x="1445433" y="3392268"/>
                </a:lnTo>
                <a:lnTo>
                  <a:pt x="1415807" y="3354846"/>
                </a:lnTo>
                <a:lnTo>
                  <a:pt x="1386182" y="3315864"/>
                </a:lnTo>
                <a:lnTo>
                  <a:pt x="1356556" y="3276884"/>
                </a:lnTo>
                <a:lnTo>
                  <a:pt x="1326930" y="3239461"/>
                </a:lnTo>
                <a:lnTo>
                  <a:pt x="1295744" y="3203599"/>
                </a:lnTo>
                <a:lnTo>
                  <a:pt x="1259881" y="3172413"/>
                </a:lnTo>
                <a:lnTo>
                  <a:pt x="1225577" y="3144346"/>
                </a:lnTo>
                <a:lnTo>
                  <a:pt x="1186596" y="3122518"/>
                </a:lnTo>
                <a:lnTo>
                  <a:pt x="1144496" y="3103806"/>
                </a:lnTo>
                <a:lnTo>
                  <a:pt x="1099278" y="3088214"/>
                </a:lnTo>
                <a:lnTo>
                  <a:pt x="1052499" y="3074180"/>
                </a:lnTo>
                <a:lnTo>
                  <a:pt x="1005723" y="3061706"/>
                </a:lnTo>
                <a:lnTo>
                  <a:pt x="957386" y="3049231"/>
                </a:lnTo>
                <a:lnTo>
                  <a:pt x="912167" y="3035198"/>
                </a:lnTo>
                <a:lnTo>
                  <a:pt x="866948" y="3019606"/>
                </a:lnTo>
                <a:lnTo>
                  <a:pt x="824850" y="3000894"/>
                </a:lnTo>
                <a:lnTo>
                  <a:pt x="787426" y="2977505"/>
                </a:lnTo>
                <a:lnTo>
                  <a:pt x="753122" y="2949439"/>
                </a:lnTo>
                <a:lnTo>
                  <a:pt x="725057" y="2915136"/>
                </a:lnTo>
                <a:lnTo>
                  <a:pt x="701668" y="2877713"/>
                </a:lnTo>
                <a:lnTo>
                  <a:pt x="682956" y="2835613"/>
                </a:lnTo>
                <a:lnTo>
                  <a:pt x="667364" y="2790396"/>
                </a:lnTo>
                <a:lnTo>
                  <a:pt x="653331" y="2745177"/>
                </a:lnTo>
                <a:lnTo>
                  <a:pt x="640857" y="2696840"/>
                </a:lnTo>
                <a:lnTo>
                  <a:pt x="628382" y="2650063"/>
                </a:lnTo>
                <a:lnTo>
                  <a:pt x="614349" y="2603285"/>
                </a:lnTo>
                <a:lnTo>
                  <a:pt x="598756" y="2558065"/>
                </a:lnTo>
                <a:lnTo>
                  <a:pt x="580044" y="2515965"/>
                </a:lnTo>
                <a:lnTo>
                  <a:pt x="558214" y="2476984"/>
                </a:lnTo>
                <a:lnTo>
                  <a:pt x="530150" y="2442681"/>
                </a:lnTo>
                <a:lnTo>
                  <a:pt x="498963" y="2406817"/>
                </a:lnTo>
                <a:lnTo>
                  <a:pt x="463101" y="2375633"/>
                </a:lnTo>
                <a:lnTo>
                  <a:pt x="424118" y="2346007"/>
                </a:lnTo>
                <a:lnTo>
                  <a:pt x="385138" y="2316382"/>
                </a:lnTo>
                <a:lnTo>
                  <a:pt x="346157" y="2286756"/>
                </a:lnTo>
                <a:lnTo>
                  <a:pt x="308733" y="2257129"/>
                </a:lnTo>
                <a:lnTo>
                  <a:pt x="272871" y="2224386"/>
                </a:lnTo>
                <a:lnTo>
                  <a:pt x="241686" y="2191641"/>
                </a:lnTo>
                <a:lnTo>
                  <a:pt x="215179" y="2154219"/>
                </a:lnTo>
                <a:lnTo>
                  <a:pt x="194909" y="2115238"/>
                </a:lnTo>
                <a:lnTo>
                  <a:pt x="180876" y="2068461"/>
                </a:lnTo>
                <a:lnTo>
                  <a:pt x="174638" y="2020123"/>
                </a:lnTo>
                <a:lnTo>
                  <a:pt x="173078" y="1970225"/>
                </a:lnTo>
                <a:lnTo>
                  <a:pt x="177756" y="1917211"/>
                </a:lnTo>
                <a:lnTo>
                  <a:pt x="183993" y="1864197"/>
                </a:lnTo>
                <a:lnTo>
                  <a:pt x="191789" y="1811182"/>
                </a:lnTo>
                <a:lnTo>
                  <a:pt x="198027" y="1758167"/>
                </a:lnTo>
                <a:lnTo>
                  <a:pt x="201146" y="1705153"/>
                </a:lnTo>
                <a:lnTo>
                  <a:pt x="201146" y="1653697"/>
                </a:lnTo>
                <a:lnTo>
                  <a:pt x="194909" y="1605362"/>
                </a:lnTo>
                <a:lnTo>
                  <a:pt x="182434" y="1557024"/>
                </a:lnTo>
                <a:lnTo>
                  <a:pt x="163723" y="1511804"/>
                </a:lnTo>
                <a:lnTo>
                  <a:pt x="140335" y="1465027"/>
                </a:lnTo>
                <a:lnTo>
                  <a:pt x="113826" y="1418251"/>
                </a:lnTo>
                <a:lnTo>
                  <a:pt x="85761" y="1371472"/>
                </a:lnTo>
                <a:lnTo>
                  <a:pt x="59253" y="1326252"/>
                </a:lnTo>
                <a:lnTo>
                  <a:pt x="35863" y="1277917"/>
                </a:lnTo>
                <a:lnTo>
                  <a:pt x="17153" y="1231139"/>
                </a:lnTo>
                <a:lnTo>
                  <a:pt x="4679" y="1182801"/>
                </a:lnTo>
                <a:lnTo>
                  <a:pt x="0" y="1132905"/>
                </a:lnTo>
                <a:lnTo>
                  <a:pt x="4679" y="1083010"/>
                </a:lnTo>
                <a:lnTo>
                  <a:pt x="17153" y="1034673"/>
                </a:lnTo>
                <a:lnTo>
                  <a:pt x="35863" y="987895"/>
                </a:lnTo>
                <a:lnTo>
                  <a:pt x="59253" y="939559"/>
                </a:lnTo>
                <a:lnTo>
                  <a:pt x="85761" y="894339"/>
                </a:lnTo>
                <a:lnTo>
                  <a:pt x="113826" y="847563"/>
                </a:lnTo>
                <a:lnTo>
                  <a:pt x="140335" y="800784"/>
                </a:lnTo>
                <a:lnTo>
                  <a:pt x="163723" y="754007"/>
                </a:lnTo>
                <a:lnTo>
                  <a:pt x="182434" y="708787"/>
                </a:lnTo>
                <a:lnTo>
                  <a:pt x="194909" y="660451"/>
                </a:lnTo>
                <a:lnTo>
                  <a:pt x="201146" y="612115"/>
                </a:lnTo>
                <a:lnTo>
                  <a:pt x="201146" y="560659"/>
                </a:lnTo>
                <a:lnTo>
                  <a:pt x="198027" y="507644"/>
                </a:lnTo>
                <a:lnTo>
                  <a:pt x="191789" y="454630"/>
                </a:lnTo>
                <a:lnTo>
                  <a:pt x="183993" y="401614"/>
                </a:lnTo>
                <a:lnTo>
                  <a:pt x="177756" y="348600"/>
                </a:lnTo>
                <a:lnTo>
                  <a:pt x="173078" y="295586"/>
                </a:lnTo>
                <a:lnTo>
                  <a:pt x="174638" y="245689"/>
                </a:lnTo>
                <a:lnTo>
                  <a:pt x="180876" y="197353"/>
                </a:lnTo>
                <a:lnTo>
                  <a:pt x="194909" y="150574"/>
                </a:lnTo>
                <a:lnTo>
                  <a:pt x="215179" y="111594"/>
                </a:lnTo>
                <a:lnTo>
                  <a:pt x="241686" y="74171"/>
                </a:lnTo>
                <a:lnTo>
                  <a:pt x="272871" y="41427"/>
                </a:lnTo>
                <a:lnTo>
                  <a:pt x="308733" y="868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28" name="Freeform: Shape 27">
            <a:extLst>
              <a:ext uri="{FF2B5EF4-FFF2-40B4-BE49-F238E27FC236}">
                <a16:creationId xmlns:a16="http://schemas.microsoft.com/office/drawing/2014/main" id="{6D32E310-1144-4755-A1D0-5F2886009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5117" y="-4"/>
            <a:ext cx="4116885" cy="3585722"/>
          </a:xfrm>
          <a:custGeom>
            <a:avLst/>
            <a:gdLst>
              <a:gd name="connsiteX0" fmla="*/ 371204 w 4116885"/>
              <a:gd name="connsiteY0" fmla="*/ 0 h 3585722"/>
              <a:gd name="connsiteX1" fmla="*/ 4116885 w 4116885"/>
              <a:gd name="connsiteY1" fmla="*/ 0 h 3585722"/>
              <a:gd name="connsiteX2" fmla="*/ 4116885 w 4116885"/>
              <a:gd name="connsiteY2" fmla="*/ 2920084 h 3585722"/>
              <a:gd name="connsiteX3" fmla="*/ 4083518 w 4116885"/>
              <a:gd name="connsiteY3" fmla="*/ 2934914 h 3585722"/>
              <a:gd name="connsiteX4" fmla="*/ 4040331 w 4116885"/>
              <a:gd name="connsiteY4" fmla="*/ 2949806 h 3585722"/>
              <a:gd name="connsiteX5" fmla="*/ 3997143 w 4116885"/>
              <a:gd name="connsiteY5" fmla="*/ 2963209 h 3585722"/>
              <a:gd name="connsiteX6" fmla="*/ 3950976 w 4116885"/>
              <a:gd name="connsiteY6" fmla="*/ 2975125 h 3585722"/>
              <a:gd name="connsiteX7" fmla="*/ 3906298 w 4116885"/>
              <a:gd name="connsiteY7" fmla="*/ 2987039 h 3585722"/>
              <a:gd name="connsiteX8" fmla="*/ 3861622 w 4116885"/>
              <a:gd name="connsiteY8" fmla="*/ 3000442 h 3585722"/>
              <a:gd name="connsiteX9" fmla="*/ 3818433 w 4116885"/>
              <a:gd name="connsiteY9" fmla="*/ 3015336 h 3585722"/>
              <a:gd name="connsiteX10" fmla="*/ 3778225 w 4116885"/>
              <a:gd name="connsiteY10" fmla="*/ 3033207 h 3585722"/>
              <a:gd name="connsiteX11" fmla="*/ 3740994 w 4116885"/>
              <a:gd name="connsiteY11" fmla="*/ 3054056 h 3585722"/>
              <a:gd name="connsiteX12" fmla="*/ 3708230 w 4116885"/>
              <a:gd name="connsiteY12" fmla="*/ 3080861 h 3585722"/>
              <a:gd name="connsiteX13" fmla="*/ 3673977 w 4116885"/>
              <a:gd name="connsiteY13" fmla="*/ 3110649 h 3585722"/>
              <a:gd name="connsiteX14" fmla="*/ 3644190 w 4116885"/>
              <a:gd name="connsiteY14" fmla="*/ 3144902 h 3585722"/>
              <a:gd name="connsiteX15" fmla="*/ 3615895 w 4116885"/>
              <a:gd name="connsiteY15" fmla="*/ 3180643 h 3585722"/>
              <a:gd name="connsiteX16" fmla="*/ 3587600 w 4116885"/>
              <a:gd name="connsiteY16" fmla="*/ 3217874 h 3585722"/>
              <a:gd name="connsiteX17" fmla="*/ 3559305 w 4116885"/>
              <a:gd name="connsiteY17" fmla="*/ 3255107 h 3585722"/>
              <a:gd name="connsiteX18" fmla="*/ 3531009 w 4116885"/>
              <a:gd name="connsiteY18" fmla="*/ 3290849 h 3585722"/>
              <a:gd name="connsiteX19" fmla="*/ 3499734 w 4116885"/>
              <a:gd name="connsiteY19" fmla="*/ 3325101 h 3585722"/>
              <a:gd name="connsiteX20" fmla="*/ 3468459 w 4116885"/>
              <a:gd name="connsiteY20" fmla="*/ 3354887 h 3585722"/>
              <a:gd name="connsiteX21" fmla="*/ 3432719 w 4116885"/>
              <a:gd name="connsiteY21" fmla="*/ 3380204 h 3585722"/>
              <a:gd name="connsiteX22" fmla="*/ 3395487 w 4116885"/>
              <a:gd name="connsiteY22" fmla="*/ 3399565 h 3585722"/>
              <a:gd name="connsiteX23" fmla="*/ 3350809 w 4116885"/>
              <a:gd name="connsiteY23" fmla="*/ 3412968 h 3585722"/>
              <a:gd name="connsiteX24" fmla="*/ 3304642 w 4116885"/>
              <a:gd name="connsiteY24" fmla="*/ 3418925 h 3585722"/>
              <a:gd name="connsiteX25" fmla="*/ 3256988 w 4116885"/>
              <a:gd name="connsiteY25" fmla="*/ 3420415 h 3585722"/>
              <a:gd name="connsiteX26" fmla="*/ 3206353 w 4116885"/>
              <a:gd name="connsiteY26" fmla="*/ 3415946 h 3585722"/>
              <a:gd name="connsiteX27" fmla="*/ 3155719 w 4116885"/>
              <a:gd name="connsiteY27" fmla="*/ 3409991 h 3585722"/>
              <a:gd name="connsiteX28" fmla="*/ 3105083 w 4116885"/>
              <a:gd name="connsiteY28" fmla="*/ 3402543 h 3585722"/>
              <a:gd name="connsiteX29" fmla="*/ 3054450 w 4116885"/>
              <a:gd name="connsiteY29" fmla="*/ 3396587 h 3585722"/>
              <a:gd name="connsiteX30" fmla="*/ 3003814 w 4116885"/>
              <a:gd name="connsiteY30" fmla="*/ 3393607 h 3585722"/>
              <a:gd name="connsiteX31" fmla="*/ 2954669 w 4116885"/>
              <a:gd name="connsiteY31" fmla="*/ 3393607 h 3585722"/>
              <a:gd name="connsiteX32" fmla="*/ 2908503 w 4116885"/>
              <a:gd name="connsiteY32" fmla="*/ 3399565 h 3585722"/>
              <a:gd name="connsiteX33" fmla="*/ 2860847 w 4116885"/>
              <a:gd name="connsiteY33" fmla="*/ 3411479 h 3585722"/>
              <a:gd name="connsiteX34" fmla="*/ 2817659 w 4116885"/>
              <a:gd name="connsiteY34" fmla="*/ 3429350 h 3585722"/>
              <a:gd name="connsiteX35" fmla="*/ 2772981 w 4116885"/>
              <a:gd name="connsiteY35" fmla="*/ 3453178 h 3585722"/>
              <a:gd name="connsiteX36" fmla="*/ 2728305 w 4116885"/>
              <a:gd name="connsiteY36" fmla="*/ 3477008 h 3585722"/>
              <a:gd name="connsiteX37" fmla="*/ 2683627 w 4116885"/>
              <a:gd name="connsiteY37" fmla="*/ 3503814 h 3585722"/>
              <a:gd name="connsiteX38" fmla="*/ 2640437 w 4116885"/>
              <a:gd name="connsiteY38" fmla="*/ 3529131 h 3585722"/>
              <a:gd name="connsiteX39" fmla="*/ 2594272 w 4116885"/>
              <a:gd name="connsiteY39" fmla="*/ 3551469 h 3585722"/>
              <a:gd name="connsiteX40" fmla="*/ 2549594 w 4116885"/>
              <a:gd name="connsiteY40" fmla="*/ 3569341 h 3585722"/>
              <a:gd name="connsiteX41" fmla="*/ 2503426 w 4116885"/>
              <a:gd name="connsiteY41" fmla="*/ 3581255 h 3585722"/>
              <a:gd name="connsiteX42" fmla="*/ 2455772 w 4116885"/>
              <a:gd name="connsiteY42" fmla="*/ 3585722 h 3585722"/>
              <a:gd name="connsiteX43" fmla="*/ 2408116 w 4116885"/>
              <a:gd name="connsiteY43" fmla="*/ 3581255 h 3585722"/>
              <a:gd name="connsiteX44" fmla="*/ 2361949 w 4116885"/>
              <a:gd name="connsiteY44" fmla="*/ 3569341 h 3585722"/>
              <a:gd name="connsiteX45" fmla="*/ 2317272 w 4116885"/>
              <a:gd name="connsiteY45" fmla="*/ 3551469 h 3585722"/>
              <a:gd name="connsiteX46" fmla="*/ 2271105 w 4116885"/>
              <a:gd name="connsiteY46" fmla="*/ 3529131 h 3585722"/>
              <a:gd name="connsiteX47" fmla="*/ 2227917 w 4116885"/>
              <a:gd name="connsiteY47" fmla="*/ 3503814 h 3585722"/>
              <a:gd name="connsiteX48" fmla="*/ 2183239 w 4116885"/>
              <a:gd name="connsiteY48" fmla="*/ 3477008 h 3585722"/>
              <a:gd name="connsiteX49" fmla="*/ 2138561 w 4116885"/>
              <a:gd name="connsiteY49" fmla="*/ 3453178 h 3585722"/>
              <a:gd name="connsiteX50" fmla="*/ 2093885 w 4116885"/>
              <a:gd name="connsiteY50" fmla="*/ 3429350 h 3585722"/>
              <a:gd name="connsiteX51" fmla="*/ 2049208 w 4116885"/>
              <a:gd name="connsiteY51" fmla="*/ 3411479 h 3585722"/>
              <a:gd name="connsiteX52" fmla="*/ 2003041 w 4116885"/>
              <a:gd name="connsiteY52" fmla="*/ 3399565 h 3585722"/>
              <a:gd name="connsiteX53" fmla="*/ 1956874 w 4116885"/>
              <a:gd name="connsiteY53" fmla="*/ 3393607 h 3585722"/>
              <a:gd name="connsiteX54" fmla="*/ 1907728 w 4116885"/>
              <a:gd name="connsiteY54" fmla="*/ 3393607 h 3585722"/>
              <a:gd name="connsiteX55" fmla="*/ 1857094 w 4116885"/>
              <a:gd name="connsiteY55" fmla="*/ 3396587 h 3585722"/>
              <a:gd name="connsiteX56" fmla="*/ 1806460 w 4116885"/>
              <a:gd name="connsiteY56" fmla="*/ 3402543 h 3585722"/>
              <a:gd name="connsiteX57" fmla="*/ 1755825 w 4116885"/>
              <a:gd name="connsiteY57" fmla="*/ 3409991 h 3585722"/>
              <a:gd name="connsiteX58" fmla="*/ 1705189 w 4116885"/>
              <a:gd name="connsiteY58" fmla="*/ 3415946 h 3585722"/>
              <a:gd name="connsiteX59" fmla="*/ 1654555 w 4116885"/>
              <a:gd name="connsiteY59" fmla="*/ 3420415 h 3585722"/>
              <a:gd name="connsiteX60" fmla="*/ 1606901 w 4116885"/>
              <a:gd name="connsiteY60" fmla="*/ 3418925 h 3585722"/>
              <a:gd name="connsiteX61" fmla="*/ 1560733 w 4116885"/>
              <a:gd name="connsiteY61" fmla="*/ 3412968 h 3585722"/>
              <a:gd name="connsiteX62" fmla="*/ 1516055 w 4116885"/>
              <a:gd name="connsiteY62" fmla="*/ 3399565 h 3585722"/>
              <a:gd name="connsiteX63" fmla="*/ 1478825 w 4116885"/>
              <a:gd name="connsiteY63" fmla="*/ 3380204 h 3585722"/>
              <a:gd name="connsiteX64" fmla="*/ 1443081 w 4116885"/>
              <a:gd name="connsiteY64" fmla="*/ 3354887 h 3585722"/>
              <a:gd name="connsiteX65" fmla="*/ 1411808 w 4116885"/>
              <a:gd name="connsiteY65" fmla="*/ 3325101 h 3585722"/>
              <a:gd name="connsiteX66" fmla="*/ 1380533 w 4116885"/>
              <a:gd name="connsiteY66" fmla="*/ 3290849 h 3585722"/>
              <a:gd name="connsiteX67" fmla="*/ 1352239 w 4116885"/>
              <a:gd name="connsiteY67" fmla="*/ 3255107 h 3585722"/>
              <a:gd name="connsiteX68" fmla="*/ 1323942 w 4116885"/>
              <a:gd name="connsiteY68" fmla="*/ 3217874 h 3585722"/>
              <a:gd name="connsiteX69" fmla="*/ 1295647 w 4116885"/>
              <a:gd name="connsiteY69" fmla="*/ 3180643 h 3585722"/>
              <a:gd name="connsiteX70" fmla="*/ 1267352 w 4116885"/>
              <a:gd name="connsiteY70" fmla="*/ 3144902 h 3585722"/>
              <a:gd name="connsiteX71" fmla="*/ 1237566 w 4116885"/>
              <a:gd name="connsiteY71" fmla="*/ 3110649 h 3585722"/>
              <a:gd name="connsiteX72" fmla="*/ 1203314 w 4116885"/>
              <a:gd name="connsiteY72" fmla="*/ 3080861 h 3585722"/>
              <a:gd name="connsiteX73" fmla="*/ 1170550 w 4116885"/>
              <a:gd name="connsiteY73" fmla="*/ 3054056 h 3585722"/>
              <a:gd name="connsiteX74" fmla="*/ 1133319 w 4116885"/>
              <a:gd name="connsiteY74" fmla="*/ 3033207 h 3585722"/>
              <a:gd name="connsiteX75" fmla="*/ 1093109 w 4116885"/>
              <a:gd name="connsiteY75" fmla="*/ 3015336 h 3585722"/>
              <a:gd name="connsiteX76" fmla="*/ 1049921 w 4116885"/>
              <a:gd name="connsiteY76" fmla="*/ 3000442 h 3585722"/>
              <a:gd name="connsiteX77" fmla="*/ 1005242 w 4116885"/>
              <a:gd name="connsiteY77" fmla="*/ 2987039 h 3585722"/>
              <a:gd name="connsiteX78" fmla="*/ 960566 w 4116885"/>
              <a:gd name="connsiteY78" fmla="*/ 2975125 h 3585722"/>
              <a:gd name="connsiteX79" fmla="*/ 914400 w 4116885"/>
              <a:gd name="connsiteY79" fmla="*/ 2963209 h 3585722"/>
              <a:gd name="connsiteX80" fmla="*/ 871211 w 4116885"/>
              <a:gd name="connsiteY80" fmla="*/ 2949806 h 3585722"/>
              <a:gd name="connsiteX81" fmla="*/ 828022 w 4116885"/>
              <a:gd name="connsiteY81" fmla="*/ 2934914 h 3585722"/>
              <a:gd name="connsiteX82" fmla="*/ 787813 w 4116885"/>
              <a:gd name="connsiteY82" fmla="*/ 2917043 h 3585722"/>
              <a:gd name="connsiteX83" fmla="*/ 752072 w 4116885"/>
              <a:gd name="connsiteY83" fmla="*/ 2894704 h 3585722"/>
              <a:gd name="connsiteX84" fmla="*/ 719306 w 4116885"/>
              <a:gd name="connsiteY84" fmla="*/ 2867898 h 3585722"/>
              <a:gd name="connsiteX85" fmla="*/ 692502 w 4116885"/>
              <a:gd name="connsiteY85" fmla="*/ 2835134 h 3585722"/>
              <a:gd name="connsiteX86" fmla="*/ 670163 w 4116885"/>
              <a:gd name="connsiteY86" fmla="*/ 2799391 h 3585722"/>
              <a:gd name="connsiteX87" fmla="*/ 652291 w 4116885"/>
              <a:gd name="connsiteY87" fmla="*/ 2759180 h 3585722"/>
              <a:gd name="connsiteX88" fmla="*/ 637399 w 4116885"/>
              <a:gd name="connsiteY88" fmla="*/ 2715993 h 3585722"/>
              <a:gd name="connsiteX89" fmla="*/ 623997 w 4116885"/>
              <a:gd name="connsiteY89" fmla="*/ 2672804 h 3585722"/>
              <a:gd name="connsiteX90" fmla="*/ 612083 w 4116885"/>
              <a:gd name="connsiteY90" fmla="*/ 2626638 h 3585722"/>
              <a:gd name="connsiteX91" fmla="*/ 600169 w 4116885"/>
              <a:gd name="connsiteY91" fmla="*/ 2581960 h 3585722"/>
              <a:gd name="connsiteX92" fmla="*/ 586764 w 4116885"/>
              <a:gd name="connsiteY92" fmla="*/ 2537281 h 3585722"/>
              <a:gd name="connsiteX93" fmla="*/ 571872 w 4116885"/>
              <a:gd name="connsiteY93" fmla="*/ 2494092 h 3585722"/>
              <a:gd name="connsiteX94" fmla="*/ 554000 w 4116885"/>
              <a:gd name="connsiteY94" fmla="*/ 2453882 h 3585722"/>
              <a:gd name="connsiteX95" fmla="*/ 533152 w 4116885"/>
              <a:gd name="connsiteY95" fmla="*/ 2416651 h 3585722"/>
              <a:gd name="connsiteX96" fmla="*/ 506346 w 4116885"/>
              <a:gd name="connsiteY96" fmla="*/ 2383887 h 3585722"/>
              <a:gd name="connsiteX97" fmla="*/ 476561 w 4116885"/>
              <a:gd name="connsiteY97" fmla="*/ 2349633 h 3585722"/>
              <a:gd name="connsiteX98" fmla="*/ 442308 w 4116885"/>
              <a:gd name="connsiteY98" fmla="*/ 2319849 h 3585722"/>
              <a:gd name="connsiteX99" fmla="*/ 405075 w 4116885"/>
              <a:gd name="connsiteY99" fmla="*/ 2291554 h 3585722"/>
              <a:gd name="connsiteX100" fmla="*/ 367844 w 4116885"/>
              <a:gd name="connsiteY100" fmla="*/ 2263257 h 3585722"/>
              <a:gd name="connsiteX101" fmla="*/ 330615 w 4116885"/>
              <a:gd name="connsiteY101" fmla="*/ 2234962 h 3585722"/>
              <a:gd name="connsiteX102" fmla="*/ 294872 w 4116885"/>
              <a:gd name="connsiteY102" fmla="*/ 2206664 h 3585722"/>
              <a:gd name="connsiteX103" fmla="*/ 260619 w 4116885"/>
              <a:gd name="connsiteY103" fmla="*/ 2175390 h 3585722"/>
              <a:gd name="connsiteX104" fmla="*/ 230835 w 4116885"/>
              <a:gd name="connsiteY104" fmla="*/ 2144116 h 3585722"/>
              <a:gd name="connsiteX105" fmla="*/ 205519 w 4116885"/>
              <a:gd name="connsiteY105" fmla="*/ 2108372 h 3585722"/>
              <a:gd name="connsiteX106" fmla="*/ 186158 w 4116885"/>
              <a:gd name="connsiteY106" fmla="*/ 2071141 h 3585722"/>
              <a:gd name="connsiteX107" fmla="*/ 172755 w 4116885"/>
              <a:gd name="connsiteY107" fmla="*/ 2026465 h 3585722"/>
              <a:gd name="connsiteX108" fmla="*/ 166797 w 4116885"/>
              <a:gd name="connsiteY108" fmla="*/ 1980297 h 3585722"/>
              <a:gd name="connsiteX109" fmla="*/ 165306 w 4116885"/>
              <a:gd name="connsiteY109" fmla="*/ 1932640 h 3585722"/>
              <a:gd name="connsiteX110" fmla="*/ 169775 w 4116885"/>
              <a:gd name="connsiteY110" fmla="*/ 1882006 h 3585722"/>
              <a:gd name="connsiteX111" fmla="*/ 175733 w 4116885"/>
              <a:gd name="connsiteY111" fmla="*/ 1831370 h 3585722"/>
              <a:gd name="connsiteX112" fmla="*/ 183178 w 4116885"/>
              <a:gd name="connsiteY112" fmla="*/ 1780735 h 3585722"/>
              <a:gd name="connsiteX113" fmla="*/ 189136 w 4116885"/>
              <a:gd name="connsiteY113" fmla="*/ 1730101 h 3585722"/>
              <a:gd name="connsiteX114" fmla="*/ 192116 w 4116885"/>
              <a:gd name="connsiteY114" fmla="*/ 1679466 h 3585722"/>
              <a:gd name="connsiteX115" fmla="*/ 192116 w 4116885"/>
              <a:gd name="connsiteY115" fmla="*/ 1630319 h 3585722"/>
              <a:gd name="connsiteX116" fmla="*/ 186158 w 4116885"/>
              <a:gd name="connsiteY116" fmla="*/ 1584152 h 3585722"/>
              <a:gd name="connsiteX117" fmla="*/ 174244 w 4116885"/>
              <a:gd name="connsiteY117" fmla="*/ 1537986 h 3585722"/>
              <a:gd name="connsiteX118" fmla="*/ 156372 w 4116885"/>
              <a:gd name="connsiteY118" fmla="*/ 1494795 h 3585722"/>
              <a:gd name="connsiteX119" fmla="*/ 134033 w 4116885"/>
              <a:gd name="connsiteY119" fmla="*/ 1450119 h 3585722"/>
              <a:gd name="connsiteX120" fmla="*/ 108716 w 4116885"/>
              <a:gd name="connsiteY120" fmla="*/ 1405442 h 3585722"/>
              <a:gd name="connsiteX121" fmla="*/ 81910 w 4116885"/>
              <a:gd name="connsiteY121" fmla="*/ 1360762 h 3585722"/>
              <a:gd name="connsiteX122" fmla="*/ 56594 w 4116885"/>
              <a:gd name="connsiteY122" fmla="*/ 1317574 h 3585722"/>
              <a:gd name="connsiteX123" fmla="*/ 34253 w 4116885"/>
              <a:gd name="connsiteY123" fmla="*/ 1271407 h 3585722"/>
              <a:gd name="connsiteX124" fmla="*/ 16383 w 4116885"/>
              <a:gd name="connsiteY124" fmla="*/ 1226729 h 3585722"/>
              <a:gd name="connsiteX125" fmla="*/ 4469 w 4116885"/>
              <a:gd name="connsiteY125" fmla="*/ 1180561 h 3585722"/>
              <a:gd name="connsiteX126" fmla="*/ 0 w 4116885"/>
              <a:gd name="connsiteY126" fmla="*/ 1132905 h 3585722"/>
              <a:gd name="connsiteX127" fmla="*/ 4469 w 4116885"/>
              <a:gd name="connsiteY127" fmla="*/ 1085249 h 3585722"/>
              <a:gd name="connsiteX128" fmla="*/ 16383 w 4116885"/>
              <a:gd name="connsiteY128" fmla="*/ 1039083 h 3585722"/>
              <a:gd name="connsiteX129" fmla="*/ 34253 w 4116885"/>
              <a:gd name="connsiteY129" fmla="*/ 994403 h 3585722"/>
              <a:gd name="connsiteX130" fmla="*/ 56594 w 4116885"/>
              <a:gd name="connsiteY130" fmla="*/ 948238 h 3585722"/>
              <a:gd name="connsiteX131" fmla="*/ 81910 w 4116885"/>
              <a:gd name="connsiteY131" fmla="*/ 905048 h 3585722"/>
              <a:gd name="connsiteX132" fmla="*/ 108716 w 4116885"/>
              <a:gd name="connsiteY132" fmla="*/ 860370 h 3585722"/>
              <a:gd name="connsiteX133" fmla="*/ 134033 w 4116885"/>
              <a:gd name="connsiteY133" fmla="*/ 815693 h 3585722"/>
              <a:gd name="connsiteX134" fmla="*/ 156372 w 4116885"/>
              <a:gd name="connsiteY134" fmla="*/ 771015 h 3585722"/>
              <a:gd name="connsiteX135" fmla="*/ 174244 w 4116885"/>
              <a:gd name="connsiteY135" fmla="*/ 727825 h 3585722"/>
              <a:gd name="connsiteX136" fmla="*/ 186158 w 4116885"/>
              <a:gd name="connsiteY136" fmla="*/ 681658 h 3585722"/>
              <a:gd name="connsiteX137" fmla="*/ 192116 w 4116885"/>
              <a:gd name="connsiteY137" fmla="*/ 635491 h 3585722"/>
              <a:gd name="connsiteX138" fmla="*/ 192116 w 4116885"/>
              <a:gd name="connsiteY138" fmla="*/ 586346 h 3585722"/>
              <a:gd name="connsiteX139" fmla="*/ 189136 w 4116885"/>
              <a:gd name="connsiteY139" fmla="*/ 535711 h 3585722"/>
              <a:gd name="connsiteX140" fmla="*/ 183178 w 4116885"/>
              <a:gd name="connsiteY140" fmla="*/ 485075 h 3585722"/>
              <a:gd name="connsiteX141" fmla="*/ 175733 w 4116885"/>
              <a:gd name="connsiteY141" fmla="*/ 434440 h 3585722"/>
              <a:gd name="connsiteX142" fmla="*/ 169775 w 4116885"/>
              <a:gd name="connsiteY142" fmla="*/ 383806 h 3585722"/>
              <a:gd name="connsiteX143" fmla="*/ 165306 w 4116885"/>
              <a:gd name="connsiteY143" fmla="*/ 333172 h 3585722"/>
              <a:gd name="connsiteX144" fmla="*/ 166797 w 4116885"/>
              <a:gd name="connsiteY144" fmla="*/ 285515 h 3585722"/>
              <a:gd name="connsiteX145" fmla="*/ 172755 w 4116885"/>
              <a:gd name="connsiteY145" fmla="*/ 239348 h 3585722"/>
              <a:gd name="connsiteX146" fmla="*/ 186158 w 4116885"/>
              <a:gd name="connsiteY146" fmla="*/ 194669 h 3585722"/>
              <a:gd name="connsiteX147" fmla="*/ 205519 w 4116885"/>
              <a:gd name="connsiteY147" fmla="*/ 157438 h 3585722"/>
              <a:gd name="connsiteX148" fmla="*/ 230835 w 4116885"/>
              <a:gd name="connsiteY148" fmla="*/ 121696 h 3585722"/>
              <a:gd name="connsiteX149" fmla="*/ 260619 w 4116885"/>
              <a:gd name="connsiteY149" fmla="*/ 90421 h 3585722"/>
              <a:gd name="connsiteX150" fmla="*/ 294872 w 4116885"/>
              <a:gd name="connsiteY150" fmla="*/ 59147 h 3585722"/>
              <a:gd name="connsiteX151" fmla="*/ 330615 w 4116885"/>
              <a:gd name="connsiteY151" fmla="*/ 30850 h 3585722"/>
              <a:gd name="connsiteX152" fmla="*/ 367844 w 4116885"/>
              <a:gd name="connsiteY152" fmla="*/ 2553 h 358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4116885" h="3585722">
                <a:moveTo>
                  <a:pt x="371204" y="0"/>
                </a:moveTo>
                <a:lnTo>
                  <a:pt x="4116885" y="0"/>
                </a:lnTo>
                <a:lnTo>
                  <a:pt x="4116885" y="2920084"/>
                </a:lnTo>
                <a:lnTo>
                  <a:pt x="4083518" y="2934914"/>
                </a:lnTo>
                <a:lnTo>
                  <a:pt x="4040331" y="2949806"/>
                </a:lnTo>
                <a:lnTo>
                  <a:pt x="3997143" y="2963209"/>
                </a:lnTo>
                <a:lnTo>
                  <a:pt x="3950976" y="2975125"/>
                </a:lnTo>
                <a:lnTo>
                  <a:pt x="3906298" y="2987039"/>
                </a:lnTo>
                <a:lnTo>
                  <a:pt x="3861622" y="3000442"/>
                </a:lnTo>
                <a:lnTo>
                  <a:pt x="3818433" y="3015336"/>
                </a:lnTo>
                <a:lnTo>
                  <a:pt x="3778225" y="3033207"/>
                </a:lnTo>
                <a:lnTo>
                  <a:pt x="3740994" y="3054056"/>
                </a:lnTo>
                <a:lnTo>
                  <a:pt x="3708230" y="3080861"/>
                </a:lnTo>
                <a:lnTo>
                  <a:pt x="3673977" y="3110649"/>
                </a:lnTo>
                <a:lnTo>
                  <a:pt x="3644190" y="3144902"/>
                </a:lnTo>
                <a:lnTo>
                  <a:pt x="3615895" y="3180643"/>
                </a:lnTo>
                <a:lnTo>
                  <a:pt x="3587600" y="3217874"/>
                </a:lnTo>
                <a:lnTo>
                  <a:pt x="3559305" y="3255107"/>
                </a:lnTo>
                <a:lnTo>
                  <a:pt x="3531009" y="3290849"/>
                </a:lnTo>
                <a:lnTo>
                  <a:pt x="3499734" y="3325101"/>
                </a:lnTo>
                <a:lnTo>
                  <a:pt x="3468459" y="3354887"/>
                </a:lnTo>
                <a:lnTo>
                  <a:pt x="3432719" y="3380204"/>
                </a:lnTo>
                <a:lnTo>
                  <a:pt x="3395487" y="3399565"/>
                </a:lnTo>
                <a:lnTo>
                  <a:pt x="3350809" y="3412968"/>
                </a:lnTo>
                <a:lnTo>
                  <a:pt x="3304642" y="3418925"/>
                </a:lnTo>
                <a:lnTo>
                  <a:pt x="3256988" y="3420415"/>
                </a:lnTo>
                <a:lnTo>
                  <a:pt x="3206353" y="3415946"/>
                </a:lnTo>
                <a:lnTo>
                  <a:pt x="3155719" y="3409991"/>
                </a:lnTo>
                <a:lnTo>
                  <a:pt x="3105083" y="3402543"/>
                </a:lnTo>
                <a:lnTo>
                  <a:pt x="3054450" y="3396587"/>
                </a:lnTo>
                <a:lnTo>
                  <a:pt x="3003814" y="3393607"/>
                </a:lnTo>
                <a:lnTo>
                  <a:pt x="2954669" y="3393607"/>
                </a:lnTo>
                <a:lnTo>
                  <a:pt x="2908503" y="3399565"/>
                </a:lnTo>
                <a:lnTo>
                  <a:pt x="2860847" y="3411479"/>
                </a:lnTo>
                <a:lnTo>
                  <a:pt x="2817659" y="3429350"/>
                </a:lnTo>
                <a:lnTo>
                  <a:pt x="2772981" y="3453178"/>
                </a:lnTo>
                <a:lnTo>
                  <a:pt x="2728305" y="3477008"/>
                </a:lnTo>
                <a:lnTo>
                  <a:pt x="2683627" y="3503814"/>
                </a:lnTo>
                <a:lnTo>
                  <a:pt x="2640437" y="3529131"/>
                </a:lnTo>
                <a:lnTo>
                  <a:pt x="2594272" y="3551469"/>
                </a:lnTo>
                <a:lnTo>
                  <a:pt x="2549594" y="3569341"/>
                </a:lnTo>
                <a:lnTo>
                  <a:pt x="2503426" y="3581255"/>
                </a:lnTo>
                <a:lnTo>
                  <a:pt x="2455772" y="3585722"/>
                </a:lnTo>
                <a:lnTo>
                  <a:pt x="2408116" y="3581255"/>
                </a:lnTo>
                <a:lnTo>
                  <a:pt x="2361949" y="3569341"/>
                </a:lnTo>
                <a:lnTo>
                  <a:pt x="2317272" y="3551469"/>
                </a:lnTo>
                <a:lnTo>
                  <a:pt x="2271105" y="3529131"/>
                </a:lnTo>
                <a:lnTo>
                  <a:pt x="2227917" y="3503814"/>
                </a:lnTo>
                <a:lnTo>
                  <a:pt x="2183239" y="3477008"/>
                </a:lnTo>
                <a:lnTo>
                  <a:pt x="2138561" y="3453178"/>
                </a:lnTo>
                <a:lnTo>
                  <a:pt x="2093885" y="3429350"/>
                </a:lnTo>
                <a:lnTo>
                  <a:pt x="2049208" y="3411479"/>
                </a:lnTo>
                <a:lnTo>
                  <a:pt x="2003041" y="3399565"/>
                </a:lnTo>
                <a:lnTo>
                  <a:pt x="1956874" y="3393607"/>
                </a:lnTo>
                <a:lnTo>
                  <a:pt x="1907728" y="3393607"/>
                </a:lnTo>
                <a:lnTo>
                  <a:pt x="1857094" y="3396587"/>
                </a:lnTo>
                <a:lnTo>
                  <a:pt x="1806460" y="3402543"/>
                </a:lnTo>
                <a:lnTo>
                  <a:pt x="1755825" y="3409991"/>
                </a:lnTo>
                <a:lnTo>
                  <a:pt x="1705189" y="3415946"/>
                </a:lnTo>
                <a:lnTo>
                  <a:pt x="1654555" y="3420415"/>
                </a:lnTo>
                <a:lnTo>
                  <a:pt x="1606901" y="3418925"/>
                </a:lnTo>
                <a:lnTo>
                  <a:pt x="1560733" y="3412968"/>
                </a:lnTo>
                <a:lnTo>
                  <a:pt x="1516055" y="3399565"/>
                </a:lnTo>
                <a:lnTo>
                  <a:pt x="1478825" y="3380204"/>
                </a:lnTo>
                <a:lnTo>
                  <a:pt x="1443081" y="3354887"/>
                </a:lnTo>
                <a:lnTo>
                  <a:pt x="1411808" y="3325101"/>
                </a:lnTo>
                <a:lnTo>
                  <a:pt x="1380533" y="3290849"/>
                </a:lnTo>
                <a:lnTo>
                  <a:pt x="1352239" y="3255107"/>
                </a:lnTo>
                <a:lnTo>
                  <a:pt x="1323942" y="3217874"/>
                </a:lnTo>
                <a:lnTo>
                  <a:pt x="1295647" y="3180643"/>
                </a:lnTo>
                <a:lnTo>
                  <a:pt x="1267352" y="3144902"/>
                </a:lnTo>
                <a:lnTo>
                  <a:pt x="1237566" y="3110649"/>
                </a:lnTo>
                <a:lnTo>
                  <a:pt x="1203314" y="3080861"/>
                </a:lnTo>
                <a:lnTo>
                  <a:pt x="1170550" y="3054056"/>
                </a:lnTo>
                <a:lnTo>
                  <a:pt x="1133319" y="3033207"/>
                </a:lnTo>
                <a:lnTo>
                  <a:pt x="1093109" y="3015336"/>
                </a:lnTo>
                <a:lnTo>
                  <a:pt x="1049921" y="3000442"/>
                </a:lnTo>
                <a:lnTo>
                  <a:pt x="1005242" y="2987039"/>
                </a:lnTo>
                <a:lnTo>
                  <a:pt x="960566" y="2975125"/>
                </a:lnTo>
                <a:lnTo>
                  <a:pt x="914400" y="2963209"/>
                </a:lnTo>
                <a:lnTo>
                  <a:pt x="871211" y="2949806"/>
                </a:lnTo>
                <a:lnTo>
                  <a:pt x="828022" y="2934914"/>
                </a:lnTo>
                <a:lnTo>
                  <a:pt x="787813" y="2917043"/>
                </a:lnTo>
                <a:lnTo>
                  <a:pt x="752072" y="2894704"/>
                </a:lnTo>
                <a:lnTo>
                  <a:pt x="719306" y="2867898"/>
                </a:lnTo>
                <a:lnTo>
                  <a:pt x="692502" y="2835134"/>
                </a:lnTo>
                <a:lnTo>
                  <a:pt x="670163" y="2799391"/>
                </a:lnTo>
                <a:lnTo>
                  <a:pt x="652291" y="2759180"/>
                </a:lnTo>
                <a:lnTo>
                  <a:pt x="637399" y="2715993"/>
                </a:lnTo>
                <a:lnTo>
                  <a:pt x="623997" y="2672804"/>
                </a:lnTo>
                <a:lnTo>
                  <a:pt x="612083" y="2626638"/>
                </a:lnTo>
                <a:lnTo>
                  <a:pt x="600169" y="2581960"/>
                </a:lnTo>
                <a:lnTo>
                  <a:pt x="586764" y="2537281"/>
                </a:lnTo>
                <a:lnTo>
                  <a:pt x="571872" y="2494092"/>
                </a:lnTo>
                <a:lnTo>
                  <a:pt x="554000" y="2453882"/>
                </a:lnTo>
                <a:lnTo>
                  <a:pt x="533152" y="2416651"/>
                </a:lnTo>
                <a:lnTo>
                  <a:pt x="506346" y="2383887"/>
                </a:lnTo>
                <a:lnTo>
                  <a:pt x="476561" y="2349633"/>
                </a:lnTo>
                <a:lnTo>
                  <a:pt x="442308" y="2319849"/>
                </a:lnTo>
                <a:lnTo>
                  <a:pt x="405075" y="2291554"/>
                </a:lnTo>
                <a:lnTo>
                  <a:pt x="367844" y="2263257"/>
                </a:lnTo>
                <a:lnTo>
                  <a:pt x="330615" y="2234962"/>
                </a:lnTo>
                <a:lnTo>
                  <a:pt x="294872" y="2206664"/>
                </a:lnTo>
                <a:lnTo>
                  <a:pt x="260619" y="2175390"/>
                </a:lnTo>
                <a:lnTo>
                  <a:pt x="230835" y="2144116"/>
                </a:lnTo>
                <a:lnTo>
                  <a:pt x="205519" y="2108372"/>
                </a:lnTo>
                <a:lnTo>
                  <a:pt x="186158" y="2071141"/>
                </a:lnTo>
                <a:lnTo>
                  <a:pt x="172755" y="2026465"/>
                </a:lnTo>
                <a:lnTo>
                  <a:pt x="166797" y="1980297"/>
                </a:lnTo>
                <a:lnTo>
                  <a:pt x="165306" y="1932640"/>
                </a:lnTo>
                <a:lnTo>
                  <a:pt x="169775" y="1882006"/>
                </a:lnTo>
                <a:lnTo>
                  <a:pt x="175733" y="1831370"/>
                </a:lnTo>
                <a:lnTo>
                  <a:pt x="183178" y="1780735"/>
                </a:lnTo>
                <a:lnTo>
                  <a:pt x="189136" y="1730101"/>
                </a:lnTo>
                <a:lnTo>
                  <a:pt x="192116" y="1679466"/>
                </a:lnTo>
                <a:lnTo>
                  <a:pt x="192116" y="1630319"/>
                </a:lnTo>
                <a:lnTo>
                  <a:pt x="186158" y="1584152"/>
                </a:lnTo>
                <a:lnTo>
                  <a:pt x="174244" y="1537986"/>
                </a:lnTo>
                <a:lnTo>
                  <a:pt x="156372" y="1494795"/>
                </a:lnTo>
                <a:lnTo>
                  <a:pt x="134033" y="1450119"/>
                </a:lnTo>
                <a:lnTo>
                  <a:pt x="108716" y="1405442"/>
                </a:lnTo>
                <a:lnTo>
                  <a:pt x="81910" y="1360762"/>
                </a:lnTo>
                <a:lnTo>
                  <a:pt x="56594" y="1317574"/>
                </a:lnTo>
                <a:lnTo>
                  <a:pt x="34253" y="1271407"/>
                </a:lnTo>
                <a:lnTo>
                  <a:pt x="16383" y="1226729"/>
                </a:lnTo>
                <a:lnTo>
                  <a:pt x="4469" y="1180561"/>
                </a:lnTo>
                <a:lnTo>
                  <a:pt x="0" y="1132905"/>
                </a:lnTo>
                <a:lnTo>
                  <a:pt x="4469" y="1085249"/>
                </a:lnTo>
                <a:lnTo>
                  <a:pt x="16383" y="1039083"/>
                </a:lnTo>
                <a:lnTo>
                  <a:pt x="34253" y="994403"/>
                </a:lnTo>
                <a:lnTo>
                  <a:pt x="56594" y="948238"/>
                </a:lnTo>
                <a:lnTo>
                  <a:pt x="81910" y="905048"/>
                </a:lnTo>
                <a:lnTo>
                  <a:pt x="108716" y="860370"/>
                </a:lnTo>
                <a:lnTo>
                  <a:pt x="134033" y="815693"/>
                </a:lnTo>
                <a:lnTo>
                  <a:pt x="156372" y="771015"/>
                </a:lnTo>
                <a:lnTo>
                  <a:pt x="174244" y="727825"/>
                </a:lnTo>
                <a:lnTo>
                  <a:pt x="186158" y="681658"/>
                </a:lnTo>
                <a:lnTo>
                  <a:pt x="192116" y="635491"/>
                </a:lnTo>
                <a:lnTo>
                  <a:pt x="192116" y="586346"/>
                </a:lnTo>
                <a:lnTo>
                  <a:pt x="189136" y="535711"/>
                </a:lnTo>
                <a:lnTo>
                  <a:pt x="183178" y="485075"/>
                </a:lnTo>
                <a:lnTo>
                  <a:pt x="175733" y="434440"/>
                </a:lnTo>
                <a:lnTo>
                  <a:pt x="169775" y="383806"/>
                </a:lnTo>
                <a:lnTo>
                  <a:pt x="165306" y="333172"/>
                </a:lnTo>
                <a:lnTo>
                  <a:pt x="166797" y="285515"/>
                </a:lnTo>
                <a:lnTo>
                  <a:pt x="172755" y="239348"/>
                </a:lnTo>
                <a:lnTo>
                  <a:pt x="186158" y="194669"/>
                </a:lnTo>
                <a:lnTo>
                  <a:pt x="205519" y="157438"/>
                </a:lnTo>
                <a:lnTo>
                  <a:pt x="230835" y="121696"/>
                </a:lnTo>
                <a:lnTo>
                  <a:pt x="260619" y="90421"/>
                </a:lnTo>
                <a:lnTo>
                  <a:pt x="294872" y="59147"/>
                </a:lnTo>
                <a:lnTo>
                  <a:pt x="330615" y="30850"/>
                </a:lnTo>
                <a:lnTo>
                  <a:pt x="367844" y="2553"/>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Vacation">
            <a:extLst>
              <a:ext uri="{FF2B5EF4-FFF2-40B4-BE49-F238E27FC236}">
                <a16:creationId xmlns:a16="http://schemas.microsoft.com/office/drawing/2014/main" id="{0152C6D7-892B-49AE-9DD6-F878BC549F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46517" y="209550"/>
            <a:ext cx="2505075" cy="2505075"/>
          </a:xfrm>
          <a:prstGeom prst="rect">
            <a:avLst/>
          </a:prstGeom>
        </p:spPr>
      </p:pic>
      <p:sp>
        <p:nvSpPr>
          <p:cNvPr id="30" name="Freeform: Shape 29">
            <a:extLst>
              <a:ext uri="{FF2B5EF4-FFF2-40B4-BE49-F238E27FC236}">
                <a16:creationId xmlns:a16="http://schemas.microsoft.com/office/drawing/2014/main" id="{2AD292BD-58D8-4261-AD54-80C939F13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8598" y="3909952"/>
            <a:ext cx="3313402" cy="2948047"/>
          </a:xfrm>
          <a:custGeom>
            <a:avLst/>
            <a:gdLst>
              <a:gd name="connsiteX0" fmla="*/ 1934947 w 3313402"/>
              <a:gd name="connsiteY0" fmla="*/ 0 h 2948047"/>
              <a:gd name="connsiteX1" fmla="*/ 1972495 w 3313402"/>
              <a:gd name="connsiteY1" fmla="*/ 3519 h 2948047"/>
              <a:gd name="connsiteX2" fmla="*/ 2008871 w 3313402"/>
              <a:gd name="connsiteY2" fmla="*/ 12907 h 2948047"/>
              <a:gd name="connsiteX3" fmla="*/ 2044074 w 3313402"/>
              <a:gd name="connsiteY3" fmla="*/ 26988 h 2948047"/>
              <a:gd name="connsiteX4" fmla="*/ 2080448 w 3313402"/>
              <a:gd name="connsiteY4" fmla="*/ 44589 h 2948047"/>
              <a:gd name="connsiteX5" fmla="*/ 2114478 w 3313402"/>
              <a:gd name="connsiteY5" fmla="*/ 64537 h 2948047"/>
              <a:gd name="connsiteX6" fmla="*/ 2149681 w 3313402"/>
              <a:gd name="connsiteY6" fmla="*/ 85659 h 2948047"/>
              <a:gd name="connsiteX7" fmla="*/ 2184882 w 3313402"/>
              <a:gd name="connsiteY7" fmla="*/ 104433 h 2948047"/>
              <a:gd name="connsiteX8" fmla="*/ 2220084 w 3313402"/>
              <a:gd name="connsiteY8" fmla="*/ 123208 h 2948047"/>
              <a:gd name="connsiteX9" fmla="*/ 2254113 w 3313402"/>
              <a:gd name="connsiteY9" fmla="*/ 137288 h 2948047"/>
              <a:gd name="connsiteX10" fmla="*/ 2291662 w 3313402"/>
              <a:gd name="connsiteY10" fmla="*/ 146675 h 2948047"/>
              <a:gd name="connsiteX11" fmla="*/ 2328037 w 3313402"/>
              <a:gd name="connsiteY11" fmla="*/ 151369 h 2948047"/>
              <a:gd name="connsiteX12" fmla="*/ 2366759 w 3313402"/>
              <a:gd name="connsiteY12" fmla="*/ 151369 h 2948047"/>
              <a:gd name="connsiteX13" fmla="*/ 2406656 w 3313402"/>
              <a:gd name="connsiteY13" fmla="*/ 149023 h 2948047"/>
              <a:gd name="connsiteX14" fmla="*/ 2446551 w 3313402"/>
              <a:gd name="connsiteY14" fmla="*/ 144329 h 2948047"/>
              <a:gd name="connsiteX15" fmla="*/ 2486448 w 3313402"/>
              <a:gd name="connsiteY15" fmla="*/ 138462 h 2948047"/>
              <a:gd name="connsiteX16" fmla="*/ 2526343 w 3313402"/>
              <a:gd name="connsiteY16" fmla="*/ 133769 h 2948047"/>
              <a:gd name="connsiteX17" fmla="*/ 2566239 w 3313402"/>
              <a:gd name="connsiteY17" fmla="*/ 130247 h 2948047"/>
              <a:gd name="connsiteX18" fmla="*/ 2603787 w 3313402"/>
              <a:gd name="connsiteY18" fmla="*/ 131421 h 2948047"/>
              <a:gd name="connsiteX19" fmla="*/ 2640163 w 3313402"/>
              <a:gd name="connsiteY19" fmla="*/ 136115 h 2948047"/>
              <a:gd name="connsiteX20" fmla="*/ 2675366 w 3313402"/>
              <a:gd name="connsiteY20" fmla="*/ 146675 h 2948047"/>
              <a:gd name="connsiteX21" fmla="*/ 2704702 w 3313402"/>
              <a:gd name="connsiteY21" fmla="*/ 161930 h 2948047"/>
              <a:gd name="connsiteX22" fmla="*/ 2732862 w 3313402"/>
              <a:gd name="connsiteY22" fmla="*/ 181878 h 2948047"/>
              <a:gd name="connsiteX23" fmla="*/ 2757504 w 3313402"/>
              <a:gd name="connsiteY23" fmla="*/ 205346 h 2948047"/>
              <a:gd name="connsiteX24" fmla="*/ 2782146 w 3313402"/>
              <a:gd name="connsiteY24" fmla="*/ 232334 h 2948047"/>
              <a:gd name="connsiteX25" fmla="*/ 2804440 w 3313402"/>
              <a:gd name="connsiteY25" fmla="*/ 260495 h 2948047"/>
              <a:gd name="connsiteX26" fmla="*/ 2826735 w 3313402"/>
              <a:gd name="connsiteY26" fmla="*/ 289831 h 2948047"/>
              <a:gd name="connsiteX27" fmla="*/ 2849030 w 3313402"/>
              <a:gd name="connsiteY27" fmla="*/ 319166 h 2948047"/>
              <a:gd name="connsiteX28" fmla="*/ 2871324 w 3313402"/>
              <a:gd name="connsiteY28" fmla="*/ 347327 h 2948047"/>
              <a:gd name="connsiteX29" fmla="*/ 2894793 w 3313402"/>
              <a:gd name="connsiteY29" fmla="*/ 374315 h 2948047"/>
              <a:gd name="connsiteX30" fmla="*/ 2921781 w 3313402"/>
              <a:gd name="connsiteY30" fmla="*/ 397785 h 2948047"/>
              <a:gd name="connsiteX31" fmla="*/ 2947597 w 3313402"/>
              <a:gd name="connsiteY31" fmla="*/ 418906 h 2948047"/>
              <a:gd name="connsiteX32" fmla="*/ 2976931 w 3313402"/>
              <a:gd name="connsiteY32" fmla="*/ 435332 h 2948047"/>
              <a:gd name="connsiteX33" fmla="*/ 3008614 w 3313402"/>
              <a:gd name="connsiteY33" fmla="*/ 449413 h 2948047"/>
              <a:gd name="connsiteX34" fmla="*/ 3042641 w 3313402"/>
              <a:gd name="connsiteY34" fmla="*/ 461147 h 2948047"/>
              <a:gd name="connsiteX35" fmla="*/ 3077843 w 3313402"/>
              <a:gd name="connsiteY35" fmla="*/ 471708 h 2948047"/>
              <a:gd name="connsiteX36" fmla="*/ 3113046 w 3313402"/>
              <a:gd name="connsiteY36" fmla="*/ 481096 h 2948047"/>
              <a:gd name="connsiteX37" fmla="*/ 3149422 w 3313402"/>
              <a:gd name="connsiteY37" fmla="*/ 490483 h 2948047"/>
              <a:gd name="connsiteX38" fmla="*/ 3183450 w 3313402"/>
              <a:gd name="connsiteY38" fmla="*/ 501044 h 2948047"/>
              <a:gd name="connsiteX39" fmla="*/ 3217478 w 3313402"/>
              <a:gd name="connsiteY39" fmla="*/ 512777 h 2948047"/>
              <a:gd name="connsiteX40" fmla="*/ 3249161 w 3313402"/>
              <a:gd name="connsiteY40" fmla="*/ 526859 h 2948047"/>
              <a:gd name="connsiteX41" fmla="*/ 3277323 w 3313402"/>
              <a:gd name="connsiteY41" fmla="*/ 544460 h 2948047"/>
              <a:gd name="connsiteX42" fmla="*/ 3303139 w 3313402"/>
              <a:gd name="connsiteY42" fmla="*/ 565581 h 2948047"/>
              <a:gd name="connsiteX43" fmla="*/ 3313402 w 3313402"/>
              <a:gd name="connsiteY43" fmla="*/ 578126 h 2948047"/>
              <a:gd name="connsiteX44" fmla="*/ 3313402 w 3313402"/>
              <a:gd name="connsiteY44" fmla="*/ 2948047 h 2948047"/>
              <a:gd name="connsiteX45" fmla="*/ 422306 w 3313402"/>
              <a:gd name="connsiteY45" fmla="*/ 2948047 h 2948047"/>
              <a:gd name="connsiteX46" fmla="*/ 420079 w 3313402"/>
              <a:gd name="connsiteY46" fmla="*/ 2944070 h 2948047"/>
              <a:gd name="connsiteX47" fmla="*/ 398960 w 3313402"/>
              <a:gd name="connsiteY47" fmla="*/ 2918255 h 2948047"/>
              <a:gd name="connsiteX48" fmla="*/ 375490 w 3313402"/>
              <a:gd name="connsiteY48" fmla="*/ 2891267 h 2948047"/>
              <a:gd name="connsiteX49" fmla="*/ 348502 w 3313402"/>
              <a:gd name="connsiteY49" fmla="*/ 2867799 h 2948047"/>
              <a:gd name="connsiteX50" fmla="*/ 319166 w 3313402"/>
              <a:gd name="connsiteY50" fmla="*/ 2845505 h 2948047"/>
              <a:gd name="connsiteX51" fmla="*/ 289832 w 3313402"/>
              <a:gd name="connsiteY51" fmla="*/ 2823210 h 2948047"/>
              <a:gd name="connsiteX52" fmla="*/ 260497 w 3313402"/>
              <a:gd name="connsiteY52" fmla="*/ 2800916 h 2948047"/>
              <a:gd name="connsiteX53" fmla="*/ 232334 w 3313402"/>
              <a:gd name="connsiteY53" fmla="*/ 2778620 h 2948047"/>
              <a:gd name="connsiteX54" fmla="*/ 205346 w 3313402"/>
              <a:gd name="connsiteY54" fmla="*/ 2753979 h 2948047"/>
              <a:gd name="connsiteX55" fmla="*/ 181878 w 3313402"/>
              <a:gd name="connsiteY55" fmla="*/ 2729338 h 2948047"/>
              <a:gd name="connsiteX56" fmla="*/ 161931 w 3313402"/>
              <a:gd name="connsiteY56" fmla="*/ 2701176 h 2948047"/>
              <a:gd name="connsiteX57" fmla="*/ 146677 w 3313402"/>
              <a:gd name="connsiteY57" fmla="*/ 2671841 h 2948047"/>
              <a:gd name="connsiteX58" fmla="*/ 136116 w 3313402"/>
              <a:gd name="connsiteY58" fmla="*/ 2636640 h 2948047"/>
              <a:gd name="connsiteX59" fmla="*/ 131422 w 3313402"/>
              <a:gd name="connsiteY59" fmla="*/ 2600264 h 2948047"/>
              <a:gd name="connsiteX60" fmla="*/ 130248 w 3313402"/>
              <a:gd name="connsiteY60" fmla="*/ 2562713 h 2948047"/>
              <a:gd name="connsiteX61" fmla="*/ 133769 w 3313402"/>
              <a:gd name="connsiteY61" fmla="*/ 2522818 h 2948047"/>
              <a:gd name="connsiteX62" fmla="*/ 138462 w 3313402"/>
              <a:gd name="connsiteY62" fmla="*/ 2482923 h 2948047"/>
              <a:gd name="connsiteX63" fmla="*/ 144329 w 3313402"/>
              <a:gd name="connsiteY63" fmla="*/ 2443026 h 2948047"/>
              <a:gd name="connsiteX64" fmla="*/ 149023 w 3313402"/>
              <a:gd name="connsiteY64" fmla="*/ 2403131 h 2948047"/>
              <a:gd name="connsiteX65" fmla="*/ 151371 w 3313402"/>
              <a:gd name="connsiteY65" fmla="*/ 2363236 h 2948047"/>
              <a:gd name="connsiteX66" fmla="*/ 151371 w 3313402"/>
              <a:gd name="connsiteY66" fmla="*/ 2324513 h 2948047"/>
              <a:gd name="connsiteX67" fmla="*/ 146677 w 3313402"/>
              <a:gd name="connsiteY67" fmla="*/ 2288138 h 2948047"/>
              <a:gd name="connsiteX68" fmla="*/ 137289 w 3313402"/>
              <a:gd name="connsiteY68" fmla="*/ 2251763 h 2948047"/>
              <a:gd name="connsiteX69" fmla="*/ 123208 w 3313402"/>
              <a:gd name="connsiteY69" fmla="*/ 2217733 h 2948047"/>
              <a:gd name="connsiteX70" fmla="*/ 105607 w 3313402"/>
              <a:gd name="connsiteY70" fmla="*/ 2182531 h 2948047"/>
              <a:gd name="connsiteX71" fmla="*/ 85659 w 3313402"/>
              <a:gd name="connsiteY71" fmla="*/ 2147330 h 2948047"/>
              <a:gd name="connsiteX72" fmla="*/ 64538 w 3313402"/>
              <a:gd name="connsiteY72" fmla="*/ 2112127 h 2948047"/>
              <a:gd name="connsiteX73" fmla="*/ 44590 w 3313402"/>
              <a:gd name="connsiteY73" fmla="*/ 2078098 h 2948047"/>
              <a:gd name="connsiteX74" fmla="*/ 26988 w 3313402"/>
              <a:gd name="connsiteY74" fmla="*/ 2041723 h 2948047"/>
              <a:gd name="connsiteX75" fmla="*/ 12908 w 3313402"/>
              <a:gd name="connsiteY75" fmla="*/ 2006521 h 2948047"/>
              <a:gd name="connsiteX76" fmla="*/ 3521 w 3313402"/>
              <a:gd name="connsiteY76" fmla="*/ 1970145 h 2948047"/>
              <a:gd name="connsiteX77" fmla="*/ 0 w 3313402"/>
              <a:gd name="connsiteY77" fmla="*/ 1932596 h 2948047"/>
              <a:gd name="connsiteX78" fmla="*/ 3521 w 3313402"/>
              <a:gd name="connsiteY78" fmla="*/ 1895048 h 2948047"/>
              <a:gd name="connsiteX79" fmla="*/ 12908 w 3313402"/>
              <a:gd name="connsiteY79" fmla="*/ 1858672 h 2948047"/>
              <a:gd name="connsiteX80" fmla="*/ 26988 w 3313402"/>
              <a:gd name="connsiteY80" fmla="*/ 1823470 h 2948047"/>
              <a:gd name="connsiteX81" fmla="*/ 44590 w 3313402"/>
              <a:gd name="connsiteY81" fmla="*/ 1787095 h 2948047"/>
              <a:gd name="connsiteX82" fmla="*/ 64538 w 3313402"/>
              <a:gd name="connsiteY82" fmla="*/ 1753065 h 2948047"/>
              <a:gd name="connsiteX83" fmla="*/ 85659 w 3313402"/>
              <a:gd name="connsiteY83" fmla="*/ 1717864 h 2948047"/>
              <a:gd name="connsiteX84" fmla="*/ 105607 w 3313402"/>
              <a:gd name="connsiteY84" fmla="*/ 1682661 h 2948047"/>
              <a:gd name="connsiteX85" fmla="*/ 123208 w 3313402"/>
              <a:gd name="connsiteY85" fmla="*/ 1647460 h 2948047"/>
              <a:gd name="connsiteX86" fmla="*/ 137289 w 3313402"/>
              <a:gd name="connsiteY86" fmla="*/ 1613430 h 2948047"/>
              <a:gd name="connsiteX87" fmla="*/ 146677 w 3313402"/>
              <a:gd name="connsiteY87" fmla="*/ 1577054 h 2948047"/>
              <a:gd name="connsiteX88" fmla="*/ 151371 w 3313402"/>
              <a:gd name="connsiteY88" fmla="*/ 1540680 h 2948047"/>
              <a:gd name="connsiteX89" fmla="*/ 151371 w 3313402"/>
              <a:gd name="connsiteY89" fmla="*/ 1501958 h 2948047"/>
              <a:gd name="connsiteX90" fmla="*/ 149023 w 3313402"/>
              <a:gd name="connsiteY90" fmla="*/ 1462061 h 2948047"/>
              <a:gd name="connsiteX91" fmla="*/ 144329 w 3313402"/>
              <a:gd name="connsiteY91" fmla="*/ 1422166 h 2948047"/>
              <a:gd name="connsiteX92" fmla="*/ 138462 w 3313402"/>
              <a:gd name="connsiteY92" fmla="*/ 1382269 h 2948047"/>
              <a:gd name="connsiteX93" fmla="*/ 133769 w 3313402"/>
              <a:gd name="connsiteY93" fmla="*/ 1342374 h 2948047"/>
              <a:gd name="connsiteX94" fmla="*/ 130248 w 3313402"/>
              <a:gd name="connsiteY94" fmla="*/ 1302479 h 2948047"/>
              <a:gd name="connsiteX95" fmla="*/ 131422 w 3313402"/>
              <a:gd name="connsiteY95" fmla="*/ 1264930 h 2948047"/>
              <a:gd name="connsiteX96" fmla="*/ 136116 w 3313402"/>
              <a:gd name="connsiteY96" fmla="*/ 1228554 h 2948047"/>
              <a:gd name="connsiteX97" fmla="*/ 146677 w 3313402"/>
              <a:gd name="connsiteY97" fmla="*/ 1193352 h 2948047"/>
              <a:gd name="connsiteX98" fmla="*/ 161931 w 3313402"/>
              <a:gd name="connsiteY98" fmla="*/ 1164017 h 2948047"/>
              <a:gd name="connsiteX99" fmla="*/ 181878 w 3313402"/>
              <a:gd name="connsiteY99" fmla="*/ 1135856 h 2948047"/>
              <a:gd name="connsiteX100" fmla="*/ 205346 w 3313402"/>
              <a:gd name="connsiteY100" fmla="*/ 1111214 h 2948047"/>
              <a:gd name="connsiteX101" fmla="*/ 232334 w 3313402"/>
              <a:gd name="connsiteY101" fmla="*/ 1086573 h 2948047"/>
              <a:gd name="connsiteX102" fmla="*/ 260497 w 3313402"/>
              <a:gd name="connsiteY102" fmla="*/ 1064277 h 2948047"/>
              <a:gd name="connsiteX103" fmla="*/ 289832 w 3313402"/>
              <a:gd name="connsiteY103" fmla="*/ 1041982 h 2948047"/>
              <a:gd name="connsiteX104" fmla="*/ 319166 w 3313402"/>
              <a:gd name="connsiteY104" fmla="*/ 1019688 h 2948047"/>
              <a:gd name="connsiteX105" fmla="*/ 348502 w 3313402"/>
              <a:gd name="connsiteY105" fmla="*/ 997393 h 2948047"/>
              <a:gd name="connsiteX106" fmla="*/ 375490 w 3313402"/>
              <a:gd name="connsiteY106" fmla="*/ 973926 h 2948047"/>
              <a:gd name="connsiteX107" fmla="*/ 398960 w 3313402"/>
              <a:gd name="connsiteY107" fmla="*/ 946938 h 2948047"/>
              <a:gd name="connsiteX108" fmla="*/ 420079 w 3313402"/>
              <a:gd name="connsiteY108" fmla="*/ 921122 h 2948047"/>
              <a:gd name="connsiteX109" fmla="*/ 436507 w 3313402"/>
              <a:gd name="connsiteY109" fmla="*/ 891788 h 2948047"/>
              <a:gd name="connsiteX110" fmla="*/ 450588 w 3313402"/>
              <a:gd name="connsiteY110" fmla="*/ 860106 h 2948047"/>
              <a:gd name="connsiteX111" fmla="*/ 462322 w 3313402"/>
              <a:gd name="connsiteY111" fmla="*/ 826076 h 2948047"/>
              <a:gd name="connsiteX112" fmla="*/ 472883 w 3313402"/>
              <a:gd name="connsiteY112" fmla="*/ 790874 h 2948047"/>
              <a:gd name="connsiteX113" fmla="*/ 482271 w 3313402"/>
              <a:gd name="connsiteY113" fmla="*/ 755672 h 2948047"/>
              <a:gd name="connsiteX114" fmla="*/ 491658 w 3313402"/>
              <a:gd name="connsiteY114" fmla="*/ 719297 h 2948047"/>
              <a:gd name="connsiteX115" fmla="*/ 502219 w 3313402"/>
              <a:gd name="connsiteY115" fmla="*/ 685268 h 2948047"/>
              <a:gd name="connsiteX116" fmla="*/ 513952 w 3313402"/>
              <a:gd name="connsiteY116" fmla="*/ 651238 h 2948047"/>
              <a:gd name="connsiteX117" fmla="*/ 528034 w 3313402"/>
              <a:gd name="connsiteY117" fmla="*/ 619558 h 2948047"/>
              <a:gd name="connsiteX118" fmla="*/ 545635 w 3313402"/>
              <a:gd name="connsiteY118" fmla="*/ 591396 h 2948047"/>
              <a:gd name="connsiteX119" fmla="*/ 566755 w 3313402"/>
              <a:gd name="connsiteY119" fmla="*/ 565581 h 2948047"/>
              <a:gd name="connsiteX120" fmla="*/ 592570 w 3313402"/>
              <a:gd name="connsiteY120" fmla="*/ 544460 h 2948047"/>
              <a:gd name="connsiteX121" fmla="*/ 620733 w 3313402"/>
              <a:gd name="connsiteY121" fmla="*/ 526859 h 2948047"/>
              <a:gd name="connsiteX122" fmla="*/ 652413 w 3313402"/>
              <a:gd name="connsiteY122" fmla="*/ 512777 h 2948047"/>
              <a:gd name="connsiteX123" fmla="*/ 686443 w 3313402"/>
              <a:gd name="connsiteY123" fmla="*/ 501044 h 2948047"/>
              <a:gd name="connsiteX124" fmla="*/ 720472 w 3313402"/>
              <a:gd name="connsiteY124" fmla="*/ 490483 h 2948047"/>
              <a:gd name="connsiteX125" fmla="*/ 756848 w 3313402"/>
              <a:gd name="connsiteY125" fmla="*/ 481096 h 2948047"/>
              <a:gd name="connsiteX126" fmla="*/ 792049 w 3313402"/>
              <a:gd name="connsiteY126" fmla="*/ 471708 h 2948047"/>
              <a:gd name="connsiteX127" fmla="*/ 827252 w 3313402"/>
              <a:gd name="connsiteY127" fmla="*/ 461147 h 2948047"/>
              <a:gd name="connsiteX128" fmla="*/ 861280 w 3313402"/>
              <a:gd name="connsiteY128" fmla="*/ 449413 h 2948047"/>
              <a:gd name="connsiteX129" fmla="*/ 892962 w 3313402"/>
              <a:gd name="connsiteY129" fmla="*/ 435332 h 2948047"/>
              <a:gd name="connsiteX130" fmla="*/ 922297 w 3313402"/>
              <a:gd name="connsiteY130" fmla="*/ 418906 h 2948047"/>
              <a:gd name="connsiteX131" fmla="*/ 948112 w 3313402"/>
              <a:gd name="connsiteY131" fmla="*/ 397785 h 2948047"/>
              <a:gd name="connsiteX132" fmla="*/ 975101 w 3313402"/>
              <a:gd name="connsiteY132" fmla="*/ 374315 h 2948047"/>
              <a:gd name="connsiteX133" fmla="*/ 998569 w 3313402"/>
              <a:gd name="connsiteY133" fmla="*/ 347327 h 2948047"/>
              <a:gd name="connsiteX134" fmla="*/ 1020864 w 3313402"/>
              <a:gd name="connsiteY134" fmla="*/ 319166 h 2948047"/>
              <a:gd name="connsiteX135" fmla="*/ 1043158 w 3313402"/>
              <a:gd name="connsiteY135" fmla="*/ 289831 h 2948047"/>
              <a:gd name="connsiteX136" fmla="*/ 1065453 w 3313402"/>
              <a:gd name="connsiteY136" fmla="*/ 260495 h 2948047"/>
              <a:gd name="connsiteX137" fmla="*/ 1087747 w 3313402"/>
              <a:gd name="connsiteY137" fmla="*/ 232334 h 2948047"/>
              <a:gd name="connsiteX138" fmla="*/ 1112390 w 3313402"/>
              <a:gd name="connsiteY138" fmla="*/ 205346 h 2948047"/>
              <a:gd name="connsiteX139" fmla="*/ 1137030 w 3313402"/>
              <a:gd name="connsiteY139" fmla="*/ 181878 h 2948047"/>
              <a:gd name="connsiteX140" fmla="*/ 1165193 w 3313402"/>
              <a:gd name="connsiteY140" fmla="*/ 161930 h 2948047"/>
              <a:gd name="connsiteX141" fmla="*/ 1194528 w 3313402"/>
              <a:gd name="connsiteY141" fmla="*/ 146675 h 2948047"/>
              <a:gd name="connsiteX142" fmla="*/ 1229731 w 3313402"/>
              <a:gd name="connsiteY142" fmla="*/ 136115 h 2948047"/>
              <a:gd name="connsiteX143" fmla="*/ 1266106 w 3313402"/>
              <a:gd name="connsiteY143" fmla="*/ 131421 h 2948047"/>
              <a:gd name="connsiteX144" fmla="*/ 1303654 w 3313402"/>
              <a:gd name="connsiteY144" fmla="*/ 130247 h 2948047"/>
              <a:gd name="connsiteX145" fmla="*/ 1343549 w 3313402"/>
              <a:gd name="connsiteY145" fmla="*/ 133769 h 2948047"/>
              <a:gd name="connsiteX146" fmla="*/ 1383446 w 3313402"/>
              <a:gd name="connsiteY146" fmla="*/ 138462 h 2948047"/>
              <a:gd name="connsiteX147" fmla="*/ 1423342 w 3313402"/>
              <a:gd name="connsiteY147" fmla="*/ 144329 h 2948047"/>
              <a:gd name="connsiteX148" fmla="*/ 1463237 w 3313402"/>
              <a:gd name="connsiteY148" fmla="*/ 149023 h 2948047"/>
              <a:gd name="connsiteX149" fmla="*/ 1503133 w 3313402"/>
              <a:gd name="connsiteY149" fmla="*/ 151369 h 2948047"/>
              <a:gd name="connsiteX150" fmla="*/ 1541856 w 3313402"/>
              <a:gd name="connsiteY150" fmla="*/ 151369 h 2948047"/>
              <a:gd name="connsiteX151" fmla="*/ 1578232 w 3313402"/>
              <a:gd name="connsiteY151" fmla="*/ 146675 h 2948047"/>
              <a:gd name="connsiteX152" fmla="*/ 1614608 w 3313402"/>
              <a:gd name="connsiteY152" fmla="*/ 137288 h 2948047"/>
              <a:gd name="connsiteX153" fmla="*/ 1649810 w 3313402"/>
              <a:gd name="connsiteY153" fmla="*/ 123208 h 2948047"/>
              <a:gd name="connsiteX154" fmla="*/ 1685011 w 3313402"/>
              <a:gd name="connsiteY154" fmla="*/ 104433 h 2948047"/>
              <a:gd name="connsiteX155" fmla="*/ 1720214 w 3313402"/>
              <a:gd name="connsiteY155" fmla="*/ 85659 h 2948047"/>
              <a:gd name="connsiteX156" fmla="*/ 1755415 w 3313402"/>
              <a:gd name="connsiteY156" fmla="*/ 64537 h 2948047"/>
              <a:gd name="connsiteX157" fmla="*/ 1789445 w 3313402"/>
              <a:gd name="connsiteY157" fmla="*/ 44589 h 2948047"/>
              <a:gd name="connsiteX158" fmla="*/ 1825821 w 3313402"/>
              <a:gd name="connsiteY158" fmla="*/ 26988 h 2948047"/>
              <a:gd name="connsiteX159" fmla="*/ 1861022 w 3313402"/>
              <a:gd name="connsiteY159" fmla="*/ 12907 h 2948047"/>
              <a:gd name="connsiteX160" fmla="*/ 1897398 w 3313402"/>
              <a:gd name="connsiteY160" fmla="*/ 3519 h 294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3313402" h="2948047">
                <a:moveTo>
                  <a:pt x="1934947" y="0"/>
                </a:moveTo>
                <a:lnTo>
                  <a:pt x="1972495" y="3519"/>
                </a:lnTo>
                <a:lnTo>
                  <a:pt x="2008871" y="12907"/>
                </a:lnTo>
                <a:lnTo>
                  <a:pt x="2044074" y="26988"/>
                </a:lnTo>
                <a:lnTo>
                  <a:pt x="2080448" y="44589"/>
                </a:lnTo>
                <a:lnTo>
                  <a:pt x="2114478" y="64537"/>
                </a:lnTo>
                <a:lnTo>
                  <a:pt x="2149681" y="85659"/>
                </a:lnTo>
                <a:lnTo>
                  <a:pt x="2184882" y="104433"/>
                </a:lnTo>
                <a:lnTo>
                  <a:pt x="2220084" y="123208"/>
                </a:lnTo>
                <a:lnTo>
                  <a:pt x="2254113" y="137288"/>
                </a:lnTo>
                <a:lnTo>
                  <a:pt x="2291662" y="146675"/>
                </a:lnTo>
                <a:lnTo>
                  <a:pt x="2328037" y="151369"/>
                </a:lnTo>
                <a:lnTo>
                  <a:pt x="2366759" y="151369"/>
                </a:lnTo>
                <a:lnTo>
                  <a:pt x="2406656" y="149023"/>
                </a:lnTo>
                <a:lnTo>
                  <a:pt x="2446551" y="144329"/>
                </a:lnTo>
                <a:lnTo>
                  <a:pt x="2486448" y="138462"/>
                </a:lnTo>
                <a:lnTo>
                  <a:pt x="2526343" y="133769"/>
                </a:lnTo>
                <a:lnTo>
                  <a:pt x="2566239" y="130247"/>
                </a:lnTo>
                <a:lnTo>
                  <a:pt x="2603787" y="131421"/>
                </a:lnTo>
                <a:lnTo>
                  <a:pt x="2640163" y="136115"/>
                </a:lnTo>
                <a:lnTo>
                  <a:pt x="2675366" y="146675"/>
                </a:lnTo>
                <a:lnTo>
                  <a:pt x="2704702" y="161930"/>
                </a:lnTo>
                <a:lnTo>
                  <a:pt x="2732862" y="181878"/>
                </a:lnTo>
                <a:lnTo>
                  <a:pt x="2757504" y="205346"/>
                </a:lnTo>
                <a:lnTo>
                  <a:pt x="2782146" y="232334"/>
                </a:lnTo>
                <a:lnTo>
                  <a:pt x="2804440" y="260495"/>
                </a:lnTo>
                <a:lnTo>
                  <a:pt x="2826735" y="289831"/>
                </a:lnTo>
                <a:lnTo>
                  <a:pt x="2849030" y="319166"/>
                </a:lnTo>
                <a:lnTo>
                  <a:pt x="2871324" y="347327"/>
                </a:lnTo>
                <a:lnTo>
                  <a:pt x="2894793" y="374315"/>
                </a:lnTo>
                <a:lnTo>
                  <a:pt x="2921781" y="397785"/>
                </a:lnTo>
                <a:lnTo>
                  <a:pt x="2947597" y="418906"/>
                </a:lnTo>
                <a:lnTo>
                  <a:pt x="2976931" y="435332"/>
                </a:lnTo>
                <a:lnTo>
                  <a:pt x="3008614" y="449413"/>
                </a:lnTo>
                <a:lnTo>
                  <a:pt x="3042641" y="461147"/>
                </a:lnTo>
                <a:lnTo>
                  <a:pt x="3077843" y="471708"/>
                </a:lnTo>
                <a:lnTo>
                  <a:pt x="3113046" y="481096"/>
                </a:lnTo>
                <a:lnTo>
                  <a:pt x="3149422" y="490483"/>
                </a:lnTo>
                <a:lnTo>
                  <a:pt x="3183450" y="501044"/>
                </a:lnTo>
                <a:lnTo>
                  <a:pt x="3217478" y="512777"/>
                </a:lnTo>
                <a:lnTo>
                  <a:pt x="3249161" y="526859"/>
                </a:lnTo>
                <a:lnTo>
                  <a:pt x="3277323" y="544460"/>
                </a:lnTo>
                <a:lnTo>
                  <a:pt x="3303139" y="565581"/>
                </a:lnTo>
                <a:lnTo>
                  <a:pt x="3313402" y="578126"/>
                </a:lnTo>
                <a:lnTo>
                  <a:pt x="3313402" y="2948047"/>
                </a:lnTo>
                <a:lnTo>
                  <a:pt x="422306" y="2948047"/>
                </a:lnTo>
                <a:lnTo>
                  <a:pt x="420079" y="2944070"/>
                </a:lnTo>
                <a:lnTo>
                  <a:pt x="398960" y="2918255"/>
                </a:lnTo>
                <a:lnTo>
                  <a:pt x="375490" y="2891267"/>
                </a:lnTo>
                <a:lnTo>
                  <a:pt x="348502" y="2867799"/>
                </a:lnTo>
                <a:lnTo>
                  <a:pt x="319166" y="2845505"/>
                </a:lnTo>
                <a:lnTo>
                  <a:pt x="289832" y="2823210"/>
                </a:lnTo>
                <a:lnTo>
                  <a:pt x="260497" y="2800916"/>
                </a:lnTo>
                <a:lnTo>
                  <a:pt x="232334" y="2778620"/>
                </a:lnTo>
                <a:lnTo>
                  <a:pt x="205346" y="2753979"/>
                </a:lnTo>
                <a:lnTo>
                  <a:pt x="181878" y="2729338"/>
                </a:lnTo>
                <a:lnTo>
                  <a:pt x="161931" y="2701176"/>
                </a:lnTo>
                <a:lnTo>
                  <a:pt x="146677" y="2671841"/>
                </a:lnTo>
                <a:lnTo>
                  <a:pt x="136116" y="2636640"/>
                </a:lnTo>
                <a:lnTo>
                  <a:pt x="131422" y="2600264"/>
                </a:lnTo>
                <a:lnTo>
                  <a:pt x="130248" y="2562713"/>
                </a:lnTo>
                <a:lnTo>
                  <a:pt x="133769" y="2522818"/>
                </a:lnTo>
                <a:lnTo>
                  <a:pt x="138462" y="2482923"/>
                </a:lnTo>
                <a:lnTo>
                  <a:pt x="144329" y="2443026"/>
                </a:lnTo>
                <a:lnTo>
                  <a:pt x="149023" y="2403131"/>
                </a:lnTo>
                <a:lnTo>
                  <a:pt x="151371" y="2363236"/>
                </a:lnTo>
                <a:lnTo>
                  <a:pt x="151371" y="2324513"/>
                </a:lnTo>
                <a:lnTo>
                  <a:pt x="146677" y="2288138"/>
                </a:lnTo>
                <a:lnTo>
                  <a:pt x="137289" y="2251763"/>
                </a:lnTo>
                <a:lnTo>
                  <a:pt x="123208" y="2217733"/>
                </a:lnTo>
                <a:lnTo>
                  <a:pt x="105607" y="2182531"/>
                </a:lnTo>
                <a:lnTo>
                  <a:pt x="85659" y="2147330"/>
                </a:lnTo>
                <a:lnTo>
                  <a:pt x="64538" y="2112127"/>
                </a:lnTo>
                <a:lnTo>
                  <a:pt x="44590" y="2078098"/>
                </a:lnTo>
                <a:lnTo>
                  <a:pt x="26988" y="2041723"/>
                </a:lnTo>
                <a:lnTo>
                  <a:pt x="12908" y="2006521"/>
                </a:lnTo>
                <a:lnTo>
                  <a:pt x="3521" y="1970145"/>
                </a:lnTo>
                <a:lnTo>
                  <a:pt x="0" y="1932596"/>
                </a:lnTo>
                <a:lnTo>
                  <a:pt x="3521" y="1895048"/>
                </a:lnTo>
                <a:lnTo>
                  <a:pt x="12908" y="1858672"/>
                </a:lnTo>
                <a:lnTo>
                  <a:pt x="26988" y="1823470"/>
                </a:lnTo>
                <a:lnTo>
                  <a:pt x="44590" y="1787095"/>
                </a:lnTo>
                <a:lnTo>
                  <a:pt x="64538" y="1753065"/>
                </a:lnTo>
                <a:lnTo>
                  <a:pt x="85659" y="1717864"/>
                </a:lnTo>
                <a:lnTo>
                  <a:pt x="105607" y="1682661"/>
                </a:lnTo>
                <a:lnTo>
                  <a:pt x="123208" y="1647460"/>
                </a:lnTo>
                <a:lnTo>
                  <a:pt x="137289" y="1613430"/>
                </a:lnTo>
                <a:lnTo>
                  <a:pt x="146677" y="1577054"/>
                </a:lnTo>
                <a:lnTo>
                  <a:pt x="151371" y="1540680"/>
                </a:lnTo>
                <a:lnTo>
                  <a:pt x="151371" y="1501958"/>
                </a:lnTo>
                <a:lnTo>
                  <a:pt x="149023" y="1462061"/>
                </a:lnTo>
                <a:lnTo>
                  <a:pt x="144329" y="1422166"/>
                </a:lnTo>
                <a:lnTo>
                  <a:pt x="138462" y="1382269"/>
                </a:lnTo>
                <a:lnTo>
                  <a:pt x="133769" y="1342374"/>
                </a:lnTo>
                <a:lnTo>
                  <a:pt x="130248" y="1302479"/>
                </a:lnTo>
                <a:lnTo>
                  <a:pt x="131422" y="1264930"/>
                </a:lnTo>
                <a:lnTo>
                  <a:pt x="136116" y="1228554"/>
                </a:lnTo>
                <a:lnTo>
                  <a:pt x="146677" y="1193352"/>
                </a:lnTo>
                <a:lnTo>
                  <a:pt x="161931" y="1164017"/>
                </a:lnTo>
                <a:lnTo>
                  <a:pt x="181878" y="1135856"/>
                </a:lnTo>
                <a:lnTo>
                  <a:pt x="205346" y="1111214"/>
                </a:lnTo>
                <a:lnTo>
                  <a:pt x="232334" y="1086573"/>
                </a:lnTo>
                <a:lnTo>
                  <a:pt x="260497" y="1064277"/>
                </a:lnTo>
                <a:lnTo>
                  <a:pt x="289832" y="1041982"/>
                </a:lnTo>
                <a:lnTo>
                  <a:pt x="319166" y="1019688"/>
                </a:lnTo>
                <a:lnTo>
                  <a:pt x="348502" y="997393"/>
                </a:lnTo>
                <a:lnTo>
                  <a:pt x="375490" y="973926"/>
                </a:lnTo>
                <a:lnTo>
                  <a:pt x="398960" y="946938"/>
                </a:lnTo>
                <a:lnTo>
                  <a:pt x="420079" y="921122"/>
                </a:lnTo>
                <a:lnTo>
                  <a:pt x="436507" y="891788"/>
                </a:lnTo>
                <a:lnTo>
                  <a:pt x="450588" y="860106"/>
                </a:lnTo>
                <a:lnTo>
                  <a:pt x="462322" y="826076"/>
                </a:lnTo>
                <a:lnTo>
                  <a:pt x="472883" y="790874"/>
                </a:lnTo>
                <a:lnTo>
                  <a:pt x="482271" y="755672"/>
                </a:lnTo>
                <a:lnTo>
                  <a:pt x="491658" y="719297"/>
                </a:lnTo>
                <a:lnTo>
                  <a:pt x="502219" y="685268"/>
                </a:lnTo>
                <a:lnTo>
                  <a:pt x="513952" y="651238"/>
                </a:lnTo>
                <a:lnTo>
                  <a:pt x="528034" y="619558"/>
                </a:lnTo>
                <a:lnTo>
                  <a:pt x="545635" y="591396"/>
                </a:lnTo>
                <a:lnTo>
                  <a:pt x="566755" y="565581"/>
                </a:lnTo>
                <a:lnTo>
                  <a:pt x="592570" y="544460"/>
                </a:lnTo>
                <a:lnTo>
                  <a:pt x="620733" y="526859"/>
                </a:lnTo>
                <a:lnTo>
                  <a:pt x="652413" y="512777"/>
                </a:lnTo>
                <a:lnTo>
                  <a:pt x="686443" y="501044"/>
                </a:lnTo>
                <a:lnTo>
                  <a:pt x="720472" y="490483"/>
                </a:lnTo>
                <a:lnTo>
                  <a:pt x="756848" y="481096"/>
                </a:lnTo>
                <a:lnTo>
                  <a:pt x="792049" y="471708"/>
                </a:lnTo>
                <a:lnTo>
                  <a:pt x="827252" y="461147"/>
                </a:lnTo>
                <a:lnTo>
                  <a:pt x="861280" y="449413"/>
                </a:lnTo>
                <a:lnTo>
                  <a:pt x="892962" y="435332"/>
                </a:lnTo>
                <a:lnTo>
                  <a:pt x="922297" y="418906"/>
                </a:lnTo>
                <a:lnTo>
                  <a:pt x="948112" y="397785"/>
                </a:lnTo>
                <a:lnTo>
                  <a:pt x="975101" y="374315"/>
                </a:lnTo>
                <a:lnTo>
                  <a:pt x="998569" y="347327"/>
                </a:lnTo>
                <a:lnTo>
                  <a:pt x="1020864" y="319166"/>
                </a:lnTo>
                <a:lnTo>
                  <a:pt x="1043158" y="289831"/>
                </a:lnTo>
                <a:lnTo>
                  <a:pt x="1065453" y="260495"/>
                </a:lnTo>
                <a:lnTo>
                  <a:pt x="1087747" y="232334"/>
                </a:lnTo>
                <a:lnTo>
                  <a:pt x="1112390" y="205346"/>
                </a:lnTo>
                <a:lnTo>
                  <a:pt x="1137030" y="181878"/>
                </a:lnTo>
                <a:lnTo>
                  <a:pt x="1165193" y="161930"/>
                </a:lnTo>
                <a:lnTo>
                  <a:pt x="1194528" y="146675"/>
                </a:lnTo>
                <a:lnTo>
                  <a:pt x="1229731" y="136115"/>
                </a:lnTo>
                <a:lnTo>
                  <a:pt x="1266106" y="131421"/>
                </a:lnTo>
                <a:lnTo>
                  <a:pt x="1303654" y="130247"/>
                </a:lnTo>
                <a:lnTo>
                  <a:pt x="1343549" y="133769"/>
                </a:lnTo>
                <a:lnTo>
                  <a:pt x="1383446" y="138462"/>
                </a:lnTo>
                <a:lnTo>
                  <a:pt x="1423342" y="144329"/>
                </a:lnTo>
                <a:lnTo>
                  <a:pt x="1463237" y="149023"/>
                </a:lnTo>
                <a:lnTo>
                  <a:pt x="1503133" y="151369"/>
                </a:lnTo>
                <a:lnTo>
                  <a:pt x="1541856" y="151369"/>
                </a:lnTo>
                <a:lnTo>
                  <a:pt x="1578232" y="146675"/>
                </a:lnTo>
                <a:lnTo>
                  <a:pt x="1614608" y="137288"/>
                </a:lnTo>
                <a:lnTo>
                  <a:pt x="1649810" y="123208"/>
                </a:lnTo>
                <a:lnTo>
                  <a:pt x="1685011" y="104433"/>
                </a:lnTo>
                <a:lnTo>
                  <a:pt x="1720214" y="85659"/>
                </a:lnTo>
                <a:lnTo>
                  <a:pt x="1755415" y="64537"/>
                </a:lnTo>
                <a:lnTo>
                  <a:pt x="1789445" y="44589"/>
                </a:lnTo>
                <a:lnTo>
                  <a:pt x="1825821" y="26988"/>
                </a:lnTo>
                <a:lnTo>
                  <a:pt x="1861022" y="12907"/>
                </a:lnTo>
                <a:lnTo>
                  <a:pt x="1897398" y="3519"/>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32" name="Freeform: Shape 31">
            <a:extLst>
              <a:ext uri="{FF2B5EF4-FFF2-40B4-BE49-F238E27FC236}">
                <a16:creationId xmlns:a16="http://schemas.microsoft.com/office/drawing/2014/main" id="{875C1B52-15CE-4113-A420-BFFE21037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91066" y="4009109"/>
            <a:ext cx="3200935" cy="2848897"/>
          </a:xfrm>
          <a:custGeom>
            <a:avLst/>
            <a:gdLst>
              <a:gd name="connsiteX0" fmla="*/ 1822480 w 3200935"/>
              <a:gd name="connsiteY0" fmla="*/ 0 h 2848897"/>
              <a:gd name="connsiteX1" fmla="*/ 1858100 w 3200935"/>
              <a:gd name="connsiteY1" fmla="*/ 3339 h 2848897"/>
              <a:gd name="connsiteX2" fmla="*/ 1892611 w 3200935"/>
              <a:gd name="connsiteY2" fmla="*/ 12245 h 2848897"/>
              <a:gd name="connsiteX3" fmla="*/ 1926007 w 3200935"/>
              <a:gd name="connsiteY3" fmla="*/ 25604 h 2848897"/>
              <a:gd name="connsiteX4" fmla="*/ 1960514 w 3200935"/>
              <a:gd name="connsiteY4" fmla="*/ 42302 h 2848897"/>
              <a:gd name="connsiteX5" fmla="*/ 1992798 w 3200935"/>
              <a:gd name="connsiteY5" fmla="*/ 61227 h 2848897"/>
              <a:gd name="connsiteX6" fmla="*/ 2026194 w 3200935"/>
              <a:gd name="connsiteY6" fmla="*/ 81264 h 2848897"/>
              <a:gd name="connsiteX7" fmla="*/ 2059589 w 3200935"/>
              <a:gd name="connsiteY7" fmla="*/ 99075 h 2848897"/>
              <a:gd name="connsiteX8" fmla="*/ 2092985 w 3200935"/>
              <a:gd name="connsiteY8" fmla="*/ 116887 h 2848897"/>
              <a:gd name="connsiteX9" fmla="*/ 2125268 w 3200935"/>
              <a:gd name="connsiteY9" fmla="*/ 130245 h 2848897"/>
              <a:gd name="connsiteX10" fmla="*/ 2160890 w 3200935"/>
              <a:gd name="connsiteY10" fmla="*/ 139150 h 2848897"/>
              <a:gd name="connsiteX11" fmla="*/ 2195399 w 3200935"/>
              <a:gd name="connsiteY11" fmla="*/ 143604 h 2848897"/>
              <a:gd name="connsiteX12" fmla="*/ 2232134 w 3200935"/>
              <a:gd name="connsiteY12" fmla="*/ 143604 h 2848897"/>
              <a:gd name="connsiteX13" fmla="*/ 2269983 w 3200935"/>
              <a:gd name="connsiteY13" fmla="*/ 141378 h 2848897"/>
              <a:gd name="connsiteX14" fmla="*/ 2307831 w 3200935"/>
              <a:gd name="connsiteY14" fmla="*/ 136924 h 2848897"/>
              <a:gd name="connsiteX15" fmla="*/ 2345681 w 3200935"/>
              <a:gd name="connsiteY15" fmla="*/ 131359 h 2848897"/>
              <a:gd name="connsiteX16" fmla="*/ 2383529 w 3200935"/>
              <a:gd name="connsiteY16" fmla="*/ 126906 h 2848897"/>
              <a:gd name="connsiteX17" fmla="*/ 2421378 w 3200935"/>
              <a:gd name="connsiteY17" fmla="*/ 123565 h 2848897"/>
              <a:gd name="connsiteX18" fmla="*/ 2456999 w 3200935"/>
              <a:gd name="connsiteY18" fmla="*/ 124678 h 2848897"/>
              <a:gd name="connsiteX19" fmla="*/ 2491507 w 3200935"/>
              <a:gd name="connsiteY19" fmla="*/ 129132 h 2848897"/>
              <a:gd name="connsiteX20" fmla="*/ 2524903 w 3200935"/>
              <a:gd name="connsiteY20" fmla="*/ 139150 h 2848897"/>
              <a:gd name="connsiteX21" fmla="*/ 2552734 w 3200935"/>
              <a:gd name="connsiteY21" fmla="*/ 153622 h 2848897"/>
              <a:gd name="connsiteX22" fmla="*/ 2579449 w 3200935"/>
              <a:gd name="connsiteY22" fmla="*/ 172547 h 2848897"/>
              <a:gd name="connsiteX23" fmla="*/ 2602827 w 3200935"/>
              <a:gd name="connsiteY23" fmla="*/ 194811 h 2848897"/>
              <a:gd name="connsiteX24" fmla="*/ 2626204 w 3200935"/>
              <a:gd name="connsiteY24" fmla="*/ 220414 h 2848897"/>
              <a:gd name="connsiteX25" fmla="*/ 2647355 w 3200935"/>
              <a:gd name="connsiteY25" fmla="*/ 247131 h 2848897"/>
              <a:gd name="connsiteX26" fmla="*/ 2668506 w 3200935"/>
              <a:gd name="connsiteY26" fmla="*/ 274961 h 2848897"/>
              <a:gd name="connsiteX27" fmla="*/ 2689656 w 3200935"/>
              <a:gd name="connsiteY27" fmla="*/ 302791 h 2848897"/>
              <a:gd name="connsiteX28" fmla="*/ 2710806 w 3200935"/>
              <a:gd name="connsiteY28" fmla="*/ 329509 h 2848897"/>
              <a:gd name="connsiteX29" fmla="*/ 2733071 w 3200935"/>
              <a:gd name="connsiteY29" fmla="*/ 355112 h 2848897"/>
              <a:gd name="connsiteX30" fmla="*/ 2758675 w 3200935"/>
              <a:gd name="connsiteY30" fmla="*/ 377377 h 2848897"/>
              <a:gd name="connsiteX31" fmla="*/ 2783165 w 3200935"/>
              <a:gd name="connsiteY31" fmla="*/ 397415 h 2848897"/>
              <a:gd name="connsiteX32" fmla="*/ 2810995 w 3200935"/>
              <a:gd name="connsiteY32" fmla="*/ 412999 h 2848897"/>
              <a:gd name="connsiteX33" fmla="*/ 2841051 w 3200935"/>
              <a:gd name="connsiteY33" fmla="*/ 426357 h 2848897"/>
              <a:gd name="connsiteX34" fmla="*/ 2873333 w 3200935"/>
              <a:gd name="connsiteY34" fmla="*/ 437489 h 2848897"/>
              <a:gd name="connsiteX35" fmla="*/ 2906728 w 3200935"/>
              <a:gd name="connsiteY35" fmla="*/ 447507 h 2848897"/>
              <a:gd name="connsiteX36" fmla="*/ 2940124 w 3200935"/>
              <a:gd name="connsiteY36" fmla="*/ 456413 h 2848897"/>
              <a:gd name="connsiteX37" fmla="*/ 2974633 w 3200935"/>
              <a:gd name="connsiteY37" fmla="*/ 465320 h 2848897"/>
              <a:gd name="connsiteX38" fmla="*/ 3006916 w 3200935"/>
              <a:gd name="connsiteY38" fmla="*/ 475338 h 2848897"/>
              <a:gd name="connsiteX39" fmla="*/ 3039197 w 3200935"/>
              <a:gd name="connsiteY39" fmla="*/ 486470 h 2848897"/>
              <a:gd name="connsiteX40" fmla="*/ 3069254 w 3200935"/>
              <a:gd name="connsiteY40" fmla="*/ 499829 h 2848897"/>
              <a:gd name="connsiteX41" fmla="*/ 3095972 w 3200935"/>
              <a:gd name="connsiteY41" fmla="*/ 516527 h 2848897"/>
              <a:gd name="connsiteX42" fmla="*/ 3120463 w 3200935"/>
              <a:gd name="connsiteY42" fmla="*/ 536565 h 2848897"/>
              <a:gd name="connsiteX43" fmla="*/ 3140498 w 3200935"/>
              <a:gd name="connsiteY43" fmla="*/ 561055 h 2848897"/>
              <a:gd name="connsiteX44" fmla="*/ 3157197 w 3200935"/>
              <a:gd name="connsiteY44" fmla="*/ 587772 h 2848897"/>
              <a:gd name="connsiteX45" fmla="*/ 3170555 w 3200935"/>
              <a:gd name="connsiteY45" fmla="*/ 617827 h 2848897"/>
              <a:gd name="connsiteX46" fmla="*/ 3181687 w 3200935"/>
              <a:gd name="connsiteY46" fmla="*/ 650112 h 2848897"/>
              <a:gd name="connsiteX47" fmla="*/ 3191705 w 3200935"/>
              <a:gd name="connsiteY47" fmla="*/ 682393 h 2848897"/>
              <a:gd name="connsiteX48" fmla="*/ 3200612 w 3200935"/>
              <a:gd name="connsiteY48" fmla="*/ 716904 h 2848897"/>
              <a:gd name="connsiteX49" fmla="*/ 3200935 w 3200935"/>
              <a:gd name="connsiteY49" fmla="*/ 718115 h 2848897"/>
              <a:gd name="connsiteX50" fmla="*/ 3200935 w 3200935"/>
              <a:gd name="connsiteY50" fmla="*/ 2848897 h 2848897"/>
              <a:gd name="connsiteX51" fmla="*/ 413394 w 3200935"/>
              <a:gd name="connsiteY51" fmla="*/ 2848897 h 2848897"/>
              <a:gd name="connsiteX52" fmla="*/ 400932 w 3200935"/>
              <a:gd name="connsiteY52" fmla="*/ 2820857 h 2848897"/>
              <a:gd name="connsiteX53" fmla="*/ 385348 w 3200935"/>
              <a:gd name="connsiteY53" fmla="*/ 2793028 h 2848897"/>
              <a:gd name="connsiteX54" fmla="*/ 365311 w 3200935"/>
              <a:gd name="connsiteY54" fmla="*/ 2768537 h 2848897"/>
              <a:gd name="connsiteX55" fmla="*/ 343046 w 3200935"/>
              <a:gd name="connsiteY55" fmla="*/ 2742933 h 2848897"/>
              <a:gd name="connsiteX56" fmla="*/ 317443 w 3200935"/>
              <a:gd name="connsiteY56" fmla="*/ 2720669 h 2848897"/>
              <a:gd name="connsiteX57" fmla="*/ 289612 w 3200935"/>
              <a:gd name="connsiteY57" fmla="*/ 2699519 h 2848897"/>
              <a:gd name="connsiteX58" fmla="*/ 261783 w 3200935"/>
              <a:gd name="connsiteY58" fmla="*/ 2678368 h 2848897"/>
              <a:gd name="connsiteX59" fmla="*/ 233954 w 3200935"/>
              <a:gd name="connsiteY59" fmla="*/ 2657218 h 2848897"/>
              <a:gd name="connsiteX60" fmla="*/ 207237 w 3200935"/>
              <a:gd name="connsiteY60" fmla="*/ 2636065 h 2848897"/>
              <a:gd name="connsiteX61" fmla="*/ 181633 w 3200935"/>
              <a:gd name="connsiteY61" fmla="*/ 2612689 h 2848897"/>
              <a:gd name="connsiteX62" fmla="*/ 159370 w 3200935"/>
              <a:gd name="connsiteY62" fmla="*/ 2589312 h 2848897"/>
              <a:gd name="connsiteX63" fmla="*/ 140446 w 3200935"/>
              <a:gd name="connsiteY63" fmla="*/ 2562594 h 2848897"/>
              <a:gd name="connsiteX64" fmla="*/ 125974 w 3200935"/>
              <a:gd name="connsiteY64" fmla="*/ 2534764 h 2848897"/>
              <a:gd name="connsiteX65" fmla="*/ 115956 w 3200935"/>
              <a:gd name="connsiteY65" fmla="*/ 2501370 h 2848897"/>
              <a:gd name="connsiteX66" fmla="*/ 111502 w 3200935"/>
              <a:gd name="connsiteY66" fmla="*/ 2466860 h 2848897"/>
              <a:gd name="connsiteX67" fmla="*/ 110388 w 3200935"/>
              <a:gd name="connsiteY67" fmla="*/ 2431236 h 2848897"/>
              <a:gd name="connsiteX68" fmla="*/ 113728 w 3200935"/>
              <a:gd name="connsiteY68" fmla="*/ 2393388 h 2848897"/>
              <a:gd name="connsiteX69" fmla="*/ 118182 w 3200935"/>
              <a:gd name="connsiteY69" fmla="*/ 2355539 h 2848897"/>
              <a:gd name="connsiteX70" fmla="*/ 123747 w 3200935"/>
              <a:gd name="connsiteY70" fmla="*/ 2317690 h 2848897"/>
              <a:gd name="connsiteX71" fmla="*/ 128200 w 3200935"/>
              <a:gd name="connsiteY71" fmla="*/ 2279842 h 2848897"/>
              <a:gd name="connsiteX72" fmla="*/ 130428 w 3200935"/>
              <a:gd name="connsiteY72" fmla="*/ 2241992 h 2848897"/>
              <a:gd name="connsiteX73" fmla="*/ 130428 w 3200935"/>
              <a:gd name="connsiteY73" fmla="*/ 2205256 h 2848897"/>
              <a:gd name="connsiteX74" fmla="*/ 125974 w 3200935"/>
              <a:gd name="connsiteY74" fmla="*/ 2170747 h 2848897"/>
              <a:gd name="connsiteX75" fmla="*/ 117069 w 3200935"/>
              <a:gd name="connsiteY75" fmla="*/ 2136238 h 2848897"/>
              <a:gd name="connsiteX76" fmla="*/ 103710 w 3200935"/>
              <a:gd name="connsiteY76" fmla="*/ 2103954 h 2848897"/>
              <a:gd name="connsiteX77" fmla="*/ 87012 w 3200935"/>
              <a:gd name="connsiteY77" fmla="*/ 2070559 h 2848897"/>
              <a:gd name="connsiteX78" fmla="*/ 68088 w 3200935"/>
              <a:gd name="connsiteY78" fmla="*/ 2037163 h 2848897"/>
              <a:gd name="connsiteX79" fmla="*/ 48051 w 3200935"/>
              <a:gd name="connsiteY79" fmla="*/ 2003766 h 2848897"/>
              <a:gd name="connsiteX80" fmla="*/ 29127 w 3200935"/>
              <a:gd name="connsiteY80" fmla="*/ 1971483 h 2848897"/>
              <a:gd name="connsiteX81" fmla="*/ 12427 w 3200935"/>
              <a:gd name="connsiteY81" fmla="*/ 1936974 h 2848897"/>
              <a:gd name="connsiteX82" fmla="*/ 0 w 3200935"/>
              <a:gd name="connsiteY82" fmla="*/ 1905903 h 2848897"/>
              <a:gd name="connsiteX83" fmla="*/ 0 w 3200935"/>
              <a:gd name="connsiteY83" fmla="*/ 1760990 h 2848897"/>
              <a:gd name="connsiteX84" fmla="*/ 12427 w 3200935"/>
              <a:gd name="connsiteY84" fmla="*/ 1729918 h 2848897"/>
              <a:gd name="connsiteX85" fmla="*/ 29127 w 3200935"/>
              <a:gd name="connsiteY85" fmla="*/ 1695410 h 2848897"/>
              <a:gd name="connsiteX86" fmla="*/ 48051 w 3200935"/>
              <a:gd name="connsiteY86" fmla="*/ 1663126 h 2848897"/>
              <a:gd name="connsiteX87" fmla="*/ 68088 w 3200935"/>
              <a:gd name="connsiteY87" fmla="*/ 1629730 h 2848897"/>
              <a:gd name="connsiteX88" fmla="*/ 87012 w 3200935"/>
              <a:gd name="connsiteY88" fmla="*/ 1596334 h 2848897"/>
              <a:gd name="connsiteX89" fmla="*/ 103710 w 3200935"/>
              <a:gd name="connsiteY89" fmla="*/ 1562938 h 2848897"/>
              <a:gd name="connsiteX90" fmla="*/ 117069 w 3200935"/>
              <a:gd name="connsiteY90" fmla="*/ 1530654 h 2848897"/>
              <a:gd name="connsiteX91" fmla="*/ 125974 w 3200935"/>
              <a:gd name="connsiteY91" fmla="*/ 1496145 h 2848897"/>
              <a:gd name="connsiteX92" fmla="*/ 130428 w 3200935"/>
              <a:gd name="connsiteY92" fmla="*/ 1461636 h 2848897"/>
              <a:gd name="connsiteX93" fmla="*/ 130428 w 3200935"/>
              <a:gd name="connsiteY93" fmla="*/ 1424901 h 2848897"/>
              <a:gd name="connsiteX94" fmla="*/ 128200 w 3200935"/>
              <a:gd name="connsiteY94" fmla="*/ 1387052 h 2848897"/>
              <a:gd name="connsiteX95" fmla="*/ 123747 w 3200935"/>
              <a:gd name="connsiteY95" fmla="*/ 1349203 h 2848897"/>
              <a:gd name="connsiteX96" fmla="*/ 118182 w 3200935"/>
              <a:gd name="connsiteY96" fmla="*/ 1311353 h 2848897"/>
              <a:gd name="connsiteX97" fmla="*/ 113728 w 3200935"/>
              <a:gd name="connsiteY97" fmla="*/ 1273505 h 2848897"/>
              <a:gd name="connsiteX98" fmla="*/ 110388 w 3200935"/>
              <a:gd name="connsiteY98" fmla="*/ 1235657 h 2848897"/>
              <a:gd name="connsiteX99" fmla="*/ 111502 w 3200935"/>
              <a:gd name="connsiteY99" fmla="*/ 1200034 h 2848897"/>
              <a:gd name="connsiteX100" fmla="*/ 115956 w 3200935"/>
              <a:gd name="connsiteY100" fmla="*/ 1165525 h 2848897"/>
              <a:gd name="connsiteX101" fmla="*/ 125974 w 3200935"/>
              <a:gd name="connsiteY101" fmla="*/ 1132128 h 2848897"/>
              <a:gd name="connsiteX102" fmla="*/ 140446 w 3200935"/>
              <a:gd name="connsiteY102" fmla="*/ 1104298 h 2848897"/>
              <a:gd name="connsiteX103" fmla="*/ 159370 w 3200935"/>
              <a:gd name="connsiteY103" fmla="*/ 1077582 h 2848897"/>
              <a:gd name="connsiteX104" fmla="*/ 181633 w 3200935"/>
              <a:gd name="connsiteY104" fmla="*/ 1054204 h 2848897"/>
              <a:gd name="connsiteX105" fmla="*/ 207237 w 3200935"/>
              <a:gd name="connsiteY105" fmla="*/ 1030827 h 2848897"/>
              <a:gd name="connsiteX106" fmla="*/ 233954 w 3200935"/>
              <a:gd name="connsiteY106" fmla="*/ 1009676 h 2848897"/>
              <a:gd name="connsiteX107" fmla="*/ 261783 w 3200935"/>
              <a:gd name="connsiteY107" fmla="*/ 988524 h 2848897"/>
              <a:gd name="connsiteX108" fmla="*/ 289612 w 3200935"/>
              <a:gd name="connsiteY108" fmla="*/ 967374 h 2848897"/>
              <a:gd name="connsiteX109" fmla="*/ 317443 w 3200935"/>
              <a:gd name="connsiteY109" fmla="*/ 946223 h 2848897"/>
              <a:gd name="connsiteX110" fmla="*/ 343046 w 3200935"/>
              <a:gd name="connsiteY110" fmla="*/ 923960 h 2848897"/>
              <a:gd name="connsiteX111" fmla="*/ 365311 w 3200935"/>
              <a:gd name="connsiteY111" fmla="*/ 898356 h 2848897"/>
              <a:gd name="connsiteX112" fmla="*/ 385348 w 3200935"/>
              <a:gd name="connsiteY112" fmla="*/ 873865 h 2848897"/>
              <a:gd name="connsiteX113" fmla="*/ 400932 w 3200935"/>
              <a:gd name="connsiteY113" fmla="*/ 846035 h 2848897"/>
              <a:gd name="connsiteX114" fmla="*/ 414290 w 3200935"/>
              <a:gd name="connsiteY114" fmla="*/ 815980 h 2848897"/>
              <a:gd name="connsiteX115" fmla="*/ 425422 w 3200935"/>
              <a:gd name="connsiteY115" fmla="*/ 783695 h 2848897"/>
              <a:gd name="connsiteX116" fmla="*/ 435442 w 3200935"/>
              <a:gd name="connsiteY116" fmla="*/ 750298 h 2848897"/>
              <a:gd name="connsiteX117" fmla="*/ 444347 w 3200935"/>
              <a:gd name="connsiteY117" fmla="*/ 716904 h 2848897"/>
              <a:gd name="connsiteX118" fmla="*/ 453253 w 3200935"/>
              <a:gd name="connsiteY118" fmla="*/ 682393 h 2848897"/>
              <a:gd name="connsiteX119" fmla="*/ 463271 w 3200935"/>
              <a:gd name="connsiteY119" fmla="*/ 650112 h 2848897"/>
              <a:gd name="connsiteX120" fmla="*/ 474403 w 3200935"/>
              <a:gd name="connsiteY120" fmla="*/ 617827 h 2848897"/>
              <a:gd name="connsiteX121" fmla="*/ 487762 w 3200935"/>
              <a:gd name="connsiteY121" fmla="*/ 587772 h 2848897"/>
              <a:gd name="connsiteX122" fmla="*/ 504460 w 3200935"/>
              <a:gd name="connsiteY122" fmla="*/ 561055 h 2848897"/>
              <a:gd name="connsiteX123" fmla="*/ 524495 w 3200935"/>
              <a:gd name="connsiteY123" fmla="*/ 536565 h 2848897"/>
              <a:gd name="connsiteX124" fmla="*/ 548987 w 3200935"/>
              <a:gd name="connsiteY124" fmla="*/ 516527 h 2848897"/>
              <a:gd name="connsiteX125" fmla="*/ 575704 w 3200935"/>
              <a:gd name="connsiteY125" fmla="*/ 499829 h 2848897"/>
              <a:gd name="connsiteX126" fmla="*/ 605759 w 3200935"/>
              <a:gd name="connsiteY126" fmla="*/ 486470 h 2848897"/>
              <a:gd name="connsiteX127" fmla="*/ 638042 w 3200935"/>
              <a:gd name="connsiteY127" fmla="*/ 475338 h 2848897"/>
              <a:gd name="connsiteX128" fmla="*/ 670325 w 3200935"/>
              <a:gd name="connsiteY128" fmla="*/ 465320 h 2848897"/>
              <a:gd name="connsiteX129" fmla="*/ 704834 w 3200935"/>
              <a:gd name="connsiteY129" fmla="*/ 456413 h 2848897"/>
              <a:gd name="connsiteX130" fmla="*/ 738229 w 3200935"/>
              <a:gd name="connsiteY130" fmla="*/ 447507 h 2848897"/>
              <a:gd name="connsiteX131" fmla="*/ 771626 w 3200935"/>
              <a:gd name="connsiteY131" fmla="*/ 437489 h 2848897"/>
              <a:gd name="connsiteX132" fmla="*/ 803907 w 3200935"/>
              <a:gd name="connsiteY132" fmla="*/ 426357 h 2848897"/>
              <a:gd name="connsiteX133" fmla="*/ 833964 w 3200935"/>
              <a:gd name="connsiteY133" fmla="*/ 412999 h 2848897"/>
              <a:gd name="connsiteX134" fmla="*/ 861794 w 3200935"/>
              <a:gd name="connsiteY134" fmla="*/ 397415 h 2848897"/>
              <a:gd name="connsiteX135" fmla="*/ 886284 w 3200935"/>
              <a:gd name="connsiteY135" fmla="*/ 377377 h 2848897"/>
              <a:gd name="connsiteX136" fmla="*/ 911888 w 3200935"/>
              <a:gd name="connsiteY136" fmla="*/ 355112 h 2848897"/>
              <a:gd name="connsiteX137" fmla="*/ 934152 w 3200935"/>
              <a:gd name="connsiteY137" fmla="*/ 329509 h 2848897"/>
              <a:gd name="connsiteX138" fmla="*/ 955302 w 3200935"/>
              <a:gd name="connsiteY138" fmla="*/ 302791 h 2848897"/>
              <a:gd name="connsiteX139" fmla="*/ 976452 w 3200935"/>
              <a:gd name="connsiteY139" fmla="*/ 274961 h 2848897"/>
              <a:gd name="connsiteX140" fmla="*/ 997604 w 3200935"/>
              <a:gd name="connsiteY140" fmla="*/ 247131 h 2848897"/>
              <a:gd name="connsiteX141" fmla="*/ 1018754 w 3200935"/>
              <a:gd name="connsiteY141" fmla="*/ 220414 h 2848897"/>
              <a:gd name="connsiteX142" fmla="*/ 1042131 w 3200935"/>
              <a:gd name="connsiteY142" fmla="*/ 194811 h 2848897"/>
              <a:gd name="connsiteX143" fmla="*/ 1065507 w 3200935"/>
              <a:gd name="connsiteY143" fmla="*/ 172547 h 2848897"/>
              <a:gd name="connsiteX144" fmla="*/ 1092225 w 3200935"/>
              <a:gd name="connsiteY144" fmla="*/ 153622 h 2848897"/>
              <a:gd name="connsiteX145" fmla="*/ 1120055 w 3200935"/>
              <a:gd name="connsiteY145" fmla="*/ 139150 h 2848897"/>
              <a:gd name="connsiteX146" fmla="*/ 1153451 w 3200935"/>
              <a:gd name="connsiteY146" fmla="*/ 129132 h 2848897"/>
              <a:gd name="connsiteX147" fmla="*/ 1187961 w 3200935"/>
              <a:gd name="connsiteY147" fmla="*/ 124678 h 2848897"/>
              <a:gd name="connsiteX148" fmla="*/ 1223581 w 3200935"/>
              <a:gd name="connsiteY148" fmla="*/ 123565 h 2848897"/>
              <a:gd name="connsiteX149" fmla="*/ 1261429 w 3200935"/>
              <a:gd name="connsiteY149" fmla="*/ 126906 h 2848897"/>
              <a:gd name="connsiteX150" fmla="*/ 1299279 w 3200935"/>
              <a:gd name="connsiteY150" fmla="*/ 131359 h 2848897"/>
              <a:gd name="connsiteX151" fmla="*/ 1337128 w 3200935"/>
              <a:gd name="connsiteY151" fmla="*/ 136924 h 2848897"/>
              <a:gd name="connsiteX152" fmla="*/ 1374976 w 3200935"/>
              <a:gd name="connsiteY152" fmla="*/ 141378 h 2848897"/>
              <a:gd name="connsiteX153" fmla="*/ 1412824 w 3200935"/>
              <a:gd name="connsiteY153" fmla="*/ 143604 h 2848897"/>
              <a:gd name="connsiteX154" fmla="*/ 1449561 w 3200935"/>
              <a:gd name="connsiteY154" fmla="*/ 143604 h 2848897"/>
              <a:gd name="connsiteX155" fmla="*/ 1484069 w 3200935"/>
              <a:gd name="connsiteY155" fmla="*/ 139150 h 2848897"/>
              <a:gd name="connsiteX156" fmla="*/ 1518579 w 3200935"/>
              <a:gd name="connsiteY156" fmla="*/ 130245 h 2848897"/>
              <a:gd name="connsiteX157" fmla="*/ 1551974 w 3200935"/>
              <a:gd name="connsiteY157" fmla="*/ 116887 h 2848897"/>
              <a:gd name="connsiteX158" fmla="*/ 1585369 w 3200935"/>
              <a:gd name="connsiteY158" fmla="*/ 99075 h 2848897"/>
              <a:gd name="connsiteX159" fmla="*/ 1618765 w 3200935"/>
              <a:gd name="connsiteY159" fmla="*/ 81264 h 2848897"/>
              <a:gd name="connsiteX160" fmla="*/ 1652161 w 3200935"/>
              <a:gd name="connsiteY160" fmla="*/ 61227 h 2848897"/>
              <a:gd name="connsiteX161" fmla="*/ 1684444 w 3200935"/>
              <a:gd name="connsiteY161" fmla="*/ 42302 h 2848897"/>
              <a:gd name="connsiteX162" fmla="*/ 1718953 w 3200935"/>
              <a:gd name="connsiteY162" fmla="*/ 25604 h 2848897"/>
              <a:gd name="connsiteX163" fmla="*/ 1752349 w 3200935"/>
              <a:gd name="connsiteY163" fmla="*/ 12245 h 2848897"/>
              <a:gd name="connsiteX164" fmla="*/ 1786858 w 3200935"/>
              <a:gd name="connsiteY164" fmla="*/ 3339 h 284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200935" h="2848897">
                <a:moveTo>
                  <a:pt x="1822480" y="0"/>
                </a:moveTo>
                <a:lnTo>
                  <a:pt x="1858100" y="3339"/>
                </a:lnTo>
                <a:lnTo>
                  <a:pt x="1892611" y="12245"/>
                </a:lnTo>
                <a:lnTo>
                  <a:pt x="1926007" y="25604"/>
                </a:lnTo>
                <a:lnTo>
                  <a:pt x="1960514" y="42302"/>
                </a:lnTo>
                <a:lnTo>
                  <a:pt x="1992798" y="61227"/>
                </a:lnTo>
                <a:lnTo>
                  <a:pt x="2026194" y="81264"/>
                </a:lnTo>
                <a:lnTo>
                  <a:pt x="2059589" y="99075"/>
                </a:lnTo>
                <a:lnTo>
                  <a:pt x="2092985" y="116887"/>
                </a:lnTo>
                <a:lnTo>
                  <a:pt x="2125268" y="130245"/>
                </a:lnTo>
                <a:lnTo>
                  <a:pt x="2160890" y="139150"/>
                </a:lnTo>
                <a:lnTo>
                  <a:pt x="2195399" y="143604"/>
                </a:lnTo>
                <a:lnTo>
                  <a:pt x="2232134" y="143604"/>
                </a:lnTo>
                <a:lnTo>
                  <a:pt x="2269983" y="141378"/>
                </a:lnTo>
                <a:lnTo>
                  <a:pt x="2307831" y="136924"/>
                </a:lnTo>
                <a:lnTo>
                  <a:pt x="2345681" y="131359"/>
                </a:lnTo>
                <a:lnTo>
                  <a:pt x="2383529" y="126906"/>
                </a:lnTo>
                <a:lnTo>
                  <a:pt x="2421378" y="123565"/>
                </a:lnTo>
                <a:lnTo>
                  <a:pt x="2456999" y="124678"/>
                </a:lnTo>
                <a:lnTo>
                  <a:pt x="2491507" y="129132"/>
                </a:lnTo>
                <a:lnTo>
                  <a:pt x="2524903" y="139150"/>
                </a:lnTo>
                <a:lnTo>
                  <a:pt x="2552734" y="153622"/>
                </a:lnTo>
                <a:lnTo>
                  <a:pt x="2579449" y="172547"/>
                </a:lnTo>
                <a:lnTo>
                  <a:pt x="2602827" y="194811"/>
                </a:lnTo>
                <a:lnTo>
                  <a:pt x="2626204" y="220414"/>
                </a:lnTo>
                <a:lnTo>
                  <a:pt x="2647355" y="247131"/>
                </a:lnTo>
                <a:lnTo>
                  <a:pt x="2668506" y="274961"/>
                </a:lnTo>
                <a:lnTo>
                  <a:pt x="2689656" y="302791"/>
                </a:lnTo>
                <a:lnTo>
                  <a:pt x="2710806" y="329509"/>
                </a:lnTo>
                <a:lnTo>
                  <a:pt x="2733071" y="355112"/>
                </a:lnTo>
                <a:lnTo>
                  <a:pt x="2758675" y="377377"/>
                </a:lnTo>
                <a:lnTo>
                  <a:pt x="2783165" y="397415"/>
                </a:lnTo>
                <a:lnTo>
                  <a:pt x="2810995" y="412999"/>
                </a:lnTo>
                <a:lnTo>
                  <a:pt x="2841051" y="426357"/>
                </a:lnTo>
                <a:lnTo>
                  <a:pt x="2873333" y="437489"/>
                </a:lnTo>
                <a:lnTo>
                  <a:pt x="2906728" y="447507"/>
                </a:lnTo>
                <a:lnTo>
                  <a:pt x="2940124" y="456413"/>
                </a:lnTo>
                <a:lnTo>
                  <a:pt x="2974633" y="465320"/>
                </a:lnTo>
                <a:lnTo>
                  <a:pt x="3006916" y="475338"/>
                </a:lnTo>
                <a:lnTo>
                  <a:pt x="3039197" y="486470"/>
                </a:lnTo>
                <a:lnTo>
                  <a:pt x="3069254" y="499829"/>
                </a:lnTo>
                <a:lnTo>
                  <a:pt x="3095972" y="516527"/>
                </a:lnTo>
                <a:lnTo>
                  <a:pt x="3120463" y="536565"/>
                </a:lnTo>
                <a:lnTo>
                  <a:pt x="3140498" y="561055"/>
                </a:lnTo>
                <a:lnTo>
                  <a:pt x="3157197" y="587772"/>
                </a:lnTo>
                <a:lnTo>
                  <a:pt x="3170555" y="617827"/>
                </a:lnTo>
                <a:lnTo>
                  <a:pt x="3181687" y="650112"/>
                </a:lnTo>
                <a:lnTo>
                  <a:pt x="3191705" y="682393"/>
                </a:lnTo>
                <a:lnTo>
                  <a:pt x="3200612" y="716904"/>
                </a:lnTo>
                <a:lnTo>
                  <a:pt x="3200935" y="718115"/>
                </a:lnTo>
                <a:lnTo>
                  <a:pt x="3200935" y="2848897"/>
                </a:lnTo>
                <a:lnTo>
                  <a:pt x="413394" y="2848897"/>
                </a:lnTo>
                <a:lnTo>
                  <a:pt x="400932" y="2820857"/>
                </a:lnTo>
                <a:lnTo>
                  <a:pt x="385348" y="2793028"/>
                </a:lnTo>
                <a:lnTo>
                  <a:pt x="365311" y="2768537"/>
                </a:lnTo>
                <a:lnTo>
                  <a:pt x="343046" y="2742933"/>
                </a:lnTo>
                <a:lnTo>
                  <a:pt x="317443" y="2720669"/>
                </a:lnTo>
                <a:lnTo>
                  <a:pt x="289612" y="2699519"/>
                </a:lnTo>
                <a:lnTo>
                  <a:pt x="261783" y="2678368"/>
                </a:lnTo>
                <a:lnTo>
                  <a:pt x="233954" y="2657218"/>
                </a:lnTo>
                <a:lnTo>
                  <a:pt x="207237" y="2636065"/>
                </a:lnTo>
                <a:lnTo>
                  <a:pt x="181633" y="2612689"/>
                </a:lnTo>
                <a:lnTo>
                  <a:pt x="159370" y="2589312"/>
                </a:lnTo>
                <a:lnTo>
                  <a:pt x="140446" y="2562594"/>
                </a:lnTo>
                <a:lnTo>
                  <a:pt x="125974" y="2534764"/>
                </a:lnTo>
                <a:lnTo>
                  <a:pt x="115956" y="2501370"/>
                </a:lnTo>
                <a:lnTo>
                  <a:pt x="111502" y="2466860"/>
                </a:lnTo>
                <a:lnTo>
                  <a:pt x="110388" y="2431236"/>
                </a:lnTo>
                <a:lnTo>
                  <a:pt x="113728" y="2393388"/>
                </a:lnTo>
                <a:lnTo>
                  <a:pt x="118182" y="2355539"/>
                </a:lnTo>
                <a:lnTo>
                  <a:pt x="123747" y="2317690"/>
                </a:lnTo>
                <a:lnTo>
                  <a:pt x="128200" y="2279842"/>
                </a:lnTo>
                <a:lnTo>
                  <a:pt x="130428" y="2241992"/>
                </a:lnTo>
                <a:lnTo>
                  <a:pt x="130428" y="2205256"/>
                </a:lnTo>
                <a:lnTo>
                  <a:pt x="125974" y="2170747"/>
                </a:lnTo>
                <a:lnTo>
                  <a:pt x="117069" y="2136238"/>
                </a:lnTo>
                <a:lnTo>
                  <a:pt x="103710" y="2103954"/>
                </a:lnTo>
                <a:lnTo>
                  <a:pt x="87012" y="2070559"/>
                </a:lnTo>
                <a:lnTo>
                  <a:pt x="68088" y="2037163"/>
                </a:lnTo>
                <a:lnTo>
                  <a:pt x="48051" y="2003766"/>
                </a:lnTo>
                <a:lnTo>
                  <a:pt x="29127" y="1971483"/>
                </a:lnTo>
                <a:lnTo>
                  <a:pt x="12427" y="1936974"/>
                </a:lnTo>
                <a:lnTo>
                  <a:pt x="0" y="1905903"/>
                </a:lnTo>
                <a:lnTo>
                  <a:pt x="0" y="1760990"/>
                </a:lnTo>
                <a:lnTo>
                  <a:pt x="12427" y="1729918"/>
                </a:lnTo>
                <a:lnTo>
                  <a:pt x="29127" y="1695410"/>
                </a:lnTo>
                <a:lnTo>
                  <a:pt x="48051" y="1663126"/>
                </a:lnTo>
                <a:lnTo>
                  <a:pt x="68088" y="1629730"/>
                </a:lnTo>
                <a:lnTo>
                  <a:pt x="87012" y="1596334"/>
                </a:lnTo>
                <a:lnTo>
                  <a:pt x="103710" y="1562938"/>
                </a:lnTo>
                <a:lnTo>
                  <a:pt x="117069" y="1530654"/>
                </a:lnTo>
                <a:lnTo>
                  <a:pt x="125974" y="1496145"/>
                </a:lnTo>
                <a:lnTo>
                  <a:pt x="130428" y="1461636"/>
                </a:lnTo>
                <a:lnTo>
                  <a:pt x="130428" y="1424901"/>
                </a:lnTo>
                <a:lnTo>
                  <a:pt x="128200" y="1387052"/>
                </a:lnTo>
                <a:lnTo>
                  <a:pt x="123747" y="1349203"/>
                </a:lnTo>
                <a:lnTo>
                  <a:pt x="118182" y="1311353"/>
                </a:lnTo>
                <a:lnTo>
                  <a:pt x="113728" y="1273505"/>
                </a:lnTo>
                <a:lnTo>
                  <a:pt x="110388" y="1235657"/>
                </a:lnTo>
                <a:lnTo>
                  <a:pt x="111502" y="1200034"/>
                </a:lnTo>
                <a:lnTo>
                  <a:pt x="115956" y="1165525"/>
                </a:lnTo>
                <a:lnTo>
                  <a:pt x="125974" y="1132128"/>
                </a:lnTo>
                <a:lnTo>
                  <a:pt x="140446" y="1104298"/>
                </a:lnTo>
                <a:lnTo>
                  <a:pt x="159370" y="1077582"/>
                </a:lnTo>
                <a:lnTo>
                  <a:pt x="181633" y="1054204"/>
                </a:lnTo>
                <a:lnTo>
                  <a:pt x="207237" y="1030827"/>
                </a:lnTo>
                <a:lnTo>
                  <a:pt x="233954" y="1009676"/>
                </a:lnTo>
                <a:lnTo>
                  <a:pt x="261783" y="988524"/>
                </a:lnTo>
                <a:lnTo>
                  <a:pt x="289612" y="967374"/>
                </a:lnTo>
                <a:lnTo>
                  <a:pt x="317443" y="946223"/>
                </a:lnTo>
                <a:lnTo>
                  <a:pt x="343046" y="923960"/>
                </a:lnTo>
                <a:lnTo>
                  <a:pt x="365311" y="898356"/>
                </a:lnTo>
                <a:lnTo>
                  <a:pt x="385348" y="873865"/>
                </a:lnTo>
                <a:lnTo>
                  <a:pt x="400932" y="846035"/>
                </a:lnTo>
                <a:lnTo>
                  <a:pt x="414290" y="815980"/>
                </a:lnTo>
                <a:lnTo>
                  <a:pt x="425422" y="783695"/>
                </a:lnTo>
                <a:lnTo>
                  <a:pt x="435442" y="750298"/>
                </a:lnTo>
                <a:lnTo>
                  <a:pt x="444347" y="716904"/>
                </a:lnTo>
                <a:lnTo>
                  <a:pt x="453253" y="682393"/>
                </a:lnTo>
                <a:lnTo>
                  <a:pt x="463271" y="650112"/>
                </a:lnTo>
                <a:lnTo>
                  <a:pt x="474403" y="617827"/>
                </a:lnTo>
                <a:lnTo>
                  <a:pt x="487762" y="587772"/>
                </a:lnTo>
                <a:lnTo>
                  <a:pt x="504460" y="561055"/>
                </a:lnTo>
                <a:lnTo>
                  <a:pt x="524495" y="536565"/>
                </a:lnTo>
                <a:lnTo>
                  <a:pt x="548987" y="516527"/>
                </a:lnTo>
                <a:lnTo>
                  <a:pt x="575704" y="499829"/>
                </a:lnTo>
                <a:lnTo>
                  <a:pt x="605759" y="486470"/>
                </a:lnTo>
                <a:lnTo>
                  <a:pt x="638042" y="475338"/>
                </a:lnTo>
                <a:lnTo>
                  <a:pt x="670325" y="465320"/>
                </a:lnTo>
                <a:lnTo>
                  <a:pt x="704834" y="456413"/>
                </a:lnTo>
                <a:lnTo>
                  <a:pt x="738229" y="447507"/>
                </a:lnTo>
                <a:lnTo>
                  <a:pt x="771626" y="437489"/>
                </a:lnTo>
                <a:lnTo>
                  <a:pt x="803907" y="426357"/>
                </a:lnTo>
                <a:lnTo>
                  <a:pt x="833964" y="412999"/>
                </a:lnTo>
                <a:lnTo>
                  <a:pt x="861794" y="397415"/>
                </a:lnTo>
                <a:lnTo>
                  <a:pt x="886284" y="377377"/>
                </a:lnTo>
                <a:lnTo>
                  <a:pt x="911888" y="355112"/>
                </a:lnTo>
                <a:lnTo>
                  <a:pt x="934152" y="329509"/>
                </a:lnTo>
                <a:lnTo>
                  <a:pt x="955302" y="302791"/>
                </a:lnTo>
                <a:lnTo>
                  <a:pt x="976452" y="274961"/>
                </a:lnTo>
                <a:lnTo>
                  <a:pt x="997604" y="247131"/>
                </a:lnTo>
                <a:lnTo>
                  <a:pt x="1018754" y="220414"/>
                </a:lnTo>
                <a:lnTo>
                  <a:pt x="1042131" y="194811"/>
                </a:lnTo>
                <a:lnTo>
                  <a:pt x="1065507" y="172547"/>
                </a:lnTo>
                <a:lnTo>
                  <a:pt x="1092225" y="153622"/>
                </a:lnTo>
                <a:lnTo>
                  <a:pt x="1120055" y="139150"/>
                </a:lnTo>
                <a:lnTo>
                  <a:pt x="1153451" y="129132"/>
                </a:lnTo>
                <a:lnTo>
                  <a:pt x="1187961" y="124678"/>
                </a:lnTo>
                <a:lnTo>
                  <a:pt x="1223581" y="123565"/>
                </a:lnTo>
                <a:lnTo>
                  <a:pt x="1261429" y="126906"/>
                </a:lnTo>
                <a:lnTo>
                  <a:pt x="1299279" y="131359"/>
                </a:lnTo>
                <a:lnTo>
                  <a:pt x="1337128" y="136924"/>
                </a:lnTo>
                <a:lnTo>
                  <a:pt x="1374976" y="141378"/>
                </a:lnTo>
                <a:lnTo>
                  <a:pt x="1412824" y="143604"/>
                </a:lnTo>
                <a:lnTo>
                  <a:pt x="1449561" y="143604"/>
                </a:lnTo>
                <a:lnTo>
                  <a:pt x="1484069" y="139150"/>
                </a:lnTo>
                <a:lnTo>
                  <a:pt x="1518579" y="130245"/>
                </a:lnTo>
                <a:lnTo>
                  <a:pt x="1551974" y="116887"/>
                </a:lnTo>
                <a:lnTo>
                  <a:pt x="1585369" y="99075"/>
                </a:lnTo>
                <a:lnTo>
                  <a:pt x="1618765" y="81264"/>
                </a:lnTo>
                <a:lnTo>
                  <a:pt x="1652161" y="61227"/>
                </a:lnTo>
                <a:lnTo>
                  <a:pt x="1684444" y="42302"/>
                </a:lnTo>
                <a:lnTo>
                  <a:pt x="1718953" y="25604"/>
                </a:lnTo>
                <a:lnTo>
                  <a:pt x="1752349" y="12245"/>
                </a:lnTo>
                <a:lnTo>
                  <a:pt x="1786858" y="333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oogle Shape;1378;p23">
            <a:hlinkClick r:id="rId4"/>
            <a:extLst>
              <a:ext uri="{FF2B5EF4-FFF2-40B4-BE49-F238E27FC236}">
                <a16:creationId xmlns:a16="http://schemas.microsoft.com/office/drawing/2014/main" id="{C2F5935B-7F39-8DBE-ED92-C66B3623FF83}"/>
              </a:ext>
            </a:extLst>
          </p:cNvPr>
          <p:cNvPicPr preferRelativeResize="0">
            <a:picLocks/>
          </p:cNvPicPr>
          <p:nvPr/>
        </p:nvPicPr>
        <p:blipFill rotWithShape="1">
          <a:blip r:embed="rId5">
            <a:alphaModFix/>
          </a:blip>
          <a:srcRect/>
          <a:stretch/>
        </p:blipFill>
        <p:spPr>
          <a:xfrm>
            <a:off x="8747883" y="3425137"/>
            <a:ext cx="3204777" cy="3126261"/>
          </a:xfrm>
          <a:prstGeom prst="rect">
            <a:avLst/>
          </a:prstGeom>
          <a:noFill/>
          <a:ln>
            <a:noFill/>
          </a:ln>
        </p:spPr>
      </p:pic>
      <p:graphicFrame>
        <p:nvGraphicFramePr>
          <p:cNvPr id="2" name="Table 1">
            <a:extLst>
              <a:ext uri="{FF2B5EF4-FFF2-40B4-BE49-F238E27FC236}">
                <a16:creationId xmlns:a16="http://schemas.microsoft.com/office/drawing/2014/main" id="{BF177FDF-4232-5A22-F453-20A3D57CBCDE}"/>
              </a:ext>
            </a:extLst>
          </p:cNvPr>
          <p:cNvGraphicFramePr>
            <a:graphicFrameLocks noGrp="1"/>
          </p:cNvGraphicFramePr>
          <p:nvPr>
            <p:extLst>
              <p:ext uri="{D42A27DB-BD31-4B8C-83A1-F6EECF244321}">
                <p14:modId xmlns:p14="http://schemas.microsoft.com/office/powerpoint/2010/main" val="2634730773"/>
              </p:ext>
            </p:extLst>
          </p:nvPr>
        </p:nvGraphicFramePr>
        <p:xfrm>
          <a:off x="403013" y="1887400"/>
          <a:ext cx="7992316" cy="1935480"/>
        </p:xfrm>
        <a:graphic>
          <a:graphicData uri="http://schemas.openxmlformats.org/drawingml/2006/table">
            <a:tbl>
              <a:tblPr firstRow="1" bandRow="1">
                <a:tableStyleId>{5C22544A-7EE6-4342-B048-85BDC9FD1C3A}</a:tableStyleId>
              </a:tblPr>
              <a:tblGrid>
                <a:gridCol w="2134480">
                  <a:extLst>
                    <a:ext uri="{9D8B030D-6E8A-4147-A177-3AD203B41FA5}">
                      <a16:colId xmlns:a16="http://schemas.microsoft.com/office/drawing/2014/main" val="1948668914"/>
                    </a:ext>
                  </a:extLst>
                </a:gridCol>
                <a:gridCol w="2900704">
                  <a:extLst>
                    <a:ext uri="{9D8B030D-6E8A-4147-A177-3AD203B41FA5}">
                      <a16:colId xmlns:a16="http://schemas.microsoft.com/office/drawing/2014/main" val="3109086788"/>
                    </a:ext>
                  </a:extLst>
                </a:gridCol>
                <a:gridCol w="2957132">
                  <a:extLst>
                    <a:ext uri="{9D8B030D-6E8A-4147-A177-3AD203B41FA5}">
                      <a16:colId xmlns:a16="http://schemas.microsoft.com/office/drawing/2014/main" val="222867537"/>
                    </a:ext>
                  </a:extLst>
                </a:gridCol>
              </a:tblGrid>
              <a:tr h="370702">
                <a:tc>
                  <a:txBody>
                    <a:bodyPr/>
                    <a:lstStyle/>
                    <a:p>
                      <a:pPr algn="ctr"/>
                      <a:r>
                        <a:rPr lang="en-US" sz="1600" dirty="0">
                          <a:solidFill>
                            <a:srgbClr val="19226D"/>
                          </a:solidFill>
                        </a:rPr>
                        <a:t>VACATION / PLANNED LEAVE (DAYS)</a:t>
                      </a:r>
                    </a:p>
                  </a:txBody>
                  <a:tcPr/>
                </a:tc>
                <a:tc>
                  <a:txBody>
                    <a:bodyPr/>
                    <a:lstStyle/>
                    <a:p>
                      <a:pPr algn="ctr"/>
                      <a:r>
                        <a:rPr lang="en-US" sz="1600" dirty="0">
                          <a:solidFill>
                            <a:srgbClr val="19226D"/>
                          </a:solidFill>
                        </a:rPr>
                        <a:t>NOTICE PERIOD </a:t>
                      </a:r>
                    </a:p>
                  </a:txBody>
                  <a:tcPr/>
                </a:tc>
                <a:tc>
                  <a:txBody>
                    <a:bodyPr/>
                    <a:lstStyle/>
                    <a:p>
                      <a:pPr algn="ctr"/>
                      <a:r>
                        <a:rPr lang="en-US" sz="1600" dirty="0">
                          <a:solidFill>
                            <a:srgbClr val="19226D"/>
                          </a:solidFill>
                        </a:rPr>
                        <a:t>MGR RESPONSE TIME FROM RECEIPT OF LEAVE</a:t>
                      </a:r>
                    </a:p>
                  </a:txBody>
                  <a:tcPr/>
                </a:tc>
                <a:extLst>
                  <a:ext uri="{0D108BD9-81ED-4DB2-BD59-A6C34878D82A}">
                    <a16:rowId xmlns:a16="http://schemas.microsoft.com/office/drawing/2014/main" val="74112664"/>
                  </a:ext>
                </a:extLst>
              </a:tr>
              <a:tr h="370840">
                <a:tc>
                  <a:txBody>
                    <a:bodyPr/>
                    <a:lstStyle/>
                    <a:p>
                      <a:r>
                        <a:rPr lang="en-US" sz="1600" b="1" dirty="0">
                          <a:solidFill>
                            <a:srgbClr val="19226D"/>
                          </a:solidFill>
                        </a:rPr>
                        <a:t>1 DAY</a:t>
                      </a:r>
                    </a:p>
                  </a:txBody>
                  <a:tcPr/>
                </a:tc>
                <a:tc>
                  <a:txBody>
                    <a:bodyPr/>
                    <a:lstStyle/>
                    <a:p>
                      <a:r>
                        <a:rPr lang="en-US" sz="1600" b="1" dirty="0">
                          <a:solidFill>
                            <a:srgbClr val="19226D"/>
                          </a:solidFill>
                        </a:rPr>
                        <a:t>2 WORKING DAYS</a:t>
                      </a:r>
                    </a:p>
                  </a:txBody>
                  <a:tcPr/>
                </a:tc>
                <a:tc>
                  <a:txBody>
                    <a:bodyPr/>
                    <a:lstStyle/>
                    <a:p>
                      <a:r>
                        <a:rPr lang="en-US" sz="1600" b="1" dirty="0">
                          <a:solidFill>
                            <a:srgbClr val="19226D"/>
                          </a:solidFill>
                        </a:rPr>
                        <a:t>W/IN 1 WORKING DAY</a:t>
                      </a:r>
                    </a:p>
                  </a:txBody>
                  <a:tcPr/>
                </a:tc>
                <a:extLst>
                  <a:ext uri="{0D108BD9-81ED-4DB2-BD59-A6C34878D82A}">
                    <a16:rowId xmlns:a16="http://schemas.microsoft.com/office/drawing/2014/main" val="2267845451"/>
                  </a:ext>
                </a:extLst>
              </a:tr>
              <a:tr h="370840">
                <a:tc>
                  <a:txBody>
                    <a:bodyPr/>
                    <a:lstStyle/>
                    <a:p>
                      <a:r>
                        <a:rPr lang="en-US" sz="1600" b="1" dirty="0">
                          <a:solidFill>
                            <a:srgbClr val="19226D"/>
                          </a:solidFill>
                        </a:rPr>
                        <a:t>2 DAYS</a:t>
                      </a:r>
                    </a:p>
                  </a:txBody>
                  <a:tcPr/>
                </a:tc>
                <a:tc>
                  <a:txBody>
                    <a:bodyPr/>
                    <a:lstStyle/>
                    <a:p>
                      <a:r>
                        <a:rPr lang="en-US" sz="1600" b="1" dirty="0">
                          <a:solidFill>
                            <a:srgbClr val="19226D"/>
                          </a:solidFill>
                        </a:rPr>
                        <a:t>5 WORKING DAYS</a:t>
                      </a:r>
                    </a:p>
                  </a:txBody>
                  <a:tcPr/>
                </a:tc>
                <a:tc>
                  <a:txBody>
                    <a:bodyPr/>
                    <a:lstStyle/>
                    <a:p>
                      <a:r>
                        <a:rPr lang="en-US" sz="1600" b="1" dirty="0">
                          <a:solidFill>
                            <a:srgbClr val="19226D"/>
                          </a:solidFill>
                        </a:rPr>
                        <a:t>W/IN 3 WORKING DAYS</a:t>
                      </a:r>
                    </a:p>
                  </a:txBody>
                  <a:tcPr/>
                </a:tc>
                <a:extLst>
                  <a:ext uri="{0D108BD9-81ED-4DB2-BD59-A6C34878D82A}">
                    <a16:rowId xmlns:a16="http://schemas.microsoft.com/office/drawing/2014/main" val="159833993"/>
                  </a:ext>
                </a:extLst>
              </a:tr>
              <a:tr h="370840">
                <a:tc>
                  <a:txBody>
                    <a:bodyPr/>
                    <a:lstStyle/>
                    <a:p>
                      <a:r>
                        <a:rPr lang="en-US" sz="1600" b="1" dirty="0">
                          <a:solidFill>
                            <a:srgbClr val="19226D"/>
                          </a:solidFill>
                        </a:rPr>
                        <a:t>1 WEEK/5DAYS</a:t>
                      </a:r>
                    </a:p>
                  </a:txBody>
                  <a:tcPr/>
                </a:tc>
                <a:tc>
                  <a:txBody>
                    <a:bodyPr/>
                    <a:lstStyle/>
                    <a:p>
                      <a:r>
                        <a:rPr lang="en-US" sz="1600" b="1" dirty="0">
                          <a:solidFill>
                            <a:srgbClr val="19226D"/>
                          </a:solidFill>
                        </a:rPr>
                        <a:t>1 CALENDAR MONTH</a:t>
                      </a:r>
                    </a:p>
                  </a:txBody>
                  <a:tcPr/>
                </a:tc>
                <a:tc>
                  <a:txBody>
                    <a:bodyPr/>
                    <a:lstStyle/>
                    <a:p>
                      <a:r>
                        <a:rPr lang="en-US" sz="1600" b="1" dirty="0">
                          <a:solidFill>
                            <a:srgbClr val="19226D"/>
                          </a:solidFill>
                        </a:rPr>
                        <a:t>W/IN 5 WORKING DAYS</a:t>
                      </a:r>
                    </a:p>
                  </a:txBody>
                  <a:tcPr/>
                </a:tc>
                <a:extLst>
                  <a:ext uri="{0D108BD9-81ED-4DB2-BD59-A6C34878D82A}">
                    <a16:rowId xmlns:a16="http://schemas.microsoft.com/office/drawing/2014/main" val="489441128"/>
                  </a:ext>
                </a:extLst>
              </a:tr>
            </a:tbl>
          </a:graphicData>
        </a:graphic>
      </p:graphicFrame>
      <p:sp>
        <p:nvSpPr>
          <p:cNvPr id="7" name="TextBox 6">
            <a:extLst>
              <a:ext uri="{FF2B5EF4-FFF2-40B4-BE49-F238E27FC236}">
                <a16:creationId xmlns:a16="http://schemas.microsoft.com/office/drawing/2014/main" id="{66CBA6B6-FA92-A61D-B5EC-C928383B5DC3}"/>
              </a:ext>
            </a:extLst>
          </p:cNvPr>
          <p:cNvSpPr txBox="1"/>
          <p:nvPr/>
        </p:nvSpPr>
        <p:spPr>
          <a:xfrm>
            <a:off x="404741" y="1474516"/>
            <a:ext cx="7773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accent2">
                    <a:lumMod val="75000"/>
                  </a:schemeClr>
                </a:solidFill>
                <a:cs typeface="Segoe UI"/>
              </a:rPr>
              <a:t>MGD SERVICES - Recommendation (to be included in enhancement):</a:t>
            </a:r>
            <a:endParaRPr lang="en-US" dirty="0">
              <a:solidFill>
                <a:schemeClr val="accent2">
                  <a:lumMod val="75000"/>
                </a:schemeClr>
              </a:solidFill>
            </a:endParaRPr>
          </a:p>
        </p:txBody>
      </p:sp>
      <p:sp>
        <p:nvSpPr>
          <p:cNvPr id="8" name="TextBox 7">
            <a:extLst>
              <a:ext uri="{FF2B5EF4-FFF2-40B4-BE49-F238E27FC236}">
                <a16:creationId xmlns:a16="http://schemas.microsoft.com/office/drawing/2014/main" id="{2683DE17-A9C3-250E-A39C-0CAB559673D9}"/>
              </a:ext>
            </a:extLst>
          </p:cNvPr>
          <p:cNvSpPr txBox="1"/>
          <p:nvPr/>
        </p:nvSpPr>
        <p:spPr>
          <a:xfrm>
            <a:off x="404740" y="3907822"/>
            <a:ext cx="805031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solidFill>
                  <a:srgbClr val="19226D"/>
                </a:solidFill>
                <a:cs typeface="Segoe UI"/>
              </a:rPr>
              <a:t>Mindset: Managers to reply </a:t>
            </a:r>
          </a:p>
          <a:p>
            <a:pPr marL="285750" indent="-285750">
              <a:buFont typeface="Arial"/>
              <a:buChar char="•"/>
            </a:pPr>
            <a:endParaRPr lang="en-US" sz="1400" dirty="0">
              <a:solidFill>
                <a:srgbClr val="19226D"/>
              </a:solidFill>
              <a:cs typeface="Segoe UI"/>
            </a:endParaRPr>
          </a:p>
          <a:p>
            <a:pPr marL="285750" indent="-285750">
              <a:buFont typeface="Arial"/>
              <a:buChar char="•"/>
            </a:pPr>
            <a:r>
              <a:rPr lang="en-US" sz="1400" dirty="0">
                <a:solidFill>
                  <a:srgbClr val="19226D"/>
                </a:solidFill>
                <a:cs typeface="Segoe UI"/>
              </a:rPr>
              <a:t>Immediate Manager can respond with conditional approval if contingent to certain deliverables. Set expectations that it can either be approved or not depending on the status.</a:t>
            </a:r>
            <a:endParaRPr lang="en-US" sz="1600" dirty="0">
              <a:solidFill>
                <a:srgbClr val="19226D"/>
              </a:solidFill>
            </a:endParaRPr>
          </a:p>
          <a:p>
            <a:pPr marL="285750" indent="-285750">
              <a:buFont typeface="Arial"/>
              <a:buChar char="•"/>
            </a:pPr>
            <a:endParaRPr lang="en-US" sz="1400" dirty="0">
              <a:solidFill>
                <a:srgbClr val="19226D"/>
              </a:solidFill>
              <a:cs typeface="Segoe UI"/>
            </a:endParaRPr>
          </a:p>
          <a:p>
            <a:pPr marL="285750" indent="-285750">
              <a:buFont typeface="Arial"/>
              <a:buChar char="•"/>
            </a:pPr>
            <a:r>
              <a:rPr lang="en-US" sz="1400" dirty="0">
                <a:solidFill>
                  <a:srgbClr val="19226D"/>
                </a:solidFill>
                <a:cs typeface="Segoe UI"/>
              </a:rPr>
              <a:t>If no Immediate Manager's response within the above period, escalate to 2nd level manager until last level. Lower levels to explain to MD.</a:t>
            </a:r>
          </a:p>
          <a:p>
            <a:pPr marL="285750" indent="-285750">
              <a:buFont typeface="Arial"/>
              <a:buChar char="•"/>
            </a:pPr>
            <a:endParaRPr lang="en-US" sz="1400" dirty="0">
              <a:solidFill>
                <a:srgbClr val="19226D"/>
              </a:solidFill>
              <a:cs typeface="Segoe UI"/>
            </a:endParaRPr>
          </a:p>
          <a:p>
            <a:pPr marL="285750" indent="-285750">
              <a:buFont typeface="Arial"/>
              <a:buChar char="•"/>
            </a:pPr>
            <a:r>
              <a:rPr lang="en-US" sz="1400" dirty="0">
                <a:solidFill>
                  <a:srgbClr val="19226D"/>
                </a:solidFill>
                <a:cs typeface="Segoe UI"/>
              </a:rPr>
              <a:t>Approved leaves may be recalled if due to urgent matters. Any cost incurred from the employees' side due to leave cancellation will be shouldered by FPT</a:t>
            </a:r>
          </a:p>
        </p:txBody>
      </p:sp>
      <p:pic>
        <p:nvPicPr>
          <p:cNvPr id="18" name="Picture 17">
            <a:extLst>
              <a:ext uri="{FF2B5EF4-FFF2-40B4-BE49-F238E27FC236}">
                <a16:creationId xmlns:a16="http://schemas.microsoft.com/office/drawing/2014/main" id="{CB1ACBED-970C-43FF-A081-35B44679C84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93800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2C0C63A-B05B-45A5-AE88-7A3D061A2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BAD34AF-5414-49A5-AB75-F1CA854B3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6" cy="6858000"/>
            <a:chOff x="1" y="0"/>
            <a:chExt cx="12191996" cy="6858000"/>
          </a:xfrm>
        </p:grpSpPr>
        <p:sp>
          <p:nvSpPr>
            <p:cNvPr id="23" name="Rectangle 22">
              <a:extLst>
                <a:ext uri="{FF2B5EF4-FFF2-40B4-BE49-F238E27FC236}">
                  <a16:creationId xmlns:a16="http://schemas.microsoft.com/office/drawing/2014/main" id="{7BAD3960-6DE9-4457-8083-F6FFBD58D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bg1"/>
            </a:solidFill>
            <a:ln w="0">
              <a:noFill/>
              <a:prstDash val="solid"/>
              <a:round/>
              <a:headEnd/>
              <a:tailEnd/>
            </a:ln>
          </p:spPr>
          <p:txBody>
            <a:bodyPr rtlCol="0" anchor="ctr"/>
            <a:lstStyle/>
            <a:p>
              <a:pPr algn="ctr" defTabSz="457200"/>
              <a:endParaRPr lang="en-US">
                <a:solidFill>
                  <a:schemeClr val="tx1"/>
                </a:solidFill>
              </a:endParaRPr>
            </a:p>
          </p:txBody>
        </p:sp>
        <p:sp>
          <p:nvSpPr>
            <p:cNvPr id="24" name="Rectangle 23">
              <a:extLst>
                <a:ext uri="{FF2B5EF4-FFF2-40B4-BE49-F238E27FC236}">
                  <a16:creationId xmlns:a16="http://schemas.microsoft.com/office/drawing/2014/main" id="{F3F5E368-26F9-408D-9C1D-D007FCE0C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grpSp>
      <p:sp>
        <p:nvSpPr>
          <p:cNvPr id="4" name="TextBox 3">
            <a:extLst>
              <a:ext uri="{FF2B5EF4-FFF2-40B4-BE49-F238E27FC236}">
                <a16:creationId xmlns:a16="http://schemas.microsoft.com/office/drawing/2014/main" id="{C7081EF8-1A88-5832-0415-B26A84F43EB3}"/>
              </a:ext>
            </a:extLst>
          </p:cNvPr>
          <p:cNvSpPr txBox="1"/>
          <p:nvPr/>
        </p:nvSpPr>
        <p:spPr>
          <a:xfrm>
            <a:off x="765051" y="662400"/>
            <a:ext cx="7007349" cy="1492132"/>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400" b="1" dirty="0">
                <a:latin typeface="+mj-lt"/>
                <a:ea typeface="+mj-ea"/>
                <a:cs typeface="+mj-cs"/>
                <a:sym typeface="Calibri"/>
              </a:rPr>
              <a:t>LEAVE CONVERSION</a:t>
            </a:r>
            <a:endParaRPr lang="en-US" sz="4400" b="1" dirty="0">
              <a:ea typeface="+mj-ea"/>
              <a:cs typeface="Segoe UI"/>
            </a:endParaRPr>
          </a:p>
        </p:txBody>
      </p:sp>
      <p:sp>
        <p:nvSpPr>
          <p:cNvPr id="26" name="Freeform: Shape 25">
            <a:extLst>
              <a:ext uri="{FF2B5EF4-FFF2-40B4-BE49-F238E27FC236}">
                <a16:creationId xmlns:a16="http://schemas.microsoft.com/office/drawing/2014/main" id="{8C4F1A0C-BD28-4977-9745-E2A4FB752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9668" y="0"/>
            <a:ext cx="4232332" cy="3701000"/>
          </a:xfrm>
          <a:custGeom>
            <a:avLst/>
            <a:gdLst>
              <a:gd name="connsiteX0" fmla="*/ 319701 w 4232332"/>
              <a:gd name="connsiteY0" fmla="*/ 0 h 3701000"/>
              <a:gd name="connsiteX1" fmla="*/ 4232332 w 4232332"/>
              <a:gd name="connsiteY1" fmla="*/ 0 h 3701000"/>
              <a:gd name="connsiteX2" fmla="*/ 4232332 w 4232332"/>
              <a:gd name="connsiteY2" fmla="*/ 3034486 h 3701000"/>
              <a:gd name="connsiteX3" fmla="*/ 4230268 w 4232332"/>
              <a:gd name="connsiteY3" fmla="*/ 3035198 h 3701000"/>
              <a:gd name="connsiteX4" fmla="*/ 4185051 w 4232332"/>
              <a:gd name="connsiteY4" fmla="*/ 3049231 h 3701000"/>
              <a:gd name="connsiteX5" fmla="*/ 4136714 w 4232332"/>
              <a:gd name="connsiteY5" fmla="*/ 3061706 h 3701000"/>
              <a:gd name="connsiteX6" fmla="*/ 4089935 w 4232332"/>
              <a:gd name="connsiteY6" fmla="*/ 3074180 h 3701000"/>
              <a:gd name="connsiteX7" fmla="*/ 4043158 w 4232332"/>
              <a:gd name="connsiteY7" fmla="*/ 3088214 h 3701000"/>
              <a:gd name="connsiteX8" fmla="*/ 3997940 w 4232332"/>
              <a:gd name="connsiteY8" fmla="*/ 3103806 h 3701000"/>
              <a:gd name="connsiteX9" fmla="*/ 3955840 w 4232332"/>
              <a:gd name="connsiteY9" fmla="*/ 3122518 h 3701000"/>
              <a:gd name="connsiteX10" fmla="*/ 3916860 w 4232332"/>
              <a:gd name="connsiteY10" fmla="*/ 3144346 h 3701000"/>
              <a:gd name="connsiteX11" fmla="*/ 3882555 w 4232332"/>
              <a:gd name="connsiteY11" fmla="*/ 3172413 h 3701000"/>
              <a:gd name="connsiteX12" fmla="*/ 3846692 w 4232332"/>
              <a:gd name="connsiteY12" fmla="*/ 3203599 h 3701000"/>
              <a:gd name="connsiteX13" fmla="*/ 3815506 w 4232332"/>
              <a:gd name="connsiteY13" fmla="*/ 3239461 h 3701000"/>
              <a:gd name="connsiteX14" fmla="*/ 3785881 w 4232332"/>
              <a:gd name="connsiteY14" fmla="*/ 3276884 h 3701000"/>
              <a:gd name="connsiteX15" fmla="*/ 3756254 w 4232332"/>
              <a:gd name="connsiteY15" fmla="*/ 3315864 h 3701000"/>
              <a:gd name="connsiteX16" fmla="*/ 3726629 w 4232332"/>
              <a:gd name="connsiteY16" fmla="*/ 3354846 h 3701000"/>
              <a:gd name="connsiteX17" fmla="*/ 3697003 w 4232332"/>
              <a:gd name="connsiteY17" fmla="*/ 3392268 h 3701000"/>
              <a:gd name="connsiteX18" fmla="*/ 3664258 w 4232332"/>
              <a:gd name="connsiteY18" fmla="*/ 3428131 h 3701000"/>
              <a:gd name="connsiteX19" fmla="*/ 3631513 w 4232332"/>
              <a:gd name="connsiteY19" fmla="*/ 3459315 h 3701000"/>
              <a:gd name="connsiteX20" fmla="*/ 3594093 w 4232332"/>
              <a:gd name="connsiteY20" fmla="*/ 3485823 h 3701000"/>
              <a:gd name="connsiteX21" fmla="*/ 3555111 w 4232332"/>
              <a:gd name="connsiteY21" fmla="*/ 3506094 h 3701000"/>
              <a:gd name="connsiteX22" fmla="*/ 3508332 w 4232332"/>
              <a:gd name="connsiteY22" fmla="*/ 3520128 h 3701000"/>
              <a:gd name="connsiteX23" fmla="*/ 3459994 w 4232332"/>
              <a:gd name="connsiteY23" fmla="*/ 3526365 h 3701000"/>
              <a:gd name="connsiteX24" fmla="*/ 3410100 w 4232332"/>
              <a:gd name="connsiteY24" fmla="*/ 3527923 h 3701000"/>
              <a:gd name="connsiteX25" fmla="*/ 3357084 w 4232332"/>
              <a:gd name="connsiteY25" fmla="*/ 3523245 h 3701000"/>
              <a:gd name="connsiteX26" fmla="*/ 3304070 w 4232332"/>
              <a:gd name="connsiteY26" fmla="*/ 3517009 h 3701000"/>
              <a:gd name="connsiteX27" fmla="*/ 3251054 w 4232332"/>
              <a:gd name="connsiteY27" fmla="*/ 3509211 h 3701000"/>
              <a:gd name="connsiteX28" fmla="*/ 3198040 w 4232332"/>
              <a:gd name="connsiteY28" fmla="*/ 3502976 h 3701000"/>
              <a:gd name="connsiteX29" fmla="*/ 3145024 w 4232332"/>
              <a:gd name="connsiteY29" fmla="*/ 3499857 h 3701000"/>
              <a:gd name="connsiteX30" fmla="*/ 3093569 w 4232332"/>
              <a:gd name="connsiteY30" fmla="*/ 3499857 h 3701000"/>
              <a:gd name="connsiteX31" fmla="*/ 3045233 w 4232332"/>
              <a:gd name="connsiteY31" fmla="*/ 3506094 h 3701000"/>
              <a:gd name="connsiteX32" fmla="*/ 2995337 w 4232332"/>
              <a:gd name="connsiteY32" fmla="*/ 3518569 h 3701000"/>
              <a:gd name="connsiteX33" fmla="*/ 2950118 w 4232332"/>
              <a:gd name="connsiteY33" fmla="*/ 3537278 h 3701000"/>
              <a:gd name="connsiteX34" fmla="*/ 2903340 w 4232332"/>
              <a:gd name="connsiteY34" fmla="*/ 3562227 h 3701000"/>
              <a:gd name="connsiteX35" fmla="*/ 2856564 w 4232332"/>
              <a:gd name="connsiteY35" fmla="*/ 3587176 h 3701000"/>
              <a:gd name="connsiteX36" fmla="*/ 2809785 w 4232332"/>
              <a:gd name="connsiteY36" fmla="*/ 3615241 h 3701000"/>
              <a:gd name="connsiteX37" fmla="*/ 2764565 w 4232332"/>
              <a:gd name="connsiteY37" fmla="*/ 3641749 h 3701000"/>
              <a:gd name="connsiteX38" fmla="*/ 2716230 w 4232332"/>
              <a:gd name="connsiteY38" fmla="*/ 3665138 h 3701000"/>
              <a:gd name="connsiteX39" fmla="*/ 2669451 w 4232332"/>
              <a:gd name="connsiteY39" fmla="*/ 3683850 h 3701000"/>
              <a:gd name="connsiteX40" fmla="*/ 2621114 w 4232332"/>
              <a:gd name="connsiteY40" fmla="*/ 3696324 h 3701000"/>
              <a:gd name="connsiteX41" fmla="*/ 2571219 w 4232332"/>
              <a:gd name="connsiteY41" fmla="*/ 3701000 h 3701000"/>
              <a:gd name="connsiteX42" fmla="*/ 2521322 w 4232332"/>
              <a:gd name="connsiteY42" fmla="*/ 3696324 h 3701000"/>
              <a:gd name="connsiteX43" fmla="*/ 2472985 w 4232332"/>
              <a:gd name="connsiteY43" fmla="*/ 3683850 h 3701000"/>
              <a:gd name="connsiteX44" fmla="*/ 2426209 w 4232332"/>
              <a:gd name="connsiteY44" fmla="*/ 3665138 h 3701000"/>
              <a:gd name="connsiteX45" fmla="*/ 2377871 w 4232332"/>
              <a:gd name="connsiteY45" fmla="*/ 3641749 h 3701000"/>
              <a:gd name="connsiteX46" fmla="*/ 2332651 w 4232332"/>
              <a:gd name="connsiteY46" fmla="*/ 3615241 h 3701000"/>
              <a:gd name="connsiteX47" fmla="*/ 2285874 w 4232332"/>
              <a:gd name="connsiteY47" fmla="*/ 3587176 h 3701000"/>
              <a:gd name="connsiteX48" fmla="*/ 2239096 w 4232332"/>
              <a:gd name="connsiteY48" fmla="*/ 3562227 h 3701000"/>
              <a:gd name="connsiteX49" fmla="*/ 2192319 w 4232332"/>
              <a:gd name="connsiteY49" fmla="*/ 3537278 h 3701000"/>
              <a:gd name="connsiteX50" fmla="*/ 2145542 w 4232332"/>
              <a:gd name="connsiteY50" fmla="*/ 3518569 h 3701000"/>
              <a:gd name="connsiteX51" fmla="*/ 2097204 w 4232332"/>
              <a:gd name="connsiteY51" fmla="*/ 3506094 h 3701000"/>
              <a:gd name="connsiteX52" fmla="*/ 2048867 w 4232332"/>
              <a:gd name="connsiteY52" fmla="*/ 3499857 h 3701000"/>
              <a:gd name="connsiteX53" fmla="*/ 1997410 w 4232332"/>
              <a:gd name="connsiteY53" fmla="*/ 3499857 h 3701000"/>
              <a:gd name="connsiteX54" fmla="*/ 1944396 w 4232332"/>
              <a:gd name="connsiteY54" fmla="*/ 3502976 h 3701000"/>
              <a:gd name="connsiteX55" fmla="*/ 1891382 w 4232332"/>
              <a:gd name="connsiteY55" fmla="*/ 3509211 h 3701000"/>
              <a:gd name="connsiteX56" fmla="*/ 1838366 w 4232332"/>
              <a:gd name="connsiteY56" fmla="*/ 3517009 h 3701000"/>
              <a:gd name="connsiteX57" fmla="*/ 1785350 w 4232332"/>
              <a:gd name="connsiteY57" fmla="*/ 3523245 h 3701000"/>
              <a:gd name="connsiteX58" fmla="*/ 1732336 w 4232332"/>
              <a:gd name="connsiteY58" fmla="*/ 3527923 h 3701000"/>
              <a:gd name="connsiteX59" fmla="*/ 1682442 w 4232332"/>
              <a:gd name="connsiteY59" fmla="*/ 3526365 h 3701000"/>
              <a:gd name="connsiteX60" fmla="*/ 1634105 w 4232332"/>
              <a:gd name="connsiteY60" fmla="*/ 3520128 h 3701000"/>
              <a:gd name="connsiteX61" fmla="*/ 1587326 w 4232332"/>
              <a:gd name="connsiteY61" fmla="*/ 3506094 h 3701000"/>
              <a:gd name="connsiteX62" fmla="*/ 1548345 w 4232332"/>
              <a:gd name="connsiteY62" fmla="*/ 3485823 h 3701000"/>
              <a:gd name="connsiteX63" fmla="*/ 1510922 w 4232332"/>
              <a:gd name="connsiteY63" fmla="*/ 3459315 h 3701000"/>
              <a:gd name="connsiteX64" fmla="*/ 1478179 w 4232332"/>
              <a:gd name="connsiteY64" fmla="*/ 3428131 h 3701000"/>
              <a:gd name="connsiteX65" fmla="*/ 1445433 w 4232332"/>
              <a:gd name="connsiteY65" fmla="*/ 3392268 h 3701000"/>
              <a:gd name="connsiteX66" fmla="*/ 1415807 w 4232332"/>
              <a:gd name="connsiteY66" fmla="*/ 3354846 h 3701000"/>
              <a:gd name="connsiteX67" fmla="*/ 1386182 w 4232332"/>
              <a:gd name="connsiteY67" fmla="*/ 3315864 h 3701000"/>
              <a:gd name="connsiteX68" fmla="*/ 1356556 w 4232332"/>
              <a:gd name="connsiteY68" fmla="*/ 3276884 h 3701000"/>
              <a:gd name="connsiteX69" fmla="*/ 1326930 w 4232332"/>
              <a:gd name="connsiteY69" fmla="*/ 3239461 h 3701000"/>
              <a:gd name="connsiteX70" fmla="*/ 1295744 w 4232332"/>
              <a:gd name="connsiteY70" fmla="*/ 3203599 h 3701000"/>
              <a:gd name="connsiteX71" fmla="*/ 1259881 w 4232332"/>
              <a:gd name="connsiteY71" fmla="*/ 3172413 h 3701000"/>
              <a:gd name="connsiteX72" fmla="*/ 1225577 w 4232332"/>
              <a:gd name="connsiteY72" fmla="*/ 3144346 h 3701000"/>
              <a:gd name="connsiteX73" fmla="*/ 1186596 w 4232332"/>
              <a:gd name="connsiteY73" fmla="*/ 3122518 h 3701000"/>
              <a:gd name="connsiteX74" fmla="*/ 1144496 w 4232332"/>
              <a:gd name="connsiteY74" fmla="*/ 3103806 h 3701000"/>
              <a:gd name="connsiteX75" fmla="*/ 1099278 w 4232332"/>
              <a:gd name="connsiteY75" fmla="*/ 3088214 h 3701000"/>
              <a:gd name="connsiteX76" fmla="*/ 1052499 w 4232332"/>
              <a:gd name="connsiteY76" fmla="*/ 3074180 h 3701000"/>
              <a:gd name="connsiteX77" fmla="*/ 1005723 w 4232332"/>
              <a:gd name="connsiteY77" fmla="*/ 3061706 h 3701000"/>
              <a:gd name="connsiteX78" fmla="*/ 957386 w 4232332"/>
              <a:gd name="connsiteY78" fmla="*/ 3049231 h 3701000"/>
              <a:gd name="connsiteX79" fmla="*/ 912167 w 4232332"/>
              <a:gd name="connsiteY79" fmla="*/ 3035198 h 3701000"/>
              <a:gd name="connsiteX80" fmla="*/ 866948 w 4232332"/>
              <a:gd name="connsiteY80" fmla="*/ 3019606 h 3701000"/>
              <a:gd name="connsiteX81" fmla="*/ 824850 w 4232332"/>
              <a:gd name="connsiteY81" fmla="*/ 3000894 h 3701000"/>
              <a:gd name="connsiteX82" fmla="*/ 787426 w 4232332"/>
              <a:gd name="connsiteY82" fmla="*/ 2977505 h 3701000"/>
              <a:gd name="connsiteX83" fmla="*/ 753122 w 4232332"/>
              <a:gd name="connsiteY83" fmla="*/ 2949439 h 3701000"/>
              <a:gd name="connsiteX84" fmla="*/ 725057 w 4232332"/>
              <a:gd name="connsiteY84" fmla="*/ 2915136 h 3701000"/>
              <a:gd name="connsiteX85" fmla="*/ 701668 w 4232332"/>
              <a:gd name="connsiteY85" fmla="*/ 2877713 h 3701000"/>
              <a:gd name="connsiteX86" fmla="*/ 682956 w 4232332"/>
              <a:gd name="connsiteY86" fmla="*/ 2835613 h 3701000"/>
              <a:gd name="connsiteX87" fmla="*/ 667364 w 4232332"/>
              <a:gd name="connsiteY87" fmla="*/ 2790396 h 3701000"/>
              <a:gd name="connsiteX88" fmla="*/ 653331 w 4232332"/>
              <a:gd name="connsiteY88" fmla="*/ 2745177 h 3701000"/>
              <a:gd name="connsiteX89" fmla="*/ 640857 w 4232332"/>
              <a:gd name="connsiteY89" fmla="*/ 2696840 h 3701000"/>
              <a:gd name="connsiteX90" fmla="*/ 628382 w 4232332"/>
              <a:gd name="connsiteY90" fmla="*/ 2650063 h 3701000"/>
              <a:gd name="connsiteX91" fmla="*/ 614349 w 4232332"/>
              <a:gd name="connsiteY91" fmla="*/ 2603285 h 3701000"/>
              <a:gd name="connsiteX92" fmla="*/ 598756 w 4232332"/>
              <a:gd name="connsiteY92" fmla="*/ 2558065 h 3701000"/>
              <a:gd name="connsiteX93" fmla="*/ 580044 w 4232332"/>
              <a:gd name="connsiteY93" fmla="*/ 2515965 h 3701000"/>
              <a:gd name="connsiteX94" fmla="*/ 558214 w 4232332"/>
              <a:gd name="connsiteY94" fmla="*/ 2476984 h 3701000"/>
              <a:gd name="connsiteX95" fmla="*/ 530150 w 4232332"/>
              <a:gd name="connsiteY95" fmla="*/ 2442681 h 3701000"/>
              <a:gd name="connsiteX96" fmla="*/ 498963 w 4232332"/>
              <a:gd name="connsiteY96" fmla="*/ 2406817 h 3701000"/>
              <a:gd name="connsiteX97" fmla="*/ 463101 w 4232332"/>
              <a:gd name="connsiteY97" fmla="*/ 2375633 h 3701000"/>
              <a:gd name="connsiteX98" fmla="*/ 424118 w 4232332"/>
              <a:gd name="connsiteY98" fmla="*/ 2346007 h 3701000"/>
              <a:gd name="connsiteX99" fmla="*/ 385138 w 4232332"/>
              <a:gd name="connsiteY99" fmla="*/ 2316382 h 3701000"/>
              <a:gd name="connsiteX100" fmla="*/ 346157 w 4232332"/>
              <a:gd name="connsiteY100" fmla="*/ 2286756 h 3701000"/>
              <a:gd name="connsiteX101" fmla="*/ 308733 w 4232332"/>
              <a:gd name="connsiteY101" fmla="*/ 2257129 h 3701000"/>
              <a:gd name="connsiteX102" fmla="*/ 272871 w 4232332"/>
              <a:gd name="connsiteY102" fmla="*/ 2224386 h 3701000"/>
              <a:gd name="connsiteX103" fmla="*/ 241686 w 4232332"/>
              <a:gd name="connsiteY103" fmla="*/ 2191641 h 3701000"/>
              <a:gd name="connsiteX104" fmla="*/ 215179 w 4232332"/>
              <a:gd name="connsiteY104" fmla="*/ 2154219 h 3701000"/>
              <a:gd name="connsiteX105" fmla="*/ 194909 w 4232332"/>
              <a:gd name="connsiteY105" fmla="*/ 2115238 h 3701000"/>
              <a:gd name="connsiteX106" fmla="*/ 180876 w 4232332"/>
              <a:gd name="connsiteY106" fmla="*/ 2068461 h 3701000"/>
              <a:gd name="connsiteX107" fmla="*/ 174638 w 4232332"/>
              <a:gd name="connsiteY107" fmla="*/ 2020123 h 3701000"/>
              <a:gd name="connsiteX108" fmla="*/ 173078 w 4232332"/>
              <a:gd name="connsiteY108" fmla="*/ 1970225 h 3701000"/>
              <a:gd name="connsiteX109" fmla="*/ 177756 w 4232332"/>
              <a:gd name="connsiteY109" fmla="*/ 1917211 h 3701000"/>
              <a:gd name="connsiteX110" fmla="*/ 183993 w 4232332"/>
              <a:gd name="connsiteY110" fmla="*/ 1864197 h 3701000"/>
              <a:gd name="connsiteX111" fmla="*/ 191789 w 4232332"/>
              <a:gd name="connsiteY111" fmla="*/ 1811182 h 3701000"/>
              <a:gd name="connsiteX112" fmla="*/ 198027 w 4232332"/>
              <a:gd name="connsiteY112" fmla="*/ 1758167 h 3701000"/>
              <a:gd name="connsiteX113" fmla="*/ 201146 w 4232332"/>
              <a:gd name="connsiteY113" fmla="*/ 1705153 h 3701000"/>
              <a:gd name="connsiteX114" fmla="*/ 201146 w 4232332"/>
              <a:gd name="connsiteY114" fmla="*/ 1653697 h 3701000"/>
              <a:gd name="connsiteX115" fmla="*/ 194909 w 4232332"/>
              <a:gd name="connsiteY115" fmla="*/ 1605362 h 3701000"/>
              <a:gd name="connsiteX116" fmla="*/ 182434 w 4232332"/>
              <a:gd name="connsiteY116" fmla="*/ 1557024 h 3701000"/>
              <a:gd name="connsiteX117" fmla="*/ 163723 w 4232332"/>
              <a:gd name="connsiteY117" fmla="*/ 1511804 h 3701000"/>
              <a:gd name="connsiteX118" fmla="*/ 140335 w 4232332"/>
              <a:gd name="connsiteY118" fmla="*/ 1465027 h 3701000"/>
              <a:gd name="connsiteX119" fmla="*/ 113826 w 4232332"/>
              <a:gd name="connsiteY119" fmla="*/ 1418251 h 3701000"/>
              <a:gd name="connsiteX120" fmla="*/ 85761 w 4232332"/>
              <a:gd name="connsiteY120" fmla="*/ 1371472 h 3701000"/>
              <a:gd name="connsiteX121" fmla="*/ 59253 w 4232332"/>
              <a:gd name="connsiteY121" fmla="*/ 1326252 h 3701000"/>
              <a:gd name="connsiteX122" fmla="*/ 35863 w 4232332"/>
              <a:gd name="connsiteY122" fmla="*/ 1277917 h 3701000"/>
              <a:gd name="connsiteX123" fmla="*/ 17153 w 4232332"/>
              <a:gd name="connsiteY123" fmla="*/ 1231139 h 3701000"/>
              <a:gd name="connsiteX124" fmla="*/ 4679 w 4232332"/>
              <a:gd name="connsiteY124" fmla="*/ 1182801 h 3701000"/>
              <a:gd name="connsiteX125" fmla="*/ 0 w 4232332"/>
              <a:gd name="connsiteY125" fmla="*/ 1132905 h 3701000"/>
              <a:gd name="connsiteX126" fmla="*/ 4679 w 4232332"/>
              <a:gd name="connsiteY126" fmla="*/ 1083010 h 3701000"/>
              <a:gd name="connsiteX127" fmla="*/ 17153 w 4232332"/>
              <a:gd name="connsiteY127" fmla="*/ 1034673 h 3701000"/>
              <a:gd name="connsiteX128" fmla="*/ 35863 w 4232332"/>
              <a:gd name="connsiteY128" fmla="*/ 987895 h 3701000"/>
              <a:gd name="connsiteX129" fmla="*/ 59253 w 4232332"/>
              <a:gd name="connsiteY129" fmla="*/ 939559 h 3701000"/>
              <a:gd name="connsiteX130" fmla="*/ 85761 w 4232332"/>
              <a:gd name="connsiteY130" fmla="*/ 894339 h 3701000"/>
              <a:gd name="connsiteX131" fmla="*/ 113826 w 4232332"/>
              <a:gd name="connsiteY131" fmla="*/ 847563 h 3701000"/>
              <a:gd name="connsiteX132" fmla="*/ 140335 w 4232332"/>
              <a:gd name="connsiteY132" fmla="*/ 800784 h 3701000"/>
              <a:gd name="connsiteX133" fmla="*/ 163723 w 4232332"/>
              <a:gd name="connsiteY133" fmla="*/ 754007 h 3701000"/>
              <a:gd name="connsiteX134" fmla="*/ 182434 w 4232332"/>
              <a:gd name="connsiteY134" fmla="*/ 708787 h 3701000"/>
              <a:gd name="connsiteX135" fmla="*/ 194909 w 4232332"/>
              <a:gd name="connsiteY135" fmla="*/ 660451 h 3701000"/>
              <a:gd name="connsiteX136" fmla="*/ 201146 w 4232332"/>
              <a:gd name="connsiteY136" fmla="*/ 612115 h 3701000"/>
              <a:gd name="connsiteX137" fmla="*/ 201146 w 4232332"/>
              <a:gd name="connsiteY137" fmla="*/ 560659 h 3701000"/>
              <a:gd name="connsiteX138" fmla="*/ 198027 w 4232332"/>
              <a:gd name="connsiteY138" fmla="*/ 507644 h 3701000"/>
              <a:gd name="connsiteX139" fmla="*/ 191789 w 4232332"/>
              <a:gd name="connsiteY139" fmla="*/ 454630 h 3701000"/>
              <a:gd name="connsiteX140" fmla="*/ 183993 w 4232332"/>
              <a:gd name="connsiteY140" fmla="*/ 401614 h 3701000"/>
              <a:gd name="connsiteX141" fmla="*/ 177756 w 4232332"/>
              <a:gd name="connsiteY141" fmla="*/ 348600 h 3701000"/>
              <a:gd name="connsiteX142" fmla="*/ 173078 w 4232332"/>
              <a:gd name="connsiteY142" fmla="*/ 295586 h 3701000"/>
              <a:gd name="connsiteX143" fmla="*/ 174638 w 4232332"/>
              <a:gd name="connsiteY143" fmla="*/ 245689 h 3701000"/>
              <a:gd name="connsiteX144" fmla="*/ 180876 w 4232332"/>
              <a:gd name="connsiteY144" fmla="*/ 197353 h 3701000"/>
              <a:gd name="connsiteX145" fmla="*/ 194909 w 4232332"/>
              <a:gd name="connsiteY145" fmla="*/ 150574 h 3701000"/>
              <a:gd name="connsiteX146" fmla="*/ 215179 w 4232332"/>
              <a:gd name="connsiteY146" fmla="*/ 111594 h 3701000"/>
              <a:gd name="connsiteX147" fmla="*/ 241686 w 4232332"/>
              <a:gd name="connsiteY147" fmla="*/ 74171 h 3701000"/>
              <a:gd name="connsiteX148" fmla="*/ 272871 w 4232332"/>
              <a:gd name="connsiteY148" fmla="*/ 41427 h 3701000"/>
              <a:gd name="connsiteX149" fmla="*/ 308733 w 4232332"/>
              <a:gd name="connsiteY149" fmla="*/ 8683 h 370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4232332" h="3701000">
                <a:moveTo>
                  <a:pt x="319701" y="0"/>
                </a:moveTo>
                <a:lnTo>
                  <a:pt x="4232332" y="0"/>
                </a:lnTo>
                <a:lnTo>
                  <a:pt x="4232332" y="3034486"/>
                </a:lnTo>
                <a:lnTo>
                  <a:pt x="4230268" y="3035198"/>
                </a:lnTo>
                <a:lnTo>
                  <a:pt x="4185051" y="3049231"/>
                </a:lnTo>
                <a:lnTo>
                  <a:pt x="4136714" y="3061706"/>
                </a:lnTo>
                <a:lnTo>
                  <a:pt x="4089935" y="3074180"/>
                </a:lnTo>
                <a:lnTo>
                  <a:pt x="4043158" y="3088214"/>
                </a:lnTo>
                <a:lnTo>
                  <a:pt x="3997940" y="3103806"/>
                </a:lnTo>
                <a:lnTo>
                  <a:pt x="3955840" y="3122518"/>
                </a:lnTo>
                <a:lnTo>
                  <a:pt x="3916860" y="3144346"/>
                </a:lnTo>
                <a:lnTo>
                  <a:pt x="3882555" y="3172413"/>
                </a:lnTo>
                <a:lnTo>
                  <a:pt x="3846692" y="3203599"/>
                </a:lnTo>
                <a:lnTo>
                  <a:pt x="3815506" y="3239461"/>
                </a:lnTo>
                <a:lnTo>
                  <a:pt x="3785881" y="3276884"/>
                </a:lnTo>
                <a:lnTo>
                  <a:pt x="3756254" y="3315864"/>
                </a:lnTo>
                <a:lnTo>
                  <a:pt x="3726629" y="3354846"/>
                </a:lnTo>
                <a:lnTo>
                  <a:pt x="3697003" y="3392268"/>
                </a:lnTo>
                <a:lnTo>
                  <a:pt x="3664258" y="3428131"/>
                </a:lnTo>
                <a:lnTo>
                  <a:pt x="3631513" y="3459315"/>
                </a:lnTo>
                <a:lnTo>
                  <a:pt x="3594093" y="3485823"/>
                </a:lnTo>
                <a:lnTo>
                  <a:pt x="3555111" y="3506094"/>
                </a:lnTo>
                <a:lnTo>
                  <a:pt x="3508332" y="3520128"/>
                </a:lnTo>
                <a:lnTo>
                  <a:pt x="3459994" y="3526365"/>
                </a:lnTo>
                <a:lnTo>
                  <a:pt x="3410100" y="3527923"/>
                </a:lnTo>
                <a:lnTo>
                  <a:pt x="3357084" y="3523245"/>
                </a:lnTo>
                <a:lnTo>
                  <a:pt x="3304070" y="3517009"/>
                </a:lnTo>
                <a:lnTo>
                  <a:pt x="3251054" y="3509211"/>
                </a:lnTo>
                <a:lnTo>
                  <a:pt x="3198040" y="3502976"/>
                </a:lnTo>
                <a:lnTo>
                  <a:pt x="3145024" y="3499857"/>
                </a:lnTo>
                <a:lnTo>
                  <a:pt x="3093569" y="3499857"/>
                </a:lnTo>
                <a:lnTo>
                  <a:pt x="3045233" y="3506094"/>
                </a:lnTo>
                <a:lnTo>
                  <a:pt x="2995337" y="3518569"/>
                </a:lnTo>
                <a:lnTo>
                  <a:pt x="2950118" y="3537278"/>
                </a:lnTo>
                <a:lnTo>
                  <a:pt x="2903340" y="3562227"/>
                </a:lnTo>
                <a:lnTo>
                  <a:pt x="2856564" y="3587176"/>
                </a:lnTo>
                <a:lnTo>
                  <a:pt x="2809785" y="3615241"/>
                </a:lnTo>
                <a:lnTo>
                  <a:pt x="2764565" y="3641749"/>
                </a:lnTo>
                <a:lnTo>
                  <a:pt x="2716230" y="3665138"/>
                </a:lnTo>
                <a:lnTo>
                  <a:pt x="2669451" y="3683850"/>
                </a:lnTo>
                <a:lnTo>
                  <a:pt x="2621114" y="3696324"/>
                </a:lnTo>
                <a:lnTo>
                  <a:pt x="2571219" y="3701000"/>
                </a:lnTo>
                <a:lnTo>
                  <a:pt x="2521322" y="3696324"/>
                </a:lnTo>
                <a:lnTo>
                  <a:pt x="2472985" y="3683850"/>
                </a:lnTo>
                <a:lnTo>
                  <a:pt x="2426209" y="3665138"/>
                </a:lnTo>
                <a:lnTo>
                  <a:pt x="2377871" y="3641749"/>
                </a:lnTo>
                <a:lnTo>
                  <a:pt x="2332651" y="3615241"/>
                </a:lnTo>
                <a:lnTo>
                  <a:pt x="2285874" y="3587176"/>
                </a:lnTo>
                <a:lnTo>
                  <a:pt x="2239096" y="3562227"/>
                </a:lnTo>
                <a:lnTo>
                  <a:pt x="2192319" y="3537278"/>
                </a:lnTo>
                <a:lnTo>
                  <a:pt x="2145542" y="3518569"/>
                </a:lnTo>
                <a:lnTo>
                  <a:pt x="2097204" y="3506094"/>
                </a:lnTo>
                <a:lnTo>
                  <a:pt x="2048867" y="3499857"/>
                </a:lnTo>
                <a:lnTo>
                  <a:pt x="1997410" y="3499857"/>
                </a:lnTo>
                <a:lnTo>
                  <a:pt x="1944396" y="3502976"/>
                </a:lnTo>
                <a:lnTo>
                  <a:pt x="1891382" y="3509211"/>
                </a:lnTo>
                <a:lnTo>
                  <a:pt x="1838366" y="3517009"/>
                </a:lnTo>
                <a:lnTo>
                  <a:pt x="1785350" y="3523245"/>
                </a:lnTo>
                <a:lnTo>
                  <a:pt x="1732336" y="3527923"/>
                </a:lnTo>
                <a:lnTo>
                  <a:pt x="1682442" y="3526365"/>
                </a:lnTo>
                <a:lnTo>
                  <a:pt x="1634105" y="3520128"/>
                </a:lnTo>
                <a:lnTo>
                  <a:pt x="1587326" y="3506094"/>
                </a:lnTo>
                <a:lnTo>
                  <a:pt x="1548345" y="3485823"/>
                </a:lnTo>
                <a:lnTo>
                  <a:pt x="1510922" y="3459315"/>
                </a:lnTo>
                <a:lnTo>
                  <a:pt x="1478179" y="3428131"/>
                </a:lnTo>
                <a:lnTo>
                  <a:pt x="1445433" y="3392268"/>
                </a:lnTo>
                <a:lnTo>
                  <a:pt x="1415807" y="3354846"/>
                </a:lnTo>
                <a:lnTo>
                  <a:pt x="1386182" y="3315864"/>
                </a:lnTo>
                <a:lnTo>
                  <a:pt x="1356556" y="3276884"/>
                </a:lnTo>
                <a:lnTo>
                  <a:pt x="1326930" y="3239461"/>
                </a:lnTo>
                <a:lnTo>
                  <a:pt x="1295744" y="3203599"/>
                </a:lnTo>
                <a:lnTo>
                  <a:pt x="1259881" y="3172413"/>
                </a:lnTo>
                <a:lnTo>
                  <a:pt x="1225577" y="3144346"/>
                </a:lnTo>
                <a:lnTo>
                  <a:pt x="1186596" y="3122518"/>
                </a:lnTo>
                <a:lnTo>
                  <a:pt x="1144496" y="3103806"/>
                </a:lnTo>
                <a:lnTo>
                  <a:pt x="1099278" y="3088214"/>
                </a:lnTo>
                <a:lnTo>
                  <a:pt x="1052499" y="3074180"/>
                </a:lnTo>
                <a:lnTo>
                  <a:pt x="1005723" y="3061706"/>
                </a:lnTo>
                <a:lnTo>
                  <a:pt x="957386" y="3049231"/>
                </a:lnTo>
                <a:lnTo>
                  <a:pt x="912167" y="3035198"/>
                </a:lnTo>
                <a:lnTo>
                  <a:pt x="866948" y="3019606"/>
                </a:lnTo>
                <a:lnTo>
                  <a:pt x="824850" y="3000894"/>
                </a:lnTo>
                <a:lnTo>
                  <a:pt x="787426" y="2977505"/>
                </a:lnTo>
                <a:lnTo>
                  <a:pt x="753122" y="2949439"/>
                </a:lnTo>
                <a:lnTo>
                  <a:pt x="725057" y="2915136"/>
                </a:lnTo>
                <a:lnTo>
                  <a:pt x="701668" y="2877713"/>
                </a:lnTo>
                <a:lnTo>
                  <a:pt x="682956" y="2835613"/>
                </a:lnTo>
                <a:lnTo>
                  <a:pt x="667364" y="2790396"/>
                </a:lnTo>
                <a:lnTo>
                  <a:pt x="653331" y="2745177"/>
                </a:lnTo>
                <a:lnTo>
                  <a:pt x="640857" y="2696840"/>
                </a:lnTo>
                <a:lnTo>
                  <a:pt x="628382" y="2650063"/>
                </a:lnTo>
                <a:lnTo>
                  <a:pt x="614349" y="2603285"/>
                </a:lnTo>
                <a:lnTo>
                  <a:pt x="598756" y="2558065"/>
                </a:lnTo>
                <a:lnTo>
                  <a:pt x="580044" y="2515965"/>
                </a:lnTo>
                <a:lnTo>
                  <a:pt x="558214" y="2476984"/>
                </a:lnTo>
                <a:lnTo>
                  <a:pt x="530150" y="2442681"/>
                </a:lnTo>
                <a:lnTo>
                  <a:pt x="498963" y="2406817"/>
                </a:lnTo>
                <a:lnTo>
                  <a:pt x="463101" y="2375633"/>
                </a:lnTo>
                <a:lnTo>
                  <a:pt x="424118" y="2346007"/>
                </a:lnTo>
                <a:lnTo>
                  <a:pt x="385138" y="2316382"/>
                </a:lnTo>
                <a:lnTo>
                  <a:pt x="346157" y="2286756"/>
                </a:lnTo>
                <a:lnTo>
                  <a:pt x="308733" y="2257129"/>
                </a:lnTo>
                <a:lnTo>
                  <a:pt x="272871" y="2224386"/>
                </a:lnTo>
                <a:lnTo>
                  <a:pt x="241686" y="2191641"/>
                </a:lnTo>
                <a:lnTo>
                  <a:pt x="215179" y="2154219"/>
                </a:lnTo>
                <a:lnTo>
                  <a:pt x="194909" y="2115238"/>
                </a:lnTo>
                <a:lnTo>
                  <a:pt x="180876" y="2068461"/>
                </a:lnTo>
                <a:lnTo>
                  <a:pt x="174638" y="2020123"/>
                </a:lnTo>
                <a:lnTo>
                  <a:pt x="173078" y="1970225"/>
                </a:lnTo>
                <a:lnTo>
                  <a:pt x="177756" y="1917211"/>
                </a:lnTo>
                <a:lnTo>
                  <a:pt x="183993" y="1864197"/>
                </a:lnTo>
                <a:lnTo>
                  <a:pt x="191789" y="1811182"/>
                </a:lnTo>
                <a:lnTo>
                  <a:pt x="198027" y="1758167"/>
                </a:lnTo>
                <a:lnTo>
                  <a:pt x="201146" y="1705153"/>
                </a:lnTo>
                <a:lnTo>
                  <a:pt x="201146" y="1653697"/>
                </a:lnTo>
                <a:lnTo>
                  <a:pt x="194909" y="1605362"/>
                </a:lnTo>
                <a:lnTo>
                  <a:pt x="182434" y="1557024"/>
                </a:lnTo>
                <a:lnTo>
                  <a:pt x="163723" y="1511804"/>
                </a:lnTo>
                <a:lnTo>
                  <a:pt x="140335" y="1465027"/>
                </a:lnTo>
                <a:lnTo>
                  <a:pt x="113826" y="1418251"/>
                </a:lnTo>
                <a:lnTo>
                  <a:pt x="85761" y="1371472"/>
                </a:lnTo>
                <a:lnTo>
                  <a:pt x="59253" y="1326252"/>
                </a:lnTo>
                <a:lnTo>
                  <a:pt x="35863" y="1277917"/>
                </a:lnTo>
                <a:lnTo>
                  <a:pt x="17153" y="1231139"/>
                </a:lnTo>
                <a:lnTo>
                  <a:pt x="4679" y="1182801"/>
                </a:lnTo>
                <a:lnTo>
                  <a:pt x="0" y="1132905"/>
                </a:lnTo>
                <a:lnTo>
                  <a:pt x="4679" y="1083010"/>
                </a:lnTo>
                <a:lnTo>
                  <a:pt x="17153" y="1034673"/>
                </a:lnTo>
                <a:lnTo>
                  <a:pt x="35863" y="987895"/>
                </a:lnTo>
                <a:lnTo>
                  <a:pt x="59253" y="939559"/>
                </a:lnTo>
                <a:lnTo>
                  <a:pt x="85761" y="894339"/>
                </a:lnTo>
                <a:lnTo>
                  <a:pt x="113826" y="847563"/>
                </a:lnTo>
                <a:lnTo>
                  <a:pt x="140335" y="800784"/>
                </a:lnTo>
                <a:lnTo>
                  <a:pt x="163723" y="754007"/>
                </a:lnTo>
                <a:lnTo>
                  <a:pt x="182434" y="708787"/>
                </a:lnTo>
                <a:lnTo>
                  <a:pt x="194909" y="660451"/>
                </a:lnTo>
                <a:lnTo>
                  <a:pt x="201146" y="612115"/>
                </a:lnTo>
                <a:lnTo>
                  <a:pt x="201146" y="560659"/>
                </a:lnTo>
                <a:lnTo>
                  <a:pt x="198027" y="507644"/>
                </a:lnTo>
                <a:lnTo>
                  <a:pt x="191789" y="454630"/>
                </a:lnTo>
                <a:lnTo>
                  <a:pt x="183993" y="401614"/>
                </a:lnTo>
                <a:lnTo>
                  <a:pt x="177756" y="348600"/>
                </a:lnTo>
                <a:lnTo>
                  <a:pt x="173078" y="295586"/>
                </a:lnTo>
                <a:lnTo>
                  <a:pt x="174638" y="245689"/>
                </a:lnTo>
                <a:lnTo>
                  <a:pt x="180876" y="197353"/>
                </a:lnTo>
                <a:lnTo>
                  <a:pt x="194909" y="150574"/>
                </a:lnTo>
                <a:lnTo>
                  <a:pt x="215179" y="111594"/>
                </a:lnTo>
                <a:lnTo>
                  <a:pt x="241686" y="74171"/>
                </a:lnTo>
                <a:lnTo>
                  <a:pt x="272871" y="41427"/>
                </a:lnTo>
                <a:lnTo>
                  <a:pt x="308733" y="868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28" name="Freeform: Shape 27">
            <a:extLst>
              <a:ext uri="{FF2B5EF4-FFF2-40B4-BE49-F238E27FC236}">
                <a16:creationId xmlns:a16="http://schemas.microsoft.com/office/drawing/2014/main" id="{6D32E310-1144-4755-A1D0-5F2886009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5117" y="-4"/>
            <a:ext cx="4116885" cy="3585722"/>
          </a:xfrm>
          <a:custGeom>
            <a:avLst/>
            <a:gdLst>
              <a:gd name="connsiteX0" fmla="*/ 371204 w 4116885"/>
              <a:gd name="connsiteY0" fmla="*/ 0 h 3585722"/>
              <a:gd name="connsiteX1" fmla="*/ 4116885 w 4116885"/>
              <a:gd name="connsiteY1" fmla="*/ 0 h 3585722"/>
              <a:gd name="connsiteX2" fmla="*/ 4116885 w 4116885"/>
              <a:gd name="connsiteY2" fmla="*/ 2920084 h 3585722"/>
              <a:gd name="connsiteX3" fmla="*/ 4083518 w 4116885"/>
              <a:gd name="connsiteY3" fmla="*/ 2934914 h 3585722"/>
              <a:gd name="connsiteX4" fmla="*/ 4040331 w 4116885"/>
              <a:gd name="connsiteY4" fmla="*/ 2949806 h 3585722"/>
              <a:gd name="connsiteX5" fmla="*/ 3997143 w 4116885"/>
              <a:gd name="connsiteY5" fmla="*/ 2963209 h 3585722"/>
              <a:gd name="connsiteX6" fmla="*/ 3950976 w 4116885"/>
              <a:gd name="connsiteY6" fmla="*/ 2975125 h 3585722"/>
              <a:gd name="connsiteX7" fmla="*/ 3906298 w 4116885"/>
              <a:gd name="connsiteY7" fmla="*/ 2987039 h 3585722"/>
              <a:gd name="connsiteX8" fmla="*/ 3861622 w 4116885"/>
              <a:gd name="connsiteY8" fmla="*/ 3000442 h 3585722"/>
              <a:gd name="connsiteX9" fmla="*/ 3818433 w 4116885"/>
              <a:gd name="connsiteY9" fmla="*/ 3015336 h 3585722"/>
              <a:gd name="connsiteX10" fmla="*/ 3778225 w 4116885"/>
              <a:gd name="connsiteY10" fmla="*/ 3033207 h 3585722"/>
              <a:gd name="connsiteX11" fmla="*/ 3740994 w 4116885"/>
              <a:gd name="connsiteY11" fmla="*/ 3054056 h 3585722"/>
              <a:gd name="connsiteX12" fmla="*/ 3708230 w 4116885"/>
              <a:gd name="connsiteY12" fmla="*/ 3080861 h 3585722"/>
              <a:gd name="connsiteX13" fmla="*/ 3673977 w 4116885"/>
              <a:gd name="connsiteY13" fmla="*/ 3110649 h 3585722"/>
              <a:gd name="connsiteX14" fmla="*/ 3644190 w 4116885"/>
              <a:gd name="connsiteY14" fmla="*/ 3144902 h 3585722"/>
              <a:gd name="connsiteX15" fmla="*/ 3615895 w 4116885"/>
              <a:gd name="connsiteY15" fmla="*/ 3180643 h 3585722"/>
              <a:gd name="connsiteX16" fmla="*/ 3587600 w 4116885"/>
              <a:gd name="connsiteY16" fmla="*/ 3217874 h 3585722"/>
              <a:gd name="connsiteX17" fmla="*/ 3559305 w 4116885"/>
              <a:gd name="connsiteY17" fmla="*/ 3255107 h 3585722"/>
              <a:gd name="connsiteX18" fmla="*/ 3531009 w 4116885"/>
              <a:gd name="connsiteY18" fmla="*/ 3290849 h 3585722"/>
              <a:gd name="connsiteX19" fmla="*/ 3499734 w 4116885"/>
              <a:gd name="connsiteY19" fmla="*/ 3325101 h 3585722"/>
              <a:gd name="connsiteX20" fmla="*/ 3468459 w 4116885"/>
              <a:gd name="connsiteY20" fmla="*/ 3354887 h 3585722"/>
              <a:gd name="connsiteX21" fmla="*/ 3432719 w 4116885"/>
              <a:gd name="connsiteY21" fmla="*/ 3380204 h 3585722"/>
              <a:gd name="connsiteX22" fmla="*/ 3395487 w 4116885"/>
              <a:gd name="connsiteY22" fmla="*/ 3399565 h 3585722"/>
              <a:gd name="connsiteX23" fmla="*/ 3350809 w 4116885"/>
              <a:gd name="connsiteY23" fmla="*/ 3412968 h 3585722"/>
              <a:gd name="connsiteX24" fmla="*/ 3304642 w 4116885"/>
              <a:gd name="connsiteY24" fmla="*/ 3418925 h 3585722"/>
              <a:gd name="connsiteX25" fmla="*/ 3256988 w 4116885"/>
              <a:gd name="connsiteY25" fmla="*/ 3420415 h 3585722"/>
              <a:gd name="connsiteX26" fmla="*/ 3206353 w 4116885"/>
              <a:gd name="connsiteY26" fmla="*/ 3415946 h 3585722"/>
              <a:gd name="connsiteX27" fmla="*/ 3155719 w 4116885"/>
              <a:gd name="connsiteY27" fmla="*/ 3409991 h 3585722"/>
              <a:gd name="connsiteX28" fmla="*/ 3105083 w 4116885"/>
              <a:gd name="connsiteY28" fmla="*/ 3402543 h 3585722"/>
              <a:gd name="connsiteX29" fmla="*/ 3054450 w 4116885"/>
              <a:gd name="connsiteY29" fmla="*/ 3396587 h 3585722"/>
              <a:gd name="connsiteX30" fmla="*/ 3003814 w 4116885"/>
              <a:gd name="connsiteY30" fmla="*/ 3393607 h 3585722"/>
              <a:gd name="connsiteX31" fmla="*/ 2954669 w 4116885"/>
              <a:gd name="connsiteY31" fmla="*/ 3393607 h 3585722"/>
              <a:gd name="connsiteX32" fmla="*/ 2908503 w 4116885"/>
              <a:gd name="connsiteY32" fmla="*/ 3399565 h 3585722"/>
              <a:gd name="connsiteX33" fmla="*/ 2860847 w 4116885"/>
              <a:gd name="connsiteY33" fmla="*/ 3411479 h 3585722"/>
              <a:gd name="connsiteX34" fmla="*/ 2817659 w 4116885"/>
              <a:gd name="connsiteY34" fmla="*/ 3429350 h 3585722"/>
              <a:gd name="connsiteX35" fmla="*/ 2772981 w 4116885"/>
              <a:gd name="connsiteY35" fmla="*/ 3453178 h 3585722"/>
              <a:gd name="connsiteX36" fmla="*/ 2728305 w 4116885"/>
              <a:gd name="connsiteY36" fmla="*/ 3477008 h 3585722"/>
              <a:gd name="connsiteX37" fmla="*/ 2683627 w 4116885"/>
              <a:gd name="connsiteY37" fmla="*/ 3503814 h 3585722"/>
              <a:gd name="connsiteX38" fmla="*/ 2640437 w 4116885"/>
              <a:gd name="connsiteY38" fmla="*/ 3529131 h 3585722"/>
              <a:gd name="connsiteX39" fmla="*/ 2594272 w 4116885"/>
              <a:gd name="connsiteY39" fmla="*/ 3551469 h 3585722"/>
              <a:gd name="connsiteX40" fmla="*/ 2549594 w 4116885"/>
              <a:gd name="connsiteY40" fmla="*/ 3569341 h 3585722"/>
              <a:gd name="connsiteX41" fmla="*/ 2503426 w 4116885"/>
              <a:gd name="connsiteY41" fmla="*/ 3581255 h 3585722"/>
              <a:gd name="connsiteX42" fmla="*/ 2455772 w 4116885"/>
              <a:gd name="connsiteY42" fmla="*/ 3585722 h 3585722"/>
              <a:gd name="connsiteX43" fmla="*/ 2408116 w 4116885"/>
              <a:gd name="connsiteY43" fmla="*/ 3581255 h 3585722"/>
              <a:gd name="connsiteX44" fmla="*/ 2361949 w 4116885"/>
              <a:gd name="connsiteY44" fmla="*/ 3569341 h 3585722"/>
              <a:gd name="connsiteX45" fmla="*/ 2317272 w 4116885"/>
              <a:gd name="connsiteY45" fmla="*/ 3551469 h 3585722"/>
              <a:gd name="connsiteX46" fmla="*/ 2271105 w 4116885"/>
              <a:gd name="connsiteY46" fmla="*/ 3529131 h 3585722"/>
              <a:gd name="connsiteX47" fmla="*/ 2227917 w 4116885"/>
              <a:gd name="connsiteY47" fmla="*/ 3503814 h 3585722"/>
              <a:gd name="connsiteX48" fmla="*/ 2183239 w 4116885"/>
              <a:gd name="connsiteY48" fmla="*/ 3477008 h 3585722"/>
              <a:gd name="connsiteX49" fmla="*/ 2138561 w 4116885"/>
              <a:gd name="connsiteY49" fmla="*/ 3453178 h 3585722"/>
              <a:gd name="connsiteX50" fmla="*/ 2093885 w 4116885"/>
              <a:gd name="connsiteY50" fmla="*/ 3429350 h 3585722"/>
              <a:gd name="connsiteX51" fmla="*/ 2049208 w 4116885"/>
              <a:gd name="connsiteY51" fmla="*/ 3411479 h 3585722"/>
              <a:gd name="connsiteX52" fmla="*/ 2003041 w 4116885"/>
              <a:gd name="connsiteY52" fmla="*/ 3399565 h 3585722"/>
              <a:gd name="connsiteX53" fmla="*/ 1956874 w 4116885"/>
              <a:gd name="connsiteY53" fmla="*/ 3393607 h 3585722"/>
              <a:gd name="connsiteX54" fmla="*/ 1907728 w 4116885"/>
              <a:gd name="connsiteY54" fmla="*/ 3393607 h 3585722"/>
              <a:gd name="connsiteX55" fmla="*/ 1857094 w 4116885"/>
              <a:gd name="connsiteY55" fmla="*/ 3396587 h 3585722"/>
              <a:gd name="connsiteX56" fmla="*/ 1806460 w 4116885"/>
              <a:gd name="connsiteY56" fmla="*/ 3402543 h 3585722"/>
              <a:gd name="connsiteX57" fmla="*/ 1755825 w 4116885"/>
              <a:gd name="connsiteY57" fmla="*/ 3409991 h 3585722"/>
              <a:gd name="connsiteX58" fmla="*/ 1705189 w 4116885"/>
              <a:gd name="connsiteY58" fmla="*/ 3415946 h 3585722"/>
              <a:gd name="connsiteX59" fmla="*/ 1654555 w 4116885"/>
              <a:gd name="connsiteY59" fmla="*/ 3420415 h 3585722"/>
              <a:gd name="connsiteX60" fmla="*/ 1606901 w 4116885"/>
              <a:gd name="connsiteY60" fmla="*/ 3418925 h 3585722"/>
              <a:gd name="connsiteX61" fmla="*/ 1560733 w 4116885"/>
              <a:gd name="connsiteY61" fmla="*/ 3412968 h 3585722"/>
              <a:gd name="connsiteX62" fmla="*/ 1516055 w 4116885"/>
              <a:gd name="connsiteY62" fmla="*/ 3399565 h 3585722"/>
              <a:gd name="connsiteX63" fmla="*/ 1478825 w 4116885"/>
              <a:gd name="connsiteY63" fmla="*/ 3380204 h 3585722"/>
              <a:gd name="connsiteX64" fmla="*/ 1443081 w 4116885"/>
              <a:gd name="connsiteY64" fmla="*/ 3354887 h 3585722"/>
              <a:gd name="connsiteX65" fmla="*/ 1411808 w 4116885"/>
              <a:gd name="connsiteY65" fmla="*/ 3325101 h 3585722"/>
              <a:gd name="connsiteX66" fmla="*/ 1380533 w 4116885"/>
              <a:gd name="connsiteY66" fmla="*/ 3290849 h 3585722"/>
              <a:gd name="connsiteX67" fmla="*/ 1352239 w 4116885"/>
              <a:gd name="connsiteY67" fmla="*/ 3255107 h 3585722"/>
              <a:gd name="connsiteX68" fmla="*/ 1323942 w 4116885"/>
              <a:gd name="connsiteY68" fmla="*/ 3217874 h 3585722"/>
              <a:gd name="connsiteX69" fmla="*/ 1295647 w 4116885"/>
              <a:gd name="connsiteY69" fmla="*/ 3180643 h 3585722"/>
              <a:gd name="connsiteX70" fmla="*/ 1267352 w 4116885"/>
              <a:gd name="connsiteY70" fmla="*/ 3144902 h 3585722"/>
              <a:gd name="connsiteX71" fmla="*/ 1237566 w 4116885"/>
              <a:gd name="connsiteY71" fmla="*/ 3110649 h 3585722"/>
              <a:gd name="connsiteX72" fmla="*/ 1203314 w 4116885"/>
              <a:gd name="connsiteY72" fmla="*/ 3080861 h 3585722"/>
              <a:gd name="connsiteX73" fmla="*/ 1170550 w 4116885"/>
              <a:gd name="connsiteY73" fmla="*/ 3054056 h 3585722"/>
              <a:gd name="connsiteX74" fmla="*/ 1133319 w 4116885"/>
              <a:gd name="connsiteY74" fmla="*/ 3033207 h 3585722"/>
              <a:gd name="connsiteX75" fmla="*/ 1093109 w 4116885"/>
              <a:gd name="connsiteY75" fmla="*/ 3015336 h 3585722"/>
              <a:gd name="connsiteX76" fmla="*/ 1049921 w 4116885"/>
              <a:gd name="connsiteY76" fmla="*/ 3000442 h 3585722"/>
              <a:gd name="connsiteX77" fmla="*/ 1005242 w 4116885"/>
              <a:gd name="connsiteY77" fmla="*/ 2987039 h 3585722"/>
              <a:gd name="connsiteX78" fmla="*/ 960566 w 4116885"/>
              <a:gd name="connsiteY78" fmla="*/ 2975125 h 3585722"/>
              <a:gd name="connsiteX79" fmla="*/ 914400 w 4116885"/>
              <a:gd name="connsiteY79" fmla="*/ 2963209 h 3585722"/>
              <a:gd name="connsiteX80" fmla="*/ 871211 w 4116885"/>
              <a:gd name="connsiteY80" fmla="*/ 2949806 h 3585722"/>
              <a:gd name="connsiteX81" fmla="*/ 828022 w 4116885"/>
              <a:gd name="connsiteY81" fmla="*/ 2934914 h 3585722"/>
              <a:gd name="connsiteX82" fmla="*/ 787813 w 4116885"/>
              <a:gd name="connsiteY82" fmla="*/ 2917043 h 3585722"/>
              <a:gd name="connsiteX83" fmla="*/ 752072 w 4116885"/>
              <a:gd name="connsiteY83" fmla="*/ 2894704 h 3585722"/>
              <a:gd name="connsiteX84" fmla="*/ 719306 w 4116885"/>
              <a:gd name="connsiteY84" fmla="*/ 2867898 h 3585722"/>
              <a:gd name="connsiteX85" fmla="*/ 692502 w 4116885"/>
              <a:gd name="connsiteY85" fmla="*/ 2835134 h 3585722"/>
              <a:gd name="connsiteX86" fmla="*/ 670163 w 4116885"/>
              <a:gd name="connsiteY86" fmla="*/ 2799391 h 3585722"/>
              <a:gd name="connsiteX87" fmla="*/ 652291 w 4116885"/>
              <a:gd name="connsiteY87" fmla="*/ 2759180 h 3585722"/>
              <a:gd name="connsiteX88" fmla="*/ 637399 w 4116885"/>
              <a:gd name="connsiteY88" fmla="*/ 2715993 h 3585722"/>
              <a:gd name="connsiteX89" fmla="*/ 623997 w 4116885"/>
              <a:gd name="connsiteY89" fmla="*/ 2672804 h 3585722"/>
              <a:gd name="connsiteX90" fmla="*/ 612083 w 4116885"/>
              <a:gd name="connsiteY90" fmla="*/ 2626638 h 3585722"/>
              <a:gd name="connsiteX91" fmla="*/ 600169 w 4116885"/>
              <a:gd name="connsiteY91" fmla="*/ 2581960 h 3585722"/>
              <a:gd name="connsiteX92" fmla="*/ 586764 w 4116885"/>
              <a:gd name="connsiteY92" fmla="*/ 2537281 h 3585722"/>
              <a:gd name="connsiteX93" fmla="*/ 571872 w 4116885"/>
              <a:gd name="connsiteY93" fmla="*/ 2494092 h 3585722"/>
              <a:gd name="connsiteX94" fmla="*/ 554000 w 4116885"/>
              <a:gd name="connsiteY94" fmla="*/ 2453882 h 3585722"/>
              <a:gd name="connsiteX95" fmla="*/ 533152 w 4116885"/>
              <a:gd name="connsiteY95" fmla="*/ 2416651 h 3585722"/>
              <a:gd name="connsiteX96" fmla="*/ 506346 w 4116885"/>
              <a:gd name="connsiteY96" fmla="*/ 2383887 h 3585722"/>
              <a:gd name="connsiteX97" fmla="*/ 476561 w 4116885"/>
              <a:gd name="connsiteY97" fmla="*/ 2349633 h 3585722"/>
              <a:gd name="connsiteX98" fmla="*/ 442308 w 4116885"/>
              <a:gd name="connsiteY98" fmla="*/ 2319849 h 3585722"/>
              <a:gd name="connsiteX99" fmla="*/ 405075 w 4116885"/>
              <a:gd name="connsiteY99" fmla="*/ 2291554 h 3585722"/>
              <a:gd name="connsiteX100" fmla="*/ 367844 w 4116885"/>
              <a:gd name="connsiteY100" fmla="*/ 2263257 h 3585722"/>
              <a:gd name="connsiteX101" fmla="*/ 330615 w 4116885"/>
              <a:gd name="connsiteY101" fmla="*/ 2234962 h 3585722"/>
              <a:gd name="connsiteX102" fmla="*/ 294872 w 4116885"/>
              <a:gd name="connsiteY102" fmla="*/ 2206664 h 3585722"/>
              <a:gd name="connsiteX103" fmla="*/ 260619 w 4116885"/>
              <a:gd name="connsiteY103" fmla="*/ 2175390 h 3585722"/>
              <a:gd name="connsiteX104" fmla="*/ 230835 w 4116885"/>
              <a:gd name="connsiteY104" fmla="*/ 2144116 h 3585722"/>
              <a:gd name="connsiteX105" fmla="*/ 205519 w 4116885"/>
              <a:gd name="connsiteY105" fmla="*/ 2108372 h 3585722"/>
              <a:gd name="connsiteX106" fmla="*/ 186158 w 4116885"/>
              <a:gd name="connsiteY106" fmla="*/ 2071141 h 3585722"/>
              <a:gd name="connsiteX107" fmla="*/ 172755 w 4116885"/>
              <a:gd name="connsiteY107" fmla="*/ 2026465 h 3585722"/>
              <a:gd name="connsiteX108" fmla="*/ 166797 w 4116885"/>
              <a:gd name="connsiteY108" fmla="*/ 1980297 h 3585722"/>
              <a:gd name="connsiteX109" fmla="*/ 165306 w 4116885"/>
              <a:gd name="connsiteY109" fmla="*/ 1932640 h 3585722"/>
              <a:gd name="connsiteX110" fmla="*/ 169775 w 4116885"/>
              <a:gd name="connsiteY110" fmla="*/ 1882006 h 3585722"/>
              <a:gd name="connsiteX111" fmla="*/ 175733 w 4116885"/>
              <a:gd name="connsiteY111" fmla="*/ 1831370 h 3585722"/>
              <a:gd name="connsiteX112" fmla="*/ 183178 w 4116885"/>
              <a:gd name="connsiteY112" fmla="*/ 1780735 h 3585722"/>
              <a:gd name="connsiteX113" fmla="*/ 189136 w 4116885"/>
              <a:gd name="connsiteY113" fmla="*/ 1730101 h 3585722"/>
              <a:gd name="connsiteX114" fmla="*/ 192116 w 4116885"/>
              <a:gd name="connsiteY114" fmla="*/ 1679466 h 3585722"/>
              <a:gd name="connsiteX115" fmla="*/ 192116 w 4116885"/>
              <a:gd name="connsiteY115" fmla="*/ 1630319 h 3585722"/>
              <a:gd name="connsiteX116" fmla="*/ 186158 w 4116885"/>
              <a:gd name="connsiteY116" fmla="*/ 1584152 h 3585722"/>
              <a:gd name="connsiteX117" fmla="*/ 174244 w 4116885"/>
              <a:gd name="connsiteY117" fmla="*/ 1537986 h 3585722"/>
              <a:gd name="connsiteX118" fmla="*/ 156372 w 4116885"/>
              <a:gd name="connsiteY118" fmla="*/ 1494795 h 3585722"/>
              <a:gd name="connsiteX119" fmla="*/ 134033 w 4116885"/>
              <a:gd name="connsiteY119" fmla="*/ 1450119 h 3585722"/>
              <a:gd name="connsiteX120" fmla="*/ 108716 w 4116885"/>
              <a:gd name="connsiteY120" fmla="*/ 1405442 h 3585722"/>
              <a:gd name="connsiteX121" fmla="*/ 81910 w 4116885"/>
              <a:gd name="connsiteY121" fmla="*/ 1360762 h 3585722"/>
              <a:gd name="connsiteX122" fmla="*/ 56594 w 4116885"/>
              <a:gd name="connsiteY122" fmla="*/ 1317574 h 3585722"/>
              <a:gd name="connsiteX123" fmla="*/ 34253 w 4116885"/>
              <a:gd name="connsiteY123" fmla="*/ 1271407 h 3585722"/>
              <a:gd name="connsiteX124" fmla="*/ 16383 w 4116885"/>
              <a:gd name="connsiteY124" fmla="*/ 1226729 h 3585722"/>
              <a:gd name="connsiteX125" fmla="*/ 4469 w 4116885"/>
              <a:gd name="connsiteY125" fmla="*/ 1180561 h 3585722"/>
              <a:gd name="connsiteX126" fmla="*/ 0 w 4116885"/>
              <a:gd name="connsiteY126" fmla="*/ 1132905 h 3585722"/>
              <a:gd name="connsiteX127" fmla="*/ 4469 w 4116885"/>
              <a:gd name="connsiteY127" fmla="*/ 1085249 h 3585722"/>
              <a:gd name="connsiteX128" fmla="*/ 16383 w 4116885"/>
              <a:gd name="connsiteY128" fmla="*/ 1039083 h 3585722"/>
              <a:gd name="connsiteX129" fmla="*/ 34253 w 4116885"/>
              <a:gd name="connsiteY129" fmla="*/ 994403 h 3585722"/>
              <a:gd name="connsiteX130" fmla="*/ 56594 w 4116885"/>
              <a:gd name="connsiteY130" fmla="*/ 948238 h 3585722"/>
              <a:gd name="connsiteX131" fmla="*/ 81910 w 4116885"/>
              <a:gd name="connsiteY131" fmla="*/ 905048 h 3585722"/>
              <a:gd name="connsiteX132" fmla="*/ 108716 w 4116885"/>
              <a:gd name="connsiteY132" fmla="*/ 860370 h 3585722"/>
              <a:gd name="connsiteX133" fmla="*/ 134033 w 4116885"/>
              <a:gd name="connsiteY133" fmla="*/ 815693 h 3585722"/>
              <a:gd name="connsiteX134" fmla="*/ 156372 w 4116885"/>
              <a:gd name="connsiteY134" fmla="*/ 771015 h 3585722"/>
              <a:gd name="connsiteX135" fmla="*/ 174244 w 4116885"/>
              <a:gd name="connsiteY135" fmla="*/ 727825 h 3585722"/>
              <a:gd name="connsiteX136" fmla="*/ 186158 w 4116885"/>
              <a:gd name="connsiteY136" fmla="*/ 681658 h 3585722"/>
              <a:gd name="connsiteX137" fmla="*/ 192116 w 4116885"/>
              <a:gd name="connsiteY137" fmla="*/ 635491 h 3585722"/>
              <a:gd name="connsiteX138" fmla="*/ 192116 w 4116885"/>
              <a:gd name="connsiteY138" fmla="*/ 586346 h 3585722"/>
              <a:gd name="connsiteX139" fmla="*/ 189136 w 4116885"/>
              <a:gd name="connsiteY139" fmla="*/ 535711 h 3585722"/>
              <a:gd name="connsiteX140" fmla="*/ 183178 w 4116885"/>
              <a:gd name="connsiteY140" fmla="*/ 485075 h 3585722"/>
              <a:gd name="connsiteX141" fmla="*/ 175733 w 4116885"/>
              <a:gd name="connsiteY141" fmla="*/ 434440 h 3585722"/>
              <a:gd name="connsiteX142" fmla="*/ 169775 w 4116885"/>
              <a:gd name="connsiteY142" fmla="*/ 383806 h 3585722"/>
              <a:gd name="connsiteX143" fmla="*/ 165306 w 4116885"/>
              <a:gd name="connsiteY143" fmla="*/ 333172 h 3585722"/>
              <a:gd name="connsiteX144" fmla="*/ 166797 w 4116885"/>
              <a:gd name="connsiteY144" fmla="*/ 285515 h 3585722"/>
              <a:gd name="connsiteX145" fmla="*/ 172755 w 4116885"/>
              <a:gd name="connsiteY145" fmla="*/ 239348 h 3585722"/>
              <a:gd name="connsiteX146" fmla="*/ 186158 w 4116885"/>
              <a:gd name="connsiteY146" fmla="*/ 194669 h 3585722"/>
              <a:gd name="connsiteX147" fmla="*/ 205519 w 4116885"/>
              <a:gd name="connsiteY147" fmla="*/ 157438 h 3585722"/>
              <a:gd name="connsiteX148" fmla="*/ 230835 w 4116885"/>
              <a:gd name="connsiteY148" fmla="*/ 121696 h 3585722"/>
              <a:gd name="connsiteX149" fmla="*/ 260619 w 4116885"/>
              <a:gd name="connsiteY149" fmla="*/ 90421 h 3585722"/>
              <a:gd name="connsiteX150" fmla="*/ 294872 w 4116885"/>
              <a:gd name="connsiteY150" fmla="*/ 59147 h 3585722"/>
              <a:gd name="connsiteX151" fmla="*/ 330615 w 4116885"/>
              <a:gd name="connsiteY151" fmla="*/ 30850 h 3585722"/>
              <a:gd name="connsiteX152" fmla="*/ 367844 w 4116885"/>
              <a:gd name="connsiteY152" fmla="*/ 2553 h 358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4116885" h="3585722">
                <a:moveTo>
                  <a:pt x="371204" y="0"/>
                </a:moveTo>
                <a:lnTo>
                  <a:pt x="4116885" y="0"/>
                </a:lnTo>
                <a:lnTo>
                  <a:pt x="4116885" y="2920084"/>
                </a:lnTo>
                <a:lnTo>
                  <a:pt x="4083518" y="2934914"/>
                </a:lnTo>
                <a:lnTo>
                  <a:pt x="4040331" y="2949806"/>
                </a:lnTo>
                <a:lnTo>
                  <a:pt x="3997143" y="2963209"/>
                </a:lnTo>
                <a:lnTo>
                  <a:pt x="3950976" y="2975125"/>
                </a:lnTo>
                <a:lnTo>
                  <a:pt x="3906298" y="2987039"/>
                </a:lnTo>
                <a:lnTo>
                  <a:pt x="3861622" y="3000442"/>
                </a:lnTo>
                <a:lnTo>
                  <a:pt x="3818433" y="3015336"/>
                </a:lnTo>
                <a:lnTo>
                  <a:pt x="3778225" y="3033207"/>
                </a:lnTo>
                <a:lnTo>
                  <a:pt x="3740994" y="3054056"/>
                </a:lnTo>
                <a:lnTo>
                  <a:pt x="3708230" y="3080861"/>
                </a:lnTo>
                <a:lnTo>
                  <a:pt x="3673977" y="3110649"/>
                </a:lnTo>
                <a:lnTo>
                  <a:pt x="3644190" y="3144902"/>
                </a:lnTo>
                <a:lnTo>
                  <a:pt x="3615895" y="3180643"/>
                </a:lnTo>
                <a:lnTo>
                  <a:pt x="3587600" y="3217874"/>
                </a:lnTo>
                <a:lnTo>
                  <a:pt x="3559305" y="3255107"/>
                </a:lnTo>
                <a:lnTo>
                  <a:pt x="3531009" y="3290849"/>
                </a:lnTo>
                <a:lnTo>
                  <a:pt x="3499734" y="3325101"/>
                </a:lnTo>
                <a:lnTo>
                  <a:pt x="3468459" y="3354887"/>
                </a:lnTo>
                <a:lnTo>
                  <a:pt x="3432719" y="3380204"/>
                </a:lnTo>
                <a:lnTo>
                  <a:pt x="3395487" y="3399565"/>
                </a:lnTo>
                <a:lnTo>
                  <a:pt x="3350809" y="3412968"/>
                </a:lnTo>
                <a:lnTo>
                  <a:pt x="3304642" y="3418925"/>
                </a:lnTo>
                <a:lnTo>
                  <a:pt x="3256988" y="3420415"/>
                </a:lnTo>
                <a:lnTo>
                  <a:pt x="3206353" y="3415946"/>
                </a:lnTo>
                <a:lnTo>
                  <a:pt x="3155719" y="3409991"/>
                </a:lnTo>
                <a:lnTo>
                  <a:pt x="3105083" y="3402543"/>
                </a:lnTo>
                <a:lnTo>
                  <a:pt x="3054450" y="3396587"/>
                </a:lnTo>
                <a:lnTo>
                  <a:pt x="3003814" y="3393607"/>
                </a:lnTo>
                <a:lnTo>
                  <a:pt x="2954669" y="3393607"/>
                </a:lnTo>
                <a:lnTo>
                  <a:pt x="2908503" y="3399565"/>
                </a:lnTo>
                <a:lnTo>
                  <a:pt x="2860847" y="3411479"/>
                </a:lnTo>
                <a:lnTo>
                  <a:pt x="2817659" y="3429350"/>
                </a:lnTo>
                <a:lnTo>
                  <a:pt x="2772981" y="3453178"/>
                </a:lnTo>
                <a:lnTo>
                  <a:pt x="2728305" y="3477008"/>
                </a:lnTo>
                <a:lnTo>
                  <a:pt x="2683627" y="3503814"/>
                </a:lnTo>
                <a:lnTo>
                  <a:pt x="2640437" y="3529131"/>
                </a:lnTo>
                <a:lnTo>
                  <a:pt x="2594272" y="3551469"/>
                </a:lnTo>
                <a:lnTo>
                  <a:pt x="2549594" y="3569341"/>
                </a:lnTo>
                <a:lnTo>
                  <a:pt x="2503426" y="3581255"/>
                </a:lnTo>
                <a:lnTo>
                  <a:pt x="2455772" y="3585722"/>
                </a:lnTo>
                <a:lnTo>
                  <a:pt x="2408116" y="3581255"/>
                </a:lnTo>
                <a:lnTo>
                  <a:pt x="2361949" y="3569341"/>
                </a:lnTo>
                <a:lnTo>
                  <a:pt x="2317272" y="3551469"/>
                </a:lnTo>
                <a:lnTo>
                  <a:pt x="2271105" y="3529131"/>
                </a:lnTo>
                <a:lnTo>
                  <a:pt x="2227917" y="3503814"/>
                </a:lnTo>
                <a:lnTo>
                  <a:pt x="2183239" y="3477008"/>
                </a:lnTo>
                <a:lnTo>
                  <a:pt x="2138561" y="3453178"/>
                </a:lnTo>
                <a:lnTo>
                  <a:pt x="2093885" y="3429350"/>
                </a:lnTo>
                <a:lnTo>
                  <a:pt x="2049208" y="3411479"/>
                </a:lnTo>
                <a:lnTo>
                  <a:pt x="2003041" y="3399565"/>
                </a:lnTo>
                <a:lnTo>
                  <a:pt x="1956874" y="3393607"/>
                </a:lnTo>
                <a:lnTo>
                  <a:pt x="1907728" y="3393607"/>
                </a:lnTo>
                <a:lnTo>
                  <a:pt x="1857094" y="3396587"/>
                </a:lnTo>
                <a:lnTo>
                  <a:pt x="1806460" y="3402543"/>
                </a:lnTo>
                <a:lnTo>
                  <a:pt x="1755825" y="3409991"/>
                </a:lnTo>
                <a:lnTo>
                  <a:pt x="1705189" y="3415946"/>
                </a:lnTo>
                <a:lnTo>
                  <a:pt x="1654555" y="3420415"/>
                </a:lnTo>
                <a:lnTo>
                  <a:pt x="1606901" y="3418925"/>
                </a:lnTo>
                <a:lnTo>
                  <a:pt x="1560733" y="3412968"/>
                </a:lnTo>
                <a:lnTo>
                  <a:pt x="1516055" y="3399565"/>
                </a:lnTo>
                <a:lnTo>
                  <a:pt x="1478825" y="3380204"/>
                </a:lnTo>
                <a:lnTo>
                  <a:pt x="1443081" y="3354887"/>
                </a:lnTo>
                <a:lnTo>
                  <a:pt x="1411808" y="3325101"/>
                </a:lnTo>
                <a:lnTo>
                  <a:pt x="1380533" y="3290849"/>
                </a:lnTo>
                <a:lnTo>
                  <a:pt x="1352239" y="3255107"/>
                </a:lnTo>
                <a:lnTo>
                  <a:pt x="1323942" y="3217874"/>
                </a:lnTo>
                <a:lnTo>
                  <a:pt x="1295647" y="3180643"/>
                </a:lnTo>
                <a:lnTo>
                  <a:pt x="1267352" y="3144902"/>
                </a:lnTo>
                <a:lnTo>
                  <a:pt x="1237566" y="3110649"/>
                </a:lnTo>
                <a:lnTo>
                  <a:pt x="1203314" y="3080861"/>
                </a:lnTo>
                <a:lnTo>
                  <a:pt x="1170550" y="3054056"/>
                </a:lnTo>
                <a:lnTo>
                  <a:pt x="1133319" y="3033207"/>
                </a:lnTo>
                <a:lnTo>
                  <a:pt x="1093109" y="3015336"/>
                </a:lnTo>
                <a:lnTo>
                  <a:pt x="1049921" y="3000442"/>
                </a:lnTo>
                <a:lnTo>
                  <a:pt x="1005242" y="2987039"/>
                </a:lnTo>
                <a:lnTo>
                  <a:pt x="960566" y="2975125"/>
                </a:lnTo>
                <a:lnTo>
                  <a:pt x="914400" y="2963209"/>
                </a:lnTo>
                <a:lnTo>
                  <a:pt x="871211" y="2949806"/>
                </a:lnTo>
                <a:lnTo>
                  <a:pt x="828022" y="2934914"/>
                </a:lnTo>
                <a:lnTo>
                  <a:pt x="787813" y="2917043"/>
                </a:lnTo>
                <a:lnTo>
                  <a:pt x="752072" y="2894704"/>
                </a:lnTo>
                <a:lnTo>
                  <a:pt x="719306" y="2867898"/>
                </a:lnTo>
                <a:lnTo>
                  <a:pt x="692502" y="2835134"/>
                </a:lnTo>
                <a:lnTo>
                  <a:pt x="670163" y="2799391"/>
                </a:lnTo>
                <a:lnTo>
                  <a:pt x="652291" y="2759180"/>
                </a:lnTo>
                <a:lnTo>
                  <a:pt x="637399" y="2715993"/>
                </a:lnTo>
                <a:lnTo>
                  <a:pt x="623997" y="2672804"/>
                </a:lnTo>
                <a:lnTo>
                  <a:pt x="612083" y="2626638"/>
                </a:lnTo>
                <a:lnTo>
                  <a:pt x="600169" y="2581960"/>
                </a:lnTo>
                <a:lnTo>
                  <a:pt x="586764" y="2537281"/>
                </a:lnTo>
                <a:lnTo>
                  <a:pt x="571872" y="2494092"/>
                </a:lnTo>
                <a:lnTo>
                  <a:pt x="554000" y="2453882"/>
                </a:lnTo>
                <a:lnTo>
                  <a:pt x="533152" y="2416651"/>
                </a:lnTo>
                <a:lnTo>
                  <a:pt x="506346" y="2383887"/>
                </a:lnTo>
                <a:lnTo>
                  <a:pt x="476561" y="2349633"/>
                </a:lnTo>
                <a:lnTo>
                  <a:pt x="442308" y="2319849"/>
                </a:lnTo>
                <a:lnTo>
                  <a:pt x="405075" y="2291554"/>
                </a:lnTo>
                <a:lnTo>
                  <a:pt x="367844" y="2263257"/>
                </a:lnTo>
                <a:lnTo>
                  <a:pt x="330615" y="2234962"/>
                </a:lnTo>
                <a:lnTo>
                  <a:pt x="294872" y="2206664"/>
                </a:lnTo>
                <a:lnTo>
                  <a:pt x="260619" y="2175390"/>
                </a:lnTo>
                <a:lnTo>
                  <a:pt x="230835" y="2144116"/>
                </a:lnTo>
                <a:lnTo>
                  <a:pt x="205519" y="2108372"/>
                </a:lnTo>
                <a:lnTo>
                  <a:pt x="186158" y="2071141"/>
                </a:lnTo>
                <a:lnTo>
                  <a:pt x="172755" y="2026465"/>
                </a:lnTo>
                <a:lnTo>
                  <a:pt x="166797" y="1980297"/>
                </a:lnTo>
                <a:lnTo>
                  <a:pt x="165306" y="1932640"/>
                </a:lnTo>
                <a:lnTo>
                  <a:pt x="169775" y="1882006"/>
                </a:lnTo>
                <a:lnTo>
                  <a:pt x="175733" y="1831370"/>
                </a:lnTo>
                <a:lnTo>
                  <a:pt x="183178" y="1780735"/>
                </a:lnTo>
                <a:lnTo>
                  <a:pt x="189136" y="1730101"/>
                </a:lnTo>
                <a:lnTo>
                  <a:pt x="192116" y="1679466"/>
                </a:lnTo>
                <a:lnTo>
                  <a:pt x="192116" y="1630319"/>
                </a:lnTo>
                <a:lnTo>
                  <a:pt x="186158" y="1584152"/>
                </a:lnTo>
                <a:lnTo>
                  <a:pt x="174244" y="1537986"/>
                </a:lnTo>
                <a:lnTo>
                  <a:pt x="156372" y="1494795"/>
                </a:lnTo>
                <a:lnTo>
                  <a:pt x="134033" y="1450119"/>
                </a:lnTo>
                <a:lnTo>
                  <a:pt x="108716" y="1405442"/>
                </a:lnTo>
                <a:lnTo>
                  <a:pt x="81910" y="1360762"/>
                </a:lnTo>
                <a:lnTo>
                  <a:pt x="56594" y="1317574"/>
                </a:lnTo>
                <a:lnTo>
                  <a:pt x="34253" y="1271407"/>
                </a:lnTo>
                <a:lnTo>
                  <a:pt x="16383" y="1226729"/>
                </a:lnTo>
                <a:lnTo>
                  <a:pt x="4469" y="1180561"/>
                </a:lnTo>
                <a:lnTo>
                  <a:pt x="0" y="1132905"/>
                </a:lnTo>
                <a:lnTo>
                  <a:pt x="4469" y="1085249"/>
                </a:lnTo>
                <a:lnTo>
                  <a:pt x="16383" y="1039083"/>
                </a:lnTo>
                <a:lnTo>
                  <a:pt x="34253" y="994403"/>
                </a:lnTo>
                <a:lnTo>
                  <a:pt x="56594" y="948238"/>
                </a:lnTo>
                <a:lnTo>
                  <a:pt x="81910" y="905048"/>
                </a:lnTo>
                <a:lnTo>
                  <a:pt x="108716" y="860370"/>
                </a:lnTo>
                <a:lnTo>
                  <a:pt x="134033" y="815693"/>
                </a:lnTo>
                <a:lnTo>
                  <a:pt x="156372" y="771015"/>
                </a:lnTo>
                <a:lnTo>
                  <a:pt x="174244" y="727825"/>
                </a:lnTo>
                <a:lnTo>
                  <a:pt x="186158" y="681658"/>
                </a:lnTo>
                <a:lnTo>
                  <a:pt x="192116" y="635491"/>
                </a:lnTo>
                <a:lnTo>
                  <a:pt x="192116" y="586346"/>
                </a:lnTo>
                <a:lnTo>
                  <a:pt x="189136" y="535711"/>
                </a:lnTo>
                <a:lnTo>
                  <a:pt x="183178" y="485075"/>
                </a:lnTo>
                <a:lnTo>
                  <a:pt x="175733" y="434440"/>
                </a:lnTo>
                <a:lnTo>
                  <a:pt x="169775" y="383806"/>
                </a:lnTo>
                <a:lnTo>
                  <a:pt x="165306" y="333172"/>
                </a:lnTo>
                <a:lnTo>
                  <a:pt x="166797" y="285515"/>
                </a:lnTo>
                <a:lnTo>
                  <a:pt x="172755" y="239348"/>
                </a:lnTo>
                <a:lnTo>
                  <a:pt x="186158" y="194669"/>
                </a:lnTo>
                <a:lnTo>
                  <a:pt x="205519" y="157438"/>
                </a:lnTo>
                <a:lnTo>
                  <a:pt x="230835" y="121696"/>
                </a:lnTo>
                <a:lnTo>
                  <a:pt x="260619" y="90421"/>
                </a:lnTo>
                <a:lnTo>
                  <a:pt x="294872" y="59147"/>
                </a:lnTo>
                <a:lnTo>
                  <a:pt x="330615" y="30850"/>
                </a:lnTo>
                <a:lnTo>
                  <a:pt x="367844" y="2553"/>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Vacation">
            <a:extLst>
              <a:ext uri="{FF2B5EF4-FFF2-40B4-BE49-F238E27FC236}">
                <a16:creationId xmlns:a16="http://schemas.microsoft.com/office/drawing/2014/main" id="{0152C6D7-892B-49AE-9DD6-F878BC549F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46517" y="209550"/>
            <a:ext cx="2505075" cy="2505075"/>
          </a:xfrm>
          <a:prstGeom prst="rect">
            <a:avLst/>
          </a:prstGeom>
        </p:spPr>
      </p:pic>
      <p:sp>
        <p:nvSpPr>
          <p:cNvPr id="40" name="Slide Number Placeholder 1">
            <a:extLst>
              <a:ext uri="{FF2B5EF4-FFF2-40B4-BE49-F238E27FC236}">
                <a16:creationId xmlns:a16="http://schemas.microsoft.com/office/drawing/2014/main" id="{26ACFBC9-A24B-6D9C-A92A-E91057007D0D}"/>
              </a:ext>
            </a:extLst>
          </p:cNvPr>
          <p:cNvSpPr>
            <a:spLocks noGrp="1"/>
          </p:cNvSpPr>
          <p:nvPr>
            <p:ph type="sldNum" sz="quarter" idx="12"/>
          </p:nvPr>
        </p:nvSpPr>
        <p:spPr>
          <a:xfrm>
            <a:off x="7772400" y="6373368"/>
            <a:ext cx="527765" cy="345796"/>
          </a:xfrm>
          <a:prstGeom prst="ellipse">
            <a:avLst/>
          </a:prstGeom>
        </p:spPr>
        <p:txBody>
          <a:bodyPr vert="horz" lIns="91440" tIns="45720" rIns="91440" bIns="45720" rtlCol="0" anchor="ctr">
            <a:normAutofit/>
          </a:bodyPr>
          <a:lstStyle/>
          <a:p>
            <a:pPr>
              <a:lnSpc>
                <a:spcPct val="90000"/>
              </a:lnSpc>
              <a:spcAft>
                <a:spcPts val="600"/>
              </a:spcAft>
            </a:pPr>
            <a:endParaRPr lang="en-US" sz="1100" dirty="0">
              <a:solidFill>
                <a:schemeClr val="tx1">
                  <a:alpha val="70000"/>
                </a:schemeClr>
              </a:solidFill>
            </a:endParaRPr>
          </a:p>
        </p:txBody>
      </p:sp>
      <p:sp>
        <p:nvSpPr>
          <p:cNvPr id="30" name="Freeform: Shape 29">
            <a:extLst>
              <a:ext uri="{FF2B5EF4-FFF2-40B4-BE49-F238E27FC236}">
                <a16:creationId xmlns:a16="http://schemas.microsoft.com/office/drawing/2014/main" id="{2AD292BD-58D8-4261-AD54-80C939F13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78598" y="3909952"/>
            <a:ext cx="3313402" cy="2948047"/>
          </a:xfrm>
          <a:custGeom>
            <a:avLst/>
            <a:gdLst>
              <a:gd name="connsiteX0" fmla="*/ 1934947 w 3313402"/>
              <a:gd name="connsiteY0" fmla="*/ 0 h 2948047"/>
              <a:gd name="connsiteX1" fmla="*/ 1972495 w 3313402"/>
              <a:gd name="connsiteY1" fmla="*/ 3519 h 2948047"/>
              <a:gd name="connsiteX2" fmla="*/ 2008871 w 3313402"/>
              <a:gd name="connsiteY2" fmla="*/ 12907 h 2948047"/>
              <a:gd name="connsiteX3" fmla="*/ 2044074 w 3313402"/>
              <a:gd name="connsiteY3" fmla="*/ 26988 h 2948047"/>
              <a:gd name="connsiteX4" fmla="*/ 2080448 w 3313402"/>
              <a:gd name="connsiteY4" fmla="*/ 44589 h 2948047"/>
              <a:gd name="connsiteX5" fmla="*/ 2114478 w 3313402"/>
              <a:gd name="connsiteY5" fmla="*/ 64537 h 2948047"/>
              <a:gd name="connsiteX6" fmla="*/ 2149681 w 3313402"/>
              <a:gd name="connsiteY6" fmla="*/ 85659 h 2948047"/>
              <a:gd name="connsiteX7" fmla="*/ 2184882 w 3313402"/>
              <a:gd name="connsiteY7" fmla="*/ 104433 h 2948047"/>
              <a:gd name="connsiteX8" fmla="*/ 2220084 w 3313402"/>
              <a:gd name="connsiteY8" fmla="*/ 123208 h 2948047"/>
              <a:gd name="connsiteX9" fmla="*/ 2254113 w 3313402"/>
              <a:gd name="connsiteY9" fmla="*/ 137288 h 2948047"/>
              <a:gd name="connsiteX10" fmla="*/ 2291662 w 3313402"/>
              <a:gd name="connsiteY10" fmla="*/ 146675 h 2948047"/>
              <a:gd name="connsiteX11" fmla="*/ 2328037 w 3313402"/>
              <a:gd name="connsiteY11" fmla="*/ 151369 h 2948047"/>
              <a:gd name="connsiteX12" fmla="*/ 2366759 w 3313402"/>
              <a:gd name="connsiteY12" fmla="*/ 151369 h 2948047"/>
              <a:gd name="connsiteX13" fmla="*/ 2406656 w 3313402"/>
              <a:gd name="connsiteY13" fmla="*/ 149023 h 2948047"/>
              <a:gd name="connsiteX14" fmla="*/ 2446551 w 3313402"/>
              <a:gd name="connsiteY14" fmla="*/ 144329 h 2948047"/>
              <a:gd name="connsiteX15" fmla="*/ 2486448 w 3313402"/>
              <a:gd name="connsiteY15" fmla="*/ 138462 h 2948047"/>
              <a:gd name="connsiteX16" fmla="*/ 2526343 w 3313402"/>
              <a:gd name="connsiteY16" fmla="*/ 133769 h 2948047"/>
              <a:gd name="connsiteX17" fmla="*/ 2566239 w 3313402"/>
              <a:gd name="connsiteY17" fmla="*/ 130247 h 2948047"/>
              <a:gd name="connsiteX18" fmla="*/ 2603787 w 3313402"/>
              <a:gd name="connsiteY18" fmla="*/ 131421 h 2948047"/>
              <a:gd name="connsiteX19" fmla="*/ 2640163 w 3313402"/>
              <a:gd name="connsiteY19" fmla="*/ 136115 h 2948047"/>
              <a:gd name="connsiteX20" fmla="*/ 2675366 w 3313402"/>
              <a:gd name="connsiteY20" fmla="*/ 146675 h 2948047"/>
              <a:gd name="connsiteX21" fmla="*/ 2704702 w 3313402"/>
              <a:gd name="connsiteY21" fmla="*/ 161930 h 2948047"/>
              <a:gd name="connsiteX22" fmla="*/ 2732862 w 3313402"/>
              <a:gd name="connsiteY22" fmla="*/ 181878 h 2948047"/>
              <a:gd name="connsiteX23" fmla="*/ 2757504 w 3313402"/>
              <a:gd name="connsiteY23" fmla="*/ 205346 h 2948047"/>
              <a:gd name="connsiteX24" fmla="*/ 2782146 w 3313402"/>
              <a:gd name="connsiteY24" fmla="*/ 232334 h 2948047"/>
              <a:gd name="connsiteX25" fmla="*/ 2804440 w 3313402"/>
              <a:gd name="connsiteY25" fmla="*/ 260495 h 2948047"/>
              <a:gd name="connsiteX26" fmla="*/ 2826735 w 3313402"/>
              <a:gd name="connsiteY26" fmla="*/ 289831 h 2948047"/>
              <a:gd name="connsiteX27" fmla="*/ 2849030 w 3313402"/>
              <a:gd name="connsiteY27" fmla="*/ 319166 h 2948047"/>
              <a:gd name="connsiteX28" fmla="*/ 2871324 w 3313402"/>
              <a:gd name="connsiteY28" fmla="*/ 347327 h 2948047"/>
              <a:gd name="connsiteX29" fmla="*/ 2894793 w 3313402"/>
              <a:gd name="connsiteY29" fmla="*/ 374315 h 2948047"/>
              <a:gd name="connsiteX30" fmla="*/ 2921781 w 3313402"/>
              <a:gd name="connsiteY30" fmla="*/ 397785 h 2948047"/>
              <a:gd name="connsiteX31" fmla="*/ 2947597 w 3313402"/>
              <a:gd name="connsiteY31" fmla="*/ 418906 h 2948047"/>
              <a:gd name="connsiteX32" fmla="*/ 2976931 w 3313402"/>
              <a:gd name="connsiteY32" fmla="*/ 435332 h 2948047"/>
              <a:gd name="connsiteX33" fmla="*/ 3008614 w 3313402"/>
              <a:gd name="connsiteY33" fmla="*/ 449413 h 2948047"/>
              <a:gd name="connsiteX34" fmla="*/ 3042641 w 3313402"/>
              <a:gd name="connsiteY34" fmla="*/ 461147 h 2948047"/>
              <a:gd name="connsiteX35" fmla="*/ 3077843 w 3313402"/>
              <a:gd name="connsiteY35" fmla="*/ 471708 h 2948047"/>
              <a:gd name="connsiteX36" fmla="*/ 3113046 w 3313402"/>
              <a:gd name="connsiteY36" fmla="*/ 481096 h 2948047"/>
              <a:gd name="connsiteX37" fmla="*/ 3149422 w 3313402"/>
              <a:gd name="connsiteY37" fmla="*/ 490483 h 2948047"/>
              <a:gd name="connsiteX38" fmla="*/ 3183450 w 3313402"/>
              <a:gd name="connsiteY38" fmla="*/ 501044 h 2948047"/>
              <a:gd name="connsiteX39" fmla="*/ 3217478 w 3313402"/>
              <a:gd name="connsiteY39" fmla="*/ 512777 h 2948047"/>
              <a:gd name="connsiteX40" fmla="*/ 3249161 w 3313402"/>
              <a:gd name="connsiteY40" fmla="*/ 526859 h 2948047"/>
              <a:gd name="connsiteX41" fmla="*/ 3277323 w 3313402"/>
              <a:gd name="connsiteY41" fmla="*/ 544460 h 2948047"/>
              <a:gd name="connsiteX42" fmla="*/ 3303139 w 3313402"/>
              <a:gd name="connsiteY42" fmla="*/ 565581 h 2948047"/>
              <a:gd name="connsiteX43" fmla="*/ 3313402 w 3313402"/>
              <a:gd name="connsiteY43" fmla="*/ 578126 h 2948047"/>
              <a:gd name="connsiteX44" fmla="*/ 3313402 w 3313402"/>
              <a:gd name="connsiteY44" fmla="*/ 2948047 h 2948047"/>
              <a:gd name="connsiteX45" fmla="*/ 422306 w 3313402"/>
              <a:gd name="connsiteY45" fmla="*/ 2948047 h 2948047"/>
              <a:gd name="connsiteX46" fmla="*/ 420079 w 3313402"/>
              <a:gd name="connsiteY46" fmla="*/ 2944070 h 2948047"/>
              <a:gd name="connsiteX47" fmla="*/ 398960 w 3313402"/>
              <a:gd name="connsiteY47" fmla="*/ 2918255 h 2948047"/>
              <a:gd name="connsiteX48" fmla="*/ 375490 w 3313402"/>
              <a:gd name="connsiteY48" fmla="*/ 2891267 h 2948047"/>
              <a:gd name="connsiteX49" fmla="*/ 348502 w 3313402"/>
              <a:gd name="connsiteY49" fmla="*/ 2867799 h 2948047"/>
              <a:gd name="connsiteX50" fmla="*/ 319166 w 3313402"/>
              <a:gd name="connsiteY50" fmla="*/ 2845505 h 2948047"/>
              <a:gd name="connsiteX51" fmla="*/ 289832 w 3313402"/>
              <a:gd name="connsiteY51" fmla="*/ 2823210 h 2948047"/>
              <a:gd name="connsiteX52" fmla="*/ 260497 w 3313402"/>
              <a:gd name="connsiteY52" fmla="*/ 2800916 h 2948047"/>
              <a:gd name="connsiteX53" fmla="*/ 232334 w 3313402"/>
              <a:gd name="connsiteY53" fmla="*/ 2778620 h 2948047"/>
              <a:gd name="connsiteX54" fmla="*/ 205346 w 3313402"/>
              <a:gd name="connsiteY54" fmla="*/ 2753979 h 2948047"/>
              <a:gd name="connsiteX55" fmla="*/ 181878 w 3313402"/>
              <a:gd name="connsiteY55" fmla="*/ 2729338 h 2948047"/>
              <a:gd name="connsiteX56" fmla="*/ 161931 w 3313402"/>
              <a:gd name="connsiteY56" fmla="*/ 2701176 h 2948047"/>
              <a:gd name="connsiteX57" fmla="*/ 146677 w 3313402"/>
              <a:gd name="connsiteY57" fmla="*/ 2671841 h 2948047"/>
              <a:gd name="connsiteX58" fmla="*/ 136116 w 3313402"/>
              <a:gd name="connsiteY58" fmla="*/ 2636640 h 2948047"/>
              <a:gd name="connsiteX59" fmla="*/ 131422 w 3313402"/>
              <a:gd name="connsiteY59" fmla="*/ 2600264 h 2948047"/>
              <a:gd name="connsiteX60" fmla="*/ 130248 w 3313402"/>
              <a:gd name="connsiteY60" fmla="*/ 2562713 h 2948047"/>
              <a:gd name="connsiteX61" fmla="*/ 133769 w 3313402"/>
              <a:gd name="connsiteY61" fmla="*/ 2522818 h 2948047"/>
              <a:gd name="connsiteX62" fmla="*/ 138462 w 3313402"/>
              <a:gd name="connsiteY62" fmla="*/ 2482923 h 2948047"/>
              <a:gd name="connsiteX63" fmla="*/ 144329 w 3313402"/>
              <a:gd name="connsiteY63" fmla="*/ 2443026 h 2948047"/>
              <a:gd name="connsiteX64" fmla="*/ 149023 w 3313402"/>
              <a:gd name="connsiteY64" fmla="*/ 2403131 h 2948047"/>
              <a:gd name="connsiteX65" fmla="*/ 151371 w 3313402"/>
              <a:gd name="connsiteY65" fmla="*/ 2363236 h 2948047"/>
              <a:gd name="connsiteX66" fmla="*/ 151371 w 3313402"/>
              <a:gd name="connsiteY66" fmla="*/ 2324513 h 2948047"/>
              <a:gd name="connsiteX67" fmla="*/ 146677 w 3313402"/>
              <a:gd name="connsiteY67" fmla="*/ 2288138 h 2948047"/>
              <a:gd name="connsiteX68" fmla="*/ 137289 w 3313402"/>
              <a:gd name="connsiteY68" fmla="*/ 2251763 h 2948047"/>
              <a:gd name="connsiteX69" fmla="*/ 123208 w 3313402"/>
              <a:gd name="connsiteY69" fmla="*/ 2217733 h 2948047"/>
              <a:gd name="connsiteX70" fmla="*/ 105607 w 3313402"/>
              <a:gd name="connsiteY70" fmla="*/ 2182531 h 2948047"/>
              <a:gd name="connsiteX71" fmla="*/ 85659 w 3313402"/>
              <a:gd name="connsiteY71" fmla="*/ 2147330 h 2948047"/>
              <a:gd name="connsiteX72" fmla="*/ 64538 w 3313402"/>
              <a:gd name="connsiteY72" fmla="*/ 2112127 h 2948047"/>
              <a:gd name="connsiteX73" fmla="*/ 44590 w 3313402"/>
              <a:gd name="connsiteY73" fmla="*/ 2078098 h 2948047"/>
              <a:gd name="connsiteX74" fmla="*/ 26988 w 3313402"/>
              <a:gd name="connsiteY74" fmla="*/ 2041723 h 2948047"/>
              <a:gd name="connsiteX75" fmla="*/ 12908 w 3313402"/>
              <a:gd name="connsiteY75" fmla="*/ 2006521 h 2948047"/>
              <a:gd name="connsiteX76" fmla="*/ 3521 w 3313402"/>
              <a:gd name="connsiteY76" fmla="*/ 1970145 h 2948047"/>
              <a:gd name="connsiteX77" fmla="*/ 0 w 3313402"/>
              <a:gd name="connsiteY77" fmla="*/ 1932596 h 2948047"/>
              <a:gd name="connsiteX78" fmla="*/ 3521 w 3313402"/>
              <a:gd name="connsiteY78" fmla="*/ 1895048 h 2948047"/>
              <a:gd name="connsiteX79" fmla="*/ 12908 w 3313402"/>
              <a:gd name="connsiteY79" fmla="*/ 1858672 h 2948047"/>
              <a:gd name="connsiteX80" fmla="*/ 26988 w 3313402"/>
              <a:gd name="connsiteY80" fmla="*/ 1823470 h 2948047"/>
              <a:gd name="connsiteX81" fmla="*/ 44590 w 3313402"/>
              <a:gd name="connsiteY81" fmla="*/ 1787095 h 2948047"/>
              <a:gd name="connsiteX82" fmla="*/ 64538 w 3313402"/>
              <a:gd name="connsiteY82" fmla="*/ 1753065 h 2948047"/>
              <a:gd name="connsiteX83" fmla="*/ 85659 w 3313402"/>
              <a:gd name="connsiteY83" fmla="*/ 1717864 h 2948047"/>
              <a:gd name="connsiteX84" fmla="*/ 105607 w 3313402"/>
              <a:gd name="connsiteY84" fmla="*/ 1682661 h 2948047"/>
              <a:gd name="connsiteX85" fmla="*/ 123208 w 3313402"/>
              <a:gd name="connsiteY85" fmla="*/ 1647460 h 2948047"/>
              <a:gd name="connsiteX86" fmla="*/ 137289 w 3313402"/>
              <a:gd name="connsiteY86" fmla="*/ 1613430 h 2948047"/>
              <a:gd name="connsiteX87" fmla="*/ 146677 w 3313402"/>
              <a:gd name="connsiteY87" fmla="*/ 1577054 h 2948047"/>
              <a:gd name="connsiteX88" fmla="*/ 151371 w 3313402"/>
              <a:gd name="connsiteY88" fmla="*/ 1540680 h 2948047"/>
              <a:gd name="connsiteX89" fmla="*/ 151371 w 3313402"/>
              <a:gd name="connsiteY89" fmla="*/ 1501958 h 2948047"/>
              <a:gd name="connsiteX90" fmla="*/ 149023 w 3313402"/>
              <a:gd name="connsiteY90" fmla="*/ 1462061 h 2948047"/>
              <a:gd name="connsiteX91" fmla="*/ 144329 w 3313402"/>
              <a:gd name="connsiteY91" fmla="*/ 1422166 h 2948047"/>
              <a:gd name="connsiteX92" fmla="*/ 138462 w 3313402"/>
              <a:gd name="connsiteY92" fmla="*/ 1382269 h 2948047"/>
              <a:gd name="connsiteX93" fmla="*/ 133769 w 3313402"/>
              <a:gd name="connsiteY93" fmla="*/ 1342374 h 2948047"/>
              <a:gd name="connsiteX94" fmla="*/ 130248 w 3313402"/>
              <a:gd name="connsiteY94" fmla="*/ 1302479 h 2948047"/>
              <a:gd name="connsiteX95" fmla="*/ 131422 w 3313402"/>
              <a:gd name="connsiteY95" fmla="*/ 1264930 h 2948047"/>
              <a:gd name="connsiteX96" fmla="*/ 136116 w 3313402"/>
              <a:gd name="connsiteY96" fmla="*/ 1228554 h 2948047"/>
              <a:gd name="connsiteX97" fmla="*/ 146677 w 3313402"/>
              <a:gd name="connsiteY97" fmla="*/ 1193352 h 2948047"/>
              <a:gd name="connsiteX98" fmla="*/ 161931 w 3313402"/>
              <a:gd name="connsiteY98" fmla="*/ 1164017 h 2948047"/>
              <a:gd name="connsiteX99" fmla="*/ 181878 w 3313402"/>
              <a:gd name="connsiteY99" fmla="*/ 1135856 h 2948047"/>
              <a:gd name="connsiteX100" fmla="*/ 205346 w 3313402"/>
              <a:gd name="connsiteY100" fmla="*/ 1111214 h 2948047"/>
              <a:gd name="connsiteX101" fmla="*/ 232334 w 3313402"/>
              <a:gd name="connsiteY101" fmla="*/ 1086573 h 2948047"/>
              <a:gd name="connsiteX102" fmla="*/ 260497 w 3313402"/>
              <a:gd name="connsiteY102" fmla="*/ 1064277 h 2948047"/>
              <a:gd name="connsiteX103" fmla="*/ 289832 w 3313402"/>
              <a:gd name="connsiteY103" fmla="*/ 1041982 h 2948047"/>
              <a:gd name="connsiteX104" fmla="*/ 319166 w 3313402"/>
              <a:gd name="connsiteY104" fmla="*/ 1019688 h 2948047"/>
              <a:gd name="connsiteX105" fmla="*/ 348502 w 3313402"/>
              <a:gd name="connsiteY105" fmla="*/ 997393 h 2948047"/>
              <a:gd name="connsiteX106" fmla="*/ 375490 w 3313402"/>
              <a:gd name="connsiteY106" fmla="*/ 973926 h 2948047"/>
              <a:gd name="connsiteX107" fmla="*/ 398960 w 3313402"/>
              <a:gd name="connsiteY107" fmla="*/ 946938 h 2948047"/>
              <a:gd name="connsiteX108" fmla="*/ 420079 w 3313402"/>
              <a:gd name="connsiteY108" fmla="*/ 921122 h 2948047"/>
              <a:gd name="connsiteX109" fmla="*/ 436507 w 3313402"/>
              <a:gd name="connsiteY109" fmla="*/ 891788 h 2948047"/>
              <a:gd name="connsiteX110" fmla="*/ 450588 w 3313402"/>
              <a:gd name="connsiteY110" fmla="*/ 860106 h 2948047"/>
              <a:gd name="connsiteX111" fmla="*/ 462322 w 3313402"/>
              <a:gd name="connsiteY111" fmla="*/ 826076 h 2948047"/>
              <a:gd name="connsiteX112" fmla="*/ 472883 w 3313402"/>
              <a:gd name="connsiteY112" fmla="*/ 790874 h 2948047"/>
              <a:gd name="connsiteX113" fmla="*/ 482271 w 3313402"/>
              <a:gd name="connsiteY113" fmla="*/ 755672 h 2948047"/>
              <a:gd name="connsiteX114" fmla="*/ 491658 w 3313402"/>
              <a:gd name="connsiteY114" fmla="*/ 719297 h 2948047"/>
              <a:gd name="connsiteX115" fmla="*/ 502219 w 3313402"/>
              <a:gd name="connsiteY115" fmla="*/ 685268 h 2948047"/>
              <a:gd name="connsiteX116" fmla="*/ 513952 w 3313402"/>
              <a:gd name="connsiteY116" fmla="*/ 651238 h 2948047"/>
              <a:gd name="connsiteX117" fmla="*/ 528034 w 3313402"/>
              <a:gd name="connsiteY117" fmla="*/ 619558 h 2948047"/>
              <a:gd name="connsiteX118" fmla="*/ 545635 w 3313402"/>
              <a:gd name="connsiteY118" fmla="*/ 591396 h 2948047"/>
              <a:gd name="connsiteX119" fmla="*/ 566755 w 3313402"/>
              <a:gd name="connsiteY119" fmla="*/ 565581 h 2948047"/>
              <a:gd name="connsiteX120" fmla="*/ 592570 w 3313402"/>
              <a:gd name="connsiteY120" fmla="*/ 544460 h 2948047"/>
              <a:gd name="connsiteX121" fmla="*/ 620733 w 3313402"/>
              <a:gd name="connsiteY121" fmla="*/ 526859 h 2948047"/>
              <a:gd name="connsiteX122" fmla="*/ 652413 w 3313402"/>
              <a:gd name="connsiteY122" fmla="*/ 512777 h 2948047"/>
              <a:gd name="connsiteX123" fmla="*/ 686443 w 3313402"/>
              <a:gd name="connsiteY123" fmla="*/ 501044 h 2948047"/>
              <a:gd name="connsiteX124" fmla="*/ 720472 w 3313402"/>
              <a:gd name="connsiteY124" fmla="*/ 490483 h 2948047"/>
              <a:gd name="connsiteX125" fmla="*/ 756848 w 3313402"/>
              <a:gd name="connsiteY125" fmla="*/ 481096 h 2948047"/>
              <a:gd name="connsiteX126" fmla="*/ 792049 w 3313402"/>
              <a:gd name="connsiteY126" fmla="*/ 471708 h 2948047"/>
              <a:gd name="connsiteX127" fmla="*/ 827252 w 3313402"/>
              <a:gd name="connsiteY127" fmla="*/ 461147 h 2948047"/>
              <a:gd name="connsiteX128" fmla="*/ 861280 w 3313402"/>
              <a:gd name="connsiteY128" fmla="*/ 449413 h 2948047"/>
              <a:gd name="connsiteX129" fmla="*/ 892962 w 3313402"/>
              <a:gd name="connsiteY129" fmla="*/ 435332 h 2948047"/>
              <a:gd name="connsiteX130" fmla="*/ 922297 w 3313402"/>
              <a:gd name="connsiteY130" fmla="*/ 418906 h 2948047"/>
              <a:gd name="connsiteX131" fmla="*/ 948112 w 3313402"/>
              <a:gd name="connsiteY131" fmla="*/ 397785 h 2948047"/>
              <a:gd name="connsiteX132" fmla="*/ 975101 w 3313402"/>
              <a:gd name="connsiteY132" fmla="*/ 374315 h 2948047"/>
              <a:gd name="connsiteX133" fmla="*/ 998569 w 3313402"/>
              <a:gd name="connsiteY133" fmla="*/ 347327 h 2948047"/>
              <a:gd name="connsiteX134" fmla="*/ 1020864 w 3313402"/>
              <a:gd name="connsiteY134" fmla="*/ 319166 h 2948047"/>
              <a:gd name="connsiteX135" fmla="*/ 1043158 w 3313402"/>
              <a:gd name="connsiteY135" fmla="*/ 289831 h 2948047"/>
              <a:gd name="connsiteX136" fmla="*/ 1065453 w 3313402"/>
              <a:gd name="connsiteY136" fmla="*/ 260495 h 2948047"/>
              <a:gd name="connsiteX137" fmla="*/ 1087747 w 3313402"/>
              <a:gd name="connsiteY137" fmla="*/ 232334 h 2948047"/>
              <a:gd name="connsiteX138" fmla="*/ 1112390 w 3313402"/>
              <a:gd name="connsiteY138" fmla="*/ 205346 h 2948047"/>
              <a:gd name="connsiteX139" fmla="*/ 1137030 w 3313402"/>
              <a:gd name="connsiteY139" fmla="*/ 181878 h 2948047"/>
              <a:gd name="connsiteX140" fmla="*/ 1165193 w 3313402"/>
              <a:gd name="connsiteY140" fmla="*/ 161930 h 2948047"/>
              <a:gd name="connsiteX141" fmla="*/ 1194528 w 3313402"/>
              <a:gd name="connsiteY141" fmla="*/ 146675 h 2948047"/>
              <a:gd name="connsiteX142" fmla="*/ 1229731 w 3313402"/>
              <a:gd name="connsiteY142" fmla="*/ 136115 h 2948047"/>
              <a:gd name="connsiteX143" fmla="*/ 1266106 w 3313402"/>
              <a:gd name="connsiteY143" fmla="*/ 131421 h 2948047"/>
              <a:gd name="connsiteX144" fmla="*/ 1303654 w 3313402"/>
              <a:gd name="connsiteY144" fmla="*/ 130247 h 2948047"/>
              <a:gd name="connsiteX145" fmla="*/ 1343549 w 3313402"/>
              <a:gd name="connsiteY145" fmla="*/ 133769 h 2948047"/>
              <a:gd name="connsiteX146" fmla="*/ 1383446 w 3313402"/>
              <a:gd name="connsiteY146" fmla="*/ 138462 h 2948047"/>
              <a:gd name="connsiteX147" fmla="*/ 1423342 w 3313402"/>
              <a:gd name="connsiteY147" fmla="*/ 144329 h 2948047"/>
              <a:gd name="connsiteX148" fmla="*/ 1463237 w 3313402"/>
              <a:gd name="connsiteY148" fmla="*/ 149023 h 2948047"/>
              <a:gd name="connsiteX149" fmla="*/ 1503133 w 3313402"/>
              <a:gd name="connsiteY149" fmla="*/ 151369 h 2948047"/>
              <a:gd name="connsiteX150" fmla="*/ 1541856 w 3313402"/>
              <a:gd name="connsiteY150" fmla="*/ 151369 h 2948047"/>
              <a:gd name="connsiteX151" fmla="*/ 1578232 w 3313402"/>
              <a:gd name="connsiteY151" fmla="*/ 146675 h 2948047"/>
              <a:gd name="connsiteX152" fmla="*/ 1614608 w 3313402"/>
              <a:gd name="connsiteY152" fmla="*/ 137288 h 2948047"/>
              <a:gd name="connsiteX153" fmla="*/ 1649810 w 3313402"/>
              <a:gd name="connsiteY153" fmla="*/ 123208 h 2948047"/>
              <a:gd name="connsiteX154" fmla="*/ 1685011 w 3313402"/>
              <a:gd name="connsiteY154" fmla="*/ 104433 h 2948047"/>
              <a:gd name="connsiteX155" fmla="*/ 1720214 w 3313402"/>
              <a:gd name="connsiteY155" fmla="*/ 85659 h 2948047"/>
              <a:gd name="connsiteX156" fmla="*/ 1755415 w 3313402"/>
              <a:gd name="connsiteY156" fmla="*/ 64537 h 2948047"/>
              <a:gd name="connsiteX157" fmla="*/ 1789445 w 3313402"/>
              <a:gd name="connsiteY157" fmla="*/ 44589 h 2948047"/>
              <a:gd name="connsiteX158" fmla="*/ 1825821 w 3313402"/>
              <a:gd name="connsiteY158" fmla="*/ 26988 h 2948047"/>
              <a:gd name="connsiteX159" fmla="*/ 1861022 w 3313402"/>
              <a:gd name="connsiteY159" fmla="*/ 12907 h 2948047"/>
              <a:gd name="connsiteX160" fmla="*/ 1897398 w 3313402"/>
              <a:gd name="connsiteY160" fmla="*/ 3519 h 294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3313402" h="2948047">
                <a:moveTo>
                  <a:pt x="1934947" y="0"/>
                </a:moveTo>
                <a:lnTo>
                  <a:pt x="1972495" y="3519"/>
                </a:lnTo>
                <a:lnTo>
                  <a:pt x="2008871" y="12907"/>
                </a:lnTo>
                <a:lnTo>
                  <a:pt x="2044074" y="26988"/>
                </a:lnTo>
                <a:lnTo>
                  <a:pt x="2080448" y="44589"/>
                </a:lnTo>
                <a:lnTo>
                  <a:pt x="2114478" y="64537"/>
                </a:lnTo>
                <a:lnTo>
                  <a:pt x="2149681" y="85659"/>
                </a:lnTo>
                <a:lnTo>
                  <a:pt x="2184882" y="104433"/>
                </a:lnTo>
                <a:lnTo>
                  <a:pt x="2220084" y="123208"/>
                </a:lnTo>
                <a:lnTo>
                  <a:pt x="2254113" y="137288"/>
                </a:lnTo>
                <a:lnTo>
                  <a:pt x="2291662" y="146675"/>
                </a:lnTo>
                <a:lnTo>
                  <a:pt x="2328037" y="151369"/>
                </a:lnTo>
                <a:lnTo>
                  <a:pt x="2366759" y="151369"/>
                </a:lnTo>
                <a:lnTo>
                  <a:pt x="2406656" y="149023"/>
                </a:lnTo>
                <a:lnTo>
                  <a:pt x="2446551" y="144329"/>
                </a:lnTo>
                <a:lnTo>
                  <a:pt x="2486448" y="138462"/>
                </a:lnTo>
                <a:lnTo>
                  <a:pt x="2526343" y="133769"/>
                </a:lnTo>
                <a:lnTo>
                  <a:pt x="2566239" y="130247"/>
                </a:lnTo>
                <a:lnTo>
                  <a:pt x="2603787" y="131421"/>
                </a:lnTo>
                <a:lnTo>
                  <a:pt x="2640163" y="136115"/>
                </a:lnTo>
                <a:lnTo>
                  <a:pt x="2675366" y="146675"/>
                </a:lnTo>
                <a:lnTo>
                  <a:pt x="2704702" y="161930"/>
                </a:lnTo>
                <a:lnTo>
                  <a:pt x="2732862" y="181878"/>
                </a:lnTo>
                <a:lnTo>
                  <a:pt x="2757504" y="205346"/>
                </a:lnTo>
                <a:lnTo>
                  <a:pt x="2782146" y="232334"/>
                </a:lnTo>
                <a:lnTo>
                  <a:pt x="2804440" y="260495"/>
                </a:lnTo>
                <a:lnTo>
                  <a:pt x="2826735" y="289831"/>
                </a:lnTo>
                <a:lnTo>
                  <a:pt x="2849030" y="319166"/>
                </a:lnTo>
                <a:lnTo>
                  <a:pt x="2871324" y="347327"/>
                </a:lnTo>
                <a:lnTo>
                  <a:pt x="2894793" y="374315"/>
                </a:lnTo>
                <a:lnTo>
                  <a:pt x="2921781" y="397785"/>
                </a:lnTo>
                <a:lnTo>
                  <a:pt x="2947597" y="418906"/>
                </a:lnTo>
                <a:lnTo>
                  <a:pt x="2976931" y="435332"/>
                </a:lnTo>
                <a:lnTo>
                  <a:pt x="3008614" y="449413"/>
                </a:lnTo>
                <a:lnTo>
                  <a:pt x="3042641" y="461147"/>
                </a:lnTo>
                <a:lnTo>
                  <a:pt x="3077843" y="471708"/>
                </a:lnTo>
                <a:lnTo>
                  <a:pt x="3113046" y="481096"/>
                </a:lnTo>
                <a:lnTo>
                  <a:pt x="3149422" y="490483"/>
                </a:lnTo>
                <a:lnTo>
                  <a:pt x="3183450" y="501044"/>
                </a:lnTo>
                <a:lnTo>
                  <a:pt x="3217478" y="512777"/>
                </a:lnTo>
                <a:lnTo>
                  <a:pt x="3249161" y="526859"/>
                </a:lnTo>
                <a:lnTo>
                  <a:pt x="3277323" y="544460"/>
                </a:lnTo>
                <a:lnTo>
                  <a:pt x="3303139" y="565581"/>
                </a:lnTo>
                <a:lnTo>
                  <a:pt x="3313402" y="578126"/>
                </a:lnTo>
                <a:lnTo>
                  <a:pt x="3313402" y="2948047"/>
                </a:lnTo>
                <a:lnTo>
                  <a:pt x="422306" y="2948047"/>
                </a:lnTo>
                <a:lnTo>
                  <a:pt x="420079" y="2944070"/>
                </a:lnTo>
                <a:lnTo>
                  <a:pt x="398960" y="2918255"/>
                </a:lnTo>
                <a:lnTo>
                  <a:pt x="375490" y="2891267"/>
                </a:lnTo>
                <a:lnTo>
                  <a:pt x="348502" y="2867799"/>
                </a:lnTo>
                <a:lnTo>
                  <a:pt x="319166" y="2845505"/>
                </a:lnTo>
                <a:lnTo>
                  <a:pt x="289832" y="2823210"/>
                </a:lnTo>
                <a:lnTo>
                  <a:pt x="260497" y="2800916"/>
                </a:lnTo>
                <a:lnTo>
                  <a:pt x="232334" y="2778620"/>
                </a:lnTo>
                <a:lnTo>
                  <a:pt x="205346" y="2753979"/>
                </a:lnTo>
                <a:lnTo>
                  <a:pt x="181878" y="2729338"/>
                </a:lnTo>
                <a:lnTo>
                  <a:pt x="161931" y="2701176"/>
                </a:lnTo>
                <a:lnTo>
                  <a:pt x="146677" y="2671841"/>
                </a:lnTo>
                <a:lnTo>
                  <a:pt x="136116" y="2636640"/>
                </a:lnTo>
                <a:lnTo>
                  <a:pt x="131422" y="2600264"/>
                </a:lnTo>
                <a:lnTo>
                  <a:pt x="130248" y="2562713"/>
                </a:lnTo>
                <a:lnTo>
                  <a:pt x="133769" y="2522818"/>
                </a:lnTo>
                <a:lnTo>
                  <a:pt x="138462" y="2482923"/>
                </a:lnTo>
                <a:lnTo>
                  <a:pt x="144329" y="2443026"/>
                </a:lnTo>
                <a:lnTo>
                  <a:pt x="149023" y="2403131"/>
                </a:lnTo>
                <a:lnTo>
                  <a:pt x="151371" y="2363236"/>
                </a:lnTo>
                <a:lnTo>
                  <a:pt x="151371" y="2324513"/>
                </a:lnTo>
                <a:lnTo>
                  <a:pt x="146677" y="2288138"/>
                </a:lnTo>
                <a:lnTo>
                  <a:pt x="137289" y="2251763"/>
                </a:lnTo>
                <a:lnTo>
                  <a:pt x="123208" y="2217733"/>
                </a:lnTo>
                <a:lnTo>
                  <a:pt x="105607" y="2182531"/>
                </a:lnTo>
                <a:lnTo>
                  <a:pt x="85659" y="2147330"/>
                </a:lnTo>
                <a:lnTo>
                  <a:pt x="64538" y="2112127"/>
                </a:lnTo>
                <a:lnTo>
                  <a:pt x="44590" y="2078098"/>
                </a:lnTo>
                <a:lnTo>
                  <a:pt x="26988" y="2041723"/>
                </a:lnTo>
                <a:lnTo>
                  <a:pt x="12908" y="2006521"/>
                </a:lnTo>
                <a:lnTo>
                  <a:pt x="3521" y="1970145"/>
                </a:lnTo>
                <a:lnTo>
                  <a:pt x="0" y="1932596"/>
                </a:lnTo>
                <a:lnTo>
                  <a:pt x="3521" y="1895048"/>
                </a:lnTo>
                <a:lnTo>
                  <a:pt x="12908" y="1858672"/>
                </a:lnTo>
                <a:lnTo>
                  <a:pt x="26988" y="1823470"/>
                </a:lnTo>
                <a:lnTo>
                  <a:pt x="44590" y="1787095"/>
                </a:lnTo>
                <a:lnTo>
                  <a:pt x="64538" y="1753065"/>
                </a:lnTo>
                <a:lnTo>
                  <a:pt x="85659" y="1717864"/>
                </a:lnTo>
                <a:lnTo>
                  <a:pt x="105607" y="1682661"/>
                </a:lnTo>
                <a:lnTo>
                  <a:pt x="123208" y="1647460"/>
                </a:lnTo>
                <a:lnTo>
                  <a:pt x="137289" y="1613430"/>
                </a:lnTo>
                <a:lnTo>
                  <a:pt x="146677" y="1577054"/>
                </a:lnTo>
                <a:lnTo>
                  <a:pt x="151371" y="1540680"/>
                </a:lnTo>
                <a:lnTo>
                  <a:pt x="151371" y="1501958"/>
                </a:lnTo>
                <a:lnTo>
                  <a:pt x="149023" y="1462061"/>
                </a:lnTo>
                <a:lnTo>
                  <a:pt x="144329" y="1422166"/>
                </a:lnTo>
                <a:lnTo>
                  <a:pt x="138462" y="1382269"/>
                </a:lnTo>
                <a:lnTo>
                  <a:pt x="133769" y="1342374"/>
                </a:lnTo>
                <a:lnTo>
                  <a:pt x="130248" y="1302479"/>
                </a:lnTo>
                <a:lnTo>
                  <a:pt x="131422" y="1264930"/>
                </a:lnTo>
                <a:lnTo>
                  <a:pt x="136116" y="1228554"/>
                </a:lnTo>
                <a:lnTo>
                  <a:pt x="146677" y="1193352"/>
                </a:lnTo>
                <a:lnTo>
                  <a:pt x="161931" y="1164017"/>
                </a:lnTo>
                <a:lnTo>
                  <a:pt x="181878" y="1135856"/>
                </a:lnTo>
                <a:lnTo>
                  <a:pt x="205346" y="1111214"/>
                </a:lnTo>
                <a:lnTo>
                  <a:pt x="232334" y="1086573"/>
                </a:lnTo>
                <a:lnTo>
                  <a:pt x="260497" y="1064277"/>
                </a:lnTo>
                <a:lnTo>
                  <a:pt x="289832" y="1041982"/>
                </a:lnTo>
                <a:lnTo>
                  <a:pt x="319166" y="1019688"/>
                </a:lnTo>
                <a:lnTo>
                  <a:pt x="348502" y="997393"/>
                </a:lnTo>
                <a:lnTo>
                  <a:pt x="375490" y="973926"/>
                </a:lnTo>
                <a:lnTo>
                  <a:pt x="398960" y="946938"/>
                </a:lnTo>
                <a:lnTo>
                  <a:pt x="420079" y="921122"/>
                </a:lnTo>
                <a:lnTo>
                  <a:pt x="436507" y="891788"/>
                </a:lnTo>
                <a:lnTo>
                  <a:pt x="450588" y="860106"/>
                </a:lnTo>
                <a:lnTo>
                  <a:pt x="462322" y="826076"/>
                </a:lnTo>
                <a:lnTo>
                  <a:pt x="472883" y="790874"/>
                </a:lnTo>
                <a:lnTo>
                  <a:pt x="482271" y="755672"/>
                </a:lnTo>
                <a:lnTo>
                  <a:pt x="491658" y="719297"/>
                </a:lnTo>
                <a:lnTo>
                  <a:pt x="502219" y="685268"/>
                </a:lnTo>
                <a:lnTo>
                  <a:pt x="513952" y="651238"/>
                </a:lnTo>
                <a:lnTo>
                  <a:pt x="528034" y="619558"/>
                </a:lnTo>
                <a:lnTo>
                  <a:pt x="545635" y="591396"/>
                </a:lnTo>
                <a:lnTo>
                  <a:pt x="566755" y="565581"/>
                </a:lnTo>
                <a:lnTo>
                  <a:pt x="592570" y="544460"/>
                </a:lnTo>
                <a:lnTo>
                  <a:pt x="620733" y="526859"/>
                </a:lnTo>
                <a:lnTo>
                  <a:pt x="652413" y="512777"/>
                </a:lnTo>
                <a:lnTo>
                  <a:pt x="686443" y="501044"/>
                </a:lnTo>
                <a:lnTo>
                  <a:pt x="720472" y="490483"/>
                </a:lnTo>
                <a:lnTo>
                  <a:pt x="756848" y="481096"/>
                </a:lnTo>
                <a:lnTo>
                  <a:pt x="792049" y="471708"/>
                </a:lnTo>
                <a:lnTo>
                  <a:pt x="827252" y="461147"/>
                </a:lnTo>
                <a:lnTo>
                  <a:pt x="861280" y="449413"/>
                </a:lnTo>
                <a:lnTo>
                  <a:pt x="892962" y="435332"/>
                </a:lnTo>
                <a:lnTo>
                  <a:pt x="922297" y="418906"/>
                </a:lnTo>
                <a:lnTo>
                  <a:pt x="948112" y="397785"/>
                </a:lnTo>
                <a:lnTo>
                  <a:pt x="975101" y="374315"/>
                </a:lnTo>
                <a:lnTo>
                  <a:pt x="998569" y="347327"/>
                </a:lnTo>
                <a:lnTo>
                  <a:pt x="1020864" y="319166"/>
                </a:lnTo>
                <a:lnTo>
                  <a:pt x="1043158" y="289831"/>
                </a:lnTo>
                <a:lnTo>
                  <a:pt x="1065453" y="260495"/>
                </a:lnTo>
                <a:lnTo>
                  <a:pt x="1087747" y="232334"/>
                </a:lnTo>
                <a:lnTo>
                  <a:pt x="1112390" y="205346"/>
                </a:lnTo>
                <a:lnTo>
                  <a:pt x="1137030" y="181878"/>
                </a:lnTo>
                <a:lnTo>
                  <a:pt x="1165193" y="161930"/>
                </a:lnTo>
                <a:lnTo>
                  <a:pt x="1194528" y="146675"/>
                </a:lnTo>
                <a:lnTo>
                  <a:pt x="1229731" y="136115"/>
                </a:lnTo>
                <a:lnTo>
                  <a:pt x="1266106" y="131421"/>
                </a:lnTo>
                <a:lnTo>
                  <a:pt x="1303654" y="130247"/>
                </a:lnTo>
                <a:lnTo>
                  <a:pt x="1343549" y="133769"/>
                </a:lnTo>
                <a:lnTo>
                  <a:pt x="1383446" y="138462"/>
                </a:lnTo>
                <a:lnTo>
                  <a:pt x="1423342" y="144329"/>
                </a:lnTo>
                <a:lnTo>
                  <a:pt x="1463237" y="149023"/>
                </a:lnTo>
                <a:lnTo>
                  <a:pt x="1503133" y="151369"/>
                </a:lnTo>
                <a:lnTo>
                  <a:pt x="1541856" y="151369"/>
                </a:lnTo>
                <a:lnTo>
                  <a:pt x="1578232" y="146675"/>
                </a:lnTo>
                <a:lnTo>
                  <a:pt x="1614608" y="137288"/>
                </a:lnTo>
                <a:lnTo>
                  <a:pt x="1649810" y="123208"/>
                </a:lnTo>
                <a:lnTo>
                  <a:pt x="1685011" y="104433"/>
                </a:lnTo>
                <a:lnTo>
                  <a:pt x="1720214" y="85659"/>
                </a:lnTo>
                <a:lnTo>
                  <a:pt x="1755415" y="64537"/>
                </a:lnTo>
                <a:lnTo>
                  <a:pt x="1789445" y="44589"/>
                </a:lnTo>
                <a:lnTo>
                  <a:pt x="1825821" y="26988"/>
                </a:lnTo>
                <a:lnTo>
                  <a:pt x="1861022" y="12907"/>
                </a:lnTo>
                <a:lnTo>
                  <a:pt x="1897398" y="3519"/>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sp>
        <p:nvSpPr>
          <p:cNvPr id="32" name="Freeform: Shape 31">
            <a:extLst>
              <a:ext uri="{FF2B5EF4-FFF2-40B4-BE49-F238E27FC236}">
                <a16:creationId xmlns:a16="http://schemas.microsoft.com/office/drawing/2014/main" id="{875C1B52-15CE-4113-A420-BFFE21037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91066" y="4009109"/>
            <a:ext cx="3200935" cy="2848897"/>
          </a:xfrm>
          <a:custGeom>
            <a:avLst/>
            <a:gdLst>
              <a:gd name="connsiteX0" fmla="*/ 1822480 w 3200935"/>
              <a:gd name="connsiteY0" fmla="*/ 0 h 2848897"/>
              <a:gd name="connsiteX1" fmla="*/ 1858100 w 3200935"/>
              <a:gd name="connsiteY1" fmla="*/ 3339 h 2848897"/>
              <a:gd name="connsiteX2" fmla="*/ 1892611 w 3200935"/>
              <a:gd name="connsiteY2" fmla="*/ 12245 h 2848897"/>
              <a:gd name="connsiteX3" fmla="*/ 1926007 w 3200935"/>
              <a:gd name="connsiteY3" fmla="*/ 25604 h 2848897"/>
              <a:gd name="connsiteX4" fmla="*/ 1960514 w 3200935"/>
              <a:gd name="connsiteY4" fmla="*/ 42302 h 2848897"/>
              <a:gd name="connsiteX5" fmla="*/ 1992798 w 3200935"/>
              <a:gd name="connsiteY5" fmla="*/ 61227 h 2848897"/>
              <a:gd name="connsiteX6" fmla="*/ 2026194 w 3200935"/>
              <a:gd name="connsiteY6" fmla="*/ 81264 h 2848897"/>
              <a:gd name="connsiteX7" fmla="*/ 2059589 w 3200935"/>
              <a:gd name="connsiteY7" fmla="*/ 99075 h 2848897"/>
              <a:gd name="connsiteX8" fmla="*/ 2092985 w 3200935"/>
              <a:gd name="connsiteY8" fmla="*/ 116887 h 2848897"/>
              <a:gd name="connsiteX9" fmla="*/ 2125268 w 3200935"/>
              <a:gd name="connsiteY9" fmla="*/ 130245 h 2848897"/>
              <a:gd name="connsiteX10" fmla="*/ 2160890 w 3200935"/>
              <a:gd name="connsiteY10" fmla="*/ 139150 h 2848897"/>
              <a:gd name="connsiteX11" fmla="*/ 2195399 w 3200935"/>
              <a:gd name="connsiteY11" fmla="*/ 143604 h 2848897"/>
              <a:gd name="connsiteX12" fmla="*/ 2232134 w 3200935"/>
              <a:gd name="connsiteY12" fmla="*/ 143604 h 2848897"/>
              <a:gd name="connsiteX13" fmla="*/ 2269983 w 3200935"/>
              <a:gd name="connsiteY13" fmla="*/ 141378 h 2848897"/>
              <a:gd name="connsiteX14" fmla="*/ 2307831 w 3200935"/>
              <a:gd name="connsiteY14" fmla="*/ 136924 h 2848897"/>
              <a:gd name="connsiteX15" fmla="*/ 2345681 w 3200935"/>
              <a:gd name="connsiteY15" fmla="*/ 131359 h 2848897"/>
              <a:gd name="connsiteX16" fmla="*/ 2383529 w 3200935"/>
              <a:gd name="connsiteY16" fmla="*/ 126906 h 2848897"/>
              <a:gd name="connsiteX17" fmla="*/ 2421378 w 3200935"/>
              <a:gd name="connsiteY17" fmla="*/ 123565 h 2848897"/>
              <a:gd name="connsiteX18" fmla="*/ 2456999 w 3200935"/>
              <a:gd name="connsiteY18" fmla="*/ 124678 h 2848897"/>
              <a:gd name="connsiteX19" fmla="*/ 2491507 w 3200935"/>
              <a:gd name="connsiteY19" fmla="*/ 129132 h 2848897"/>
              <a:gd name="connsiteX20" fmla="*/ 2524903 w 3200935"/>
              <a:gd name="connsiteY20" fmla="*/ 139150 h 2848897"/>
              <a:gd name="connsiteX21" fmla="*/ 2552734 w 3200935"/>
              <a:gd name="connsiteY21" fmla="*/ 153622 h 2848897"/>
              <a:gd name="connsiteX22" fmla="*/ 2579449 w 3200935"/>
              <a:gd name="connsiteY22" fmla="*/ 172547 h 2848897"/>
              <a:gd name="connsiteX23" fmla="*/ 2602827 w 3200935"/>
              <a:gd name="connsiteY23" fmla="*/ 194811 h 2848897"/>
              <a:gd name="connsiteX24" fmla="*/ 2626204 w 3200935"/>
              <a:gd name="connsiteY24" fmla="*/ 220414 h 2848897"/>
              <a:gd name="connsiteX25" fmla="*/ 2647355 w 3200935"/>
              <a:gd name="connsiteY25" fmla="*/ 247131 h 2848897"/>
              <a:gd name="connsiteX26" fmla="*/ 2668506 w 3200935"/>
              <a:gd name="connsiteY26" fmla="*/ 274961 h 2848897"/>
              <a:gd name="connsiteX27" fmla="*/ 2689656 w 3200935"/>
              <a:gd name="connsiteY27" fmla="*/ 302791 h 2848897"/>
              <a:gd name="connsiteX28" fmla="*/ 2710806 w 3200935"/>
              <a:gd name="connsiteY28" fmla="*/ 329509 h 2848897"/>
              <a:gd name="connsiteX29" fmla="*/ 2733071 w 3200935"/>
              <a:gd name="connsiteY29" fmla="*/ 355112 h 2848897"/>
              <a:gd name="connsiteX30" fmla="*/ 2758675 w 3200935"/>
              <a:gd name="connsiteY30" fmla="*/ 377377 h 2848897"/>
              <a:gd name="connsiteX31" fmla="*/ 2783165 w 3200935"/>
              <a:gd name="connsiteY31" fmla="*/ 397415 h 2848897"/>
              <a:gd name="connsiteX32" fmla="*/ 2810995 w 3200935"/>
              <a:gd name="connsiteY32" fmla="*/ 412999 h 2848897"/>
              <a:gd name="connsiteX33" fmla="*/ 2841051 w 3200935"/>
              <a:gd name="connsiteY33" fmla="*/ 426357 h 2848897"/>
              <a:gd name="connsiteX34" fmla="*/ 2873333 w 3200935"/>
              <a:gd name="connsiteY34" fmla="*/ 437489 h 2848897"/>
              <a:gd name="connsiteX35" fmla="*/ 2906728 w 3200935"/>
              <a:gd name="connsiteY35" fmla="*/ 447507 h 2848897"/>
              <a:gd name="connsiteX36" fmla="*/ 2940124 w 3200935"/>
              <a:gd name="connsiteY36" fmla="*/ 456413 h 2848897"/>
              <a:gd name="connsiteX37" fmla="*/ 2974633 w 3200935"/>
              <a:gd name="connsiteY37" fmla="*/ 465320 h 2848897"/>
              <a:gd name="connsiteX38" fmla="*/ 3006916 w 3200935"/>
              <a:gd name="connsiteY38" fmla="*/ 475338 h 2848897"/>
              <a:gd name="connsiteX39" fmla="*/ 3039197 w 3200935"/>
              <a:gd name="connsiteY39" fmla="*/ 486470 h 2848897"/>
              <a:gd name="connsiteX40" fmla="*/ 3069254 w 3200935"/>
              <a:gd name="connsiteY40" fmla="*/ 499829 h 2848897"/>
              <a:gd name="connsiteX41" fmla="*/ 3095972 w 3200935"/>
              <a:gd name="connsiteY41" fmla="*/ 516527 h 2848897"/>
              <a:gd name="connsiteX42" fmla="*/ 3120463 w 3200935"/>
              <a:gd name="connsiteY42" fmla="*/ 536565 h 2848897"/>
              <a:gd name="connsiteX43" fmla="*/ 3140498 w 3200935"/>
              <a:gd name="connsiteY43" fmla="*/ 561055 h 2848897"/>
              <a:gd name="connsiteX44" fmla="*/ 3157197 w 3200935"/>
              <a:gd name="connsiteY44" fmla="*/ 587772 h 2848897"/>
              <a:gd name="connsiteX45" fmla="*/ 3170555 w 3200935"/>
              <a:gd name="connsiteY45" fmla="*/ 617827 h 2848897"/>
              <a:gd name="connsiteX46" fmla="*/ 3181687 w 3200935"/>
              <a:gd name="connsiteY46" fmla="*/ 650112 h 2848897"/>
              <a:gd name="connsiteX47" fmla="*/ 3191705 w 3200935"/>
              <a:gd name="connsiteY47" fmla="*/ 682393 h 2848897"/>
              <a:gd name="connsiteX48" fmla="*/ 3200612 w 3200935"/>
              <a:gd name="connsiteY48" fmla="*/ 716904 h 2848897"/>
              <a:gd name="connsiteX49" fmla="*/ 3200935 w 3200935"/>
              <a:gd name="connsiteY49" fmla="*/ 718115 h 2848897"/>
              <a:gd name="connsiteX50" fmla="*/ 3200935 w 3200935"/>
              <a:gd name="connsiteY50" fmla="*/ 2848897 h 2848897"/>
              <a:gd name="connsiteX51" fmla="*/ 413394 w 3200935"/>
              <a:gd name="connsiteY51" fmla="*/ 2848897 h 2848897"/>
              <a:gd name="connsiteX52" fmla="*/ 400932 w 3200935"/>
              <a:gd name="connsiteY52" fmla="*/ 2820857 h 2848897"/>
              <a:gd name="connsiteX53" fmla="*/ 385348 w 3200935"/>
              <a:gd name="connsiteY53" fmla="*/ 2793028 h 2848897"/>
              <a:gd name="connsiteX54" fmla="*/ 365311 w 3200935"/>
              <a:gd name="connsiteY54" fmla="*/ 2768537 h 2848897"/>
              <a:gd name="connsiteX55" fmla="*/ 343046 w 3200935"/>
              <a:gd name="connsiteY55" fmla="*/ 2742933 h 2848897"/>
              <a:gd name="connsiteX56" fmla="*/ 317443 w 3200935"/>
              <a:gd name="connsiteY56" fmla="*/ 2720669 h 2848897"/>
              <a:gd name="connsiteX57" fmla="*/ 289612 w 3200935"/>
              <a:gd name="connsiteY57" fmla="*/ 2699519 h 2848897"/>
              <a:gd name="connsiteX58" fmla="*/ 261783 w 3200935"/>
              <a:gd name="connsiteY58" fmla="*/ 2678368 h 2848897"/>
              <a:gd name="connsiteX59" fmla="*/ 233954 w 3200935"/>
              <a:gd name="connsiteY59" fmla="*/ 2657218 h 2848897"/>
              <a:gd name="connsiteX60" fmla="*/ 207237 w 3200935"/>
              <a:gd name="connsiteY60" fmla="*/ 2636065 h 2848897"/>
              <a:gd name="connsiteX61" fmla="*/ 181633 w 3200935"/>
              <a:gd name="connsiteY61" fmla="*/ 2612689 h 2848897"/>
              <a:gd name="connsiteX62" fmla="*/ 159370 w 3200935"/>
              <a:gd name="connsiteY62" fmla="*/ 2589312 h 2848897"/>
              <a:gd name="connsiteX63" fmla="*/ 140446 w 3200935"/>
              <a:gd name="connsiteY63" fmla="*/ 2562594 h 2848897"/>
              <a:gd name="connsiteX64" fmla="*/ 125974 w 3200935"/>
              <a:gd name="connsiteY64" fmla="*/ 2534764 h 2848897"/>
              <a:gd name="connsiteX65" fmla="*/ 115956 w 3200935"/>
              <a:gd name="connsiteY65" fmla="*/ 2501370 h 2848897"/>
              <a:gd name="connsiteX66" fmla="*/ 111502 w 3200935"/>
              <a:gd name="connsiteY66" fmla="*/ 2466860 h 2848897"/>
              <a:gd name="connsiteX67" fmla="*/ 110388 w 3200935"/>
              <a:gd name="connsiteY67" fmla="*/ 2431236 h 2848897"/>
              <a:gd name="connsiteX68" fmla="*/ 113728 w 3200935"/>
              <a:gd name="connsiteY68" fmla="*/ 2393388 h 2848897"/>
              <a:gd name="connsiteX69" fmla="*/ 118182 w 3200935"/>
              <a:gd name="connsiteY69" fmla="*/ 2355539 h 2848897"/>
              <a:gd name="connsiteX70" fmla="*/ 123747 w 3200935"/>
              <a:gd name="connsiteY70" fmla="*/ 2317690 h 2848897"/>
              <a:gd name="connsiteX71" fmla="*/ 128200 w 3200935"/>
              <a:gd name="connsiteY71" fmla="*/ 2279842 h 2848897"/>
              <a:gd name="connsiteX72" fmla="*/ 130428 w 3200935"/>
              <a:gd name="connsiteY72" fmla="*/ 2241992 h 2848897"/>
              <a:gd name="connsiteX73" fmla="*/ 130428 w 3200935"/>
              <a:gd name="connsiteY73" fmla="*/ 2205256 h 2848897"/>
              <a:gd name="connsiteX74" fmla="*/ 125974 w 3200935"/>
              <a:gd name="connsiteY74" fmla="*/ 2170747 h 2848897"/>
              <a:gd name="connsiteX75" fmla="*/ 117069 w 3200935"/>
              <a:gd name="connsiteY75" fmla="*/ 2136238 h 2848897"/>
              <a:gd name="connsiteX76" fmla="*/ 103710 w 3200935"/>
              <a:gd name="connsiteY76" fmla="*/ 2103954 h 2848897"/>
              <a:gd name="connsiteX77" fmla="*/ 87012 w 3200935"/>
              <a:gd name="connsiteY77" fmla="*/ 2070559 h 2848897"/>
              <a:gd name="connsiteX78" fmla="*/ 68088 w 3200935"/>
              <a:gd name="connsiteY78" fmla="*/ 2037163 h 2848897"/>
              <a:gd name="connsiteX79" fmla="*/ 48051 w 3200935"/>
              <a:gd name="connsiteY79" fmla="*/ 2003766 h 2848897"/>
              <a:gd name="connsiteX80" fmla="*/ 29127 w 3200935"/>
              <a:gd name="connsiteY80" fmla="*/ 1971483 h 2848897"/>
              <a:gd name="connsiteX81" fmla="*/ 12427 w 3200935"/>
              <a:gd name="connsiteY81" fmla="*/ 1936974 h 2848897"/>
              <a:gd name="connsiteX82" fmla="*/ 0 w 3200935"/>
              <a:gd name="connsiteY82" fmla="*/ 1905903 h 2848897"/>
              <a:gd name="connsiteX83" fmla="*/ 0 w 3200935"/>
              <a:gd name="connsiteY83" fmla="*/ 1760990 h 2848897"/>
              <a:gd name="connsiteX84" fmla="*/ 12427 w 3200935"/>
              <a:gd name="connsiteY84" fmla="*/ 1729918 h 2848897"/>
              <a:gd name="connsiteX85" fmla="*/ 29127 w 3200935"/>
              <a:gd name="connsiteY85" fmla="*/ 1695410 h 2848897"/>
              <a:gd name="connsiteX86" fmla="*/ 48051 w 3200935"/>
              <a:gd name="connsiteY86" fmla="*/ 1663126 h 2848897"/>
              <a:gd name="connsiteX87" fmla="*/ 68088 w 3200935"/>
              <a:gd name="connsiteY87" fmla="*/ 1629730 h 2848897"/>
              <a:gd name="connsiteX88" fmla="*/ 87012 w 3200935"/>
              <a:gd name="connsiteY88" fmla="*/ 1596334 h 2848897"/>
              <a:gd name="connsiteX89" fmla="*/ 103710 w 3200935"/>
              <a:gd name="connsiteY89" fmla="*/ 1562938 h 2848897"/>
              <a:gd name="connsiteX90" fmla="*/ 117069 w 3200935"/>
              <a:gd name="connsiteY90" fmla="*/ 1530654 h 2848897"/>
              <a:gd name="connsiteX91" fmla="*/ 125974 w 3200935"/>
              <a:gd name="connsiteY91" fmla="*/ 1496145 h 2848897"/>
              <a:gd name="connsiteX92" fmla="*/ 130428 w 3200935"/>
              <a:gd name="connsiteY92" fmla="*/ 1461636 h 2848897"/>
              <a:gd name="connsiteX93" fmla="*/ 130428 w 3200935"/>
              <a:gd name="connsiteY93" fmla="*/ 1424901 h 2848897"/>
              <a:gd name="connsiteX94" fmla="*/ 128200 w 3200935"/>
              <a:gd name="connsiteY94" fmla="*/ 1387052 h 2848897"/>
              <a:gd name="connsiteX95" fmla="*/ 123747 w 3200935"/>
              <a:gd name="connsiteY95" fmla="*/ 1349203 h 2848897"/>
              <a:gd name="connsiteX96" fmla="*/ 118182 w 3200935"/>
              <a:gd name="connsiteY96" fmla="*/ 1311353 h 2848897"/>
              <a:gd name="connsiteX97" fmla="*/ 113728 w 3200935"/>
              <a:gd name="connsiteY97" fmla="*/ 1273505 h 2848897"/>
              <a:gd name="connsiteX98" fmla="*/ 110388 w 3200935"/>
              <a:gd name="connsiteY98" fmla="*/ 1235657 h 2848897"/>
              <a:gd name="connsiteX99" fmla="*/ 111502 w 3200935"/>
              <a:gd name="connsiteY99" fmla="*/ 1200034 h 2848897"/>
              <a:gd name="connsiteX100" fmla="*/ 115956 w 3200935"/>
              <a:gd name="connsiteY100" fmla="*/ 1165525 h 2848897"/>
              <a:gd name="connsiteX101" fmla="*/ 125974 w 3200935"/>
              <a:gd name="connsiteY101" fmla="*/ 1132128 h 2848897"/>
              <a:gd name="connsiteX102" fmla="*/ 140446 w 3200935"/>
              <a:gd name="connsiteY102" fmla="*/ 1104298 h 2848897"/>
              <a:gd name="connsiteX103" fmla="*/ 159370 w 3200935"/>
              <a:gd name="connsiteY103" fmla="*/ 1077582 h 2848897"/>
              <a:gd name="connsiteX104" fmla="*/ 181633 w 3200935"/>
              <a:gd name="connsiteY104" fmla="*/ 1054204 h 2848897"/>
              <a:gd name="connsiteX105" fmla="*/ 207237 w 3200935"/>
              <a:gd name="connsiteY105" fmla="*/ 1030827 h 2848897"/>
              <a:gd name="connsiteX106" fmla="*/ 233954 w 3200935"/>
              <a:gd name="connsiteY106" fmla="*/ 1009676 h 2848897"/>
              <a:gd name="connsiteX107" fmla="*/ 261783 w 3200935"/>
              <a:gd name="connsiteY107" fmla="*/ 988524 h 2848897"/>
              <a:gd name="connsiteX108" fmla="*/ 289612 w 3200935"/>
              <a:gd name="connsiteY108" fmla="*/ 967374 h 2848897"/>
              <a:gd name="connsiteX109" fmla="*/ 317443 w 3200935"/>
              <a:gd name="connsiteY109" fmla="*/ 946223 h 2848897"/>
              <a:gd name="connsiteX110" fmla="*/ 343046 w 3200935"/>
              <a:gd name="connsiteY110" fmla="*/ 923960 h 2848897"/>
              <a:gd name="connsiteX111" fmla="*/ 365311 w 3200935"/>
              <a:gd name="connsiteY111" fmla="*/ 898356 h 2848897"/>
              <a:gd name="connsiteX112" fmla="*/ 385348 w 3200935"/>
              <a:gd name="connsiteY112" fmla="*/ 873865 h 2848897"/>
              <a:gd name="connsiteX113" fmla="*/ 400932 w 3200935"/>
              <a:gd name="connsiteY113" fmla="*/ 846035 h 2848897"/>
              <a:gd name="connsiteX114" fmla="*/ 414290 w 3200935"/>
              <a:gd name="connsiteY114" fmla="*/ 815980 h 2848897"/>
              <a:gd name="connsiteX115" fmla="*/ 425422 w 3200935"/>
              <a:gd name="connsiteY115" fmla="*/ 783695 h 2848897"/>
              <a:gd name="connsiteX116" fmla="*/ 435442 w 3200935"/>
              <a:gd name="connsiteY116" fmla="*/ 750298 h 2848897"/>
              <a:gd name="connsiteX117" fmla="*/ 444347 w 3200935"/>
              <a:gd name="connsiteY117" fmla="*/ 716904 h 2848897"/>
              <a:gd name="connsiteX118" fmla="*/ 453253 w 3200935"/>
              <a:gd name="connsiteY118" fmla="*/ 682393 h 2848897"/>
              <a:gd name="connsiteX119" fmla="*/ 463271 w 3200935"/>
              <a:gd name="connsiteY119" fmla="*/ 650112 h 2848897"/>
              <a:gd name="connsiteX120" fmla="*/ 474403 w 3200935"/>
              <a:gd name="connsiteY120" fmla="*/ 617827 h 2848897"/>
              <a:gd name="connsiteX121" fmla="*/ 487762 w 3200935"/>
              <a:gd name="connsiteY121" fmla="*/ 587772 h 2848897"/>
              <a:gd name="connsiteX122" fmla="*/ 504460 w 3200935"/>
              <a:gd name="connsiteY122" fmla="*/ 561055 h 2848897"/>
              <a:gd name="connsiteX123" fmla="*/ 524495 w 3200935"/>
              <a:gd name="connsiteY123" fmla="*/ 536565 h 2848897"/>
              <a:gd name="connsiteX124" fmla="*/ 548987 w 3200935"/>
              <a:gd name="connsiteY124" fmla="*/ 516527 h 2848897"/>
              <a:gd name="connsiteX125" fmla="*/ 575704 w 3200935"/>
              <a:gd name="connsiteY125" fmla="*/ 499829 h 2848897"/>
              <a:gd name="connsiteX126" fmla="*/ 605759 w 3200935"/>
              <a:gd name="connsiteY126" fmla="*/ 486470 h 2848897"/>
              <a:gd name="connsiteX127" fmla="*/ 638042 w 3200935"/>
              <a:gd name="connsiteY127" fmla="*/ 475338 h 2848897"/>
              <a:gd name="connsiteX128" fmla="*/ 670325 w 3200935"/>
              <a:gd name="connsiteY128" fmla="*/ 465320 h 2848897"/>
              <a:gd name="connsiteX129" fmla="*/ 704834 w 3200935"/>
              <a:gd name="connsiteY129" fmla="*/ 456413 h 2848897"/>
              <a:gd name="connsiteX130" fmla="*/ 738229 w 3200935"/>
              <a:gd name="connsiteY130" fmla="*/ 447507 h 2848897"/>
              <a:gd name="connsiteX131" fmla="*/ 771626 w 3200935"/>
              <a:gd name="connsiteY131" fmla="*/ 437489 h 2848897"/>
              <a:gd name="connsiteX132" fmla="*/ 803907 w 3200935"/>
              <a:gd name="connsiteY132" fmla="*/ 426357 h 2848897"/>
              <a:gd name="connsiteX133" fmla="*/ 833964 w 3200935"/>
              <a:gd name="connsiteY133" fmla="*/ 412999 h 2848897"/>
              <a:gd name="connsiteX134" fmla="*/ 861794 w 3200935"/>
              <a:gd name="connsiteY134" fmla="*/ 397415 h 2848897"/>
              <a:gd name="connsiteX135" fmla="*/ 886284 w 3200935"/>
              <a:gd name="connsiteY135" fmla="*/ 377377 h 2848897"/>
              <a:gd name="connsiteX136" fmla="*/ 911888 w 3200935"/>
              <a:gd name="connsiteY136" fmla="*/ 355112 h 2848897"/>
              <a:gd name="connsiteX137" fmla="*/ 934152 w 3200935"/>
              <a:gd name="connsiteY137" fmla="*/ 329509 h 2848897"/>
              <a:gd name="connsiteX138" fmla="*/ 955302 w 3200935"/>
              <a:gd name="connsiteY138" fmla="*/ 302791 h 2848897"/>
              <a:gd name="connsiteX139" fmla="*/ 976452 w 3200935"/>
              <a:gd name="connsiteY139" fmla="*/ 274961 h 2848897"/>
              <a:gd name="connsiteX140" fmla="*/ 997604 w 3200935"/>
              <a:gd name="connsiteY140" fmla="*/ 247131 h 2848897"/>
              <a:gd name="connsiteX141" fmla="*/ 1018754 w 3200935"/>
              <a:gd name="connsiteY141" fmla="*/ 220414 h 2848897"/>
              <a:gd name="connsiteX142" fmla="*/ 1042131 w 3200935"/>
              <a:gd name="connsiteY142" fmla="*/ 194811 h 2848897"/>
              <a:gd name="connsiteX143" fmla="*/ 1065507 w 3200935"/>
              <a:gd name="connsiteY143" fmla="*/ 172547 h 2848897"/>
              <a:gd name="connsiteX144" fmla="*/ 1092225 w 3200935"/>
              <a:gd name="connsiteY144" fmla="*/ 153622 h 2848897"/>
              <a:gd name="connsiteX145" fmla="*/ 1120055 w 3200935"/>
              <a:gd name="connsiteY145" fmla="*/ 139150 h 2848897"/>
              <a:gd name="connsiteX146" fmla="*/ 1153451 w 3200935"/>
              <a:gd name="connsiteY146" fmla="*/ 129132 h 2848897"/>
              <a:gd name="connsiteX147" fmla="*/ 1187961 w 3200935"/>
              <a:gd name="connsiteY147" fmla="*/ 124678 h 2848897"/>
              <a:gd name="connsiteX148" fmla="*/ 1223581 w 3200935"/>
              <a:gd name="connsiteY148" fmla="*/ 123565 h 2848897"/>
              <a:gd name="connsiteX149" fmla="*/ 1261429 w 3200935"/>
              <a:gd name="connsiteY149" fmla="*/ 126906 h 2848897"/>
              <a:gd name="connsiteX150" fmla="*/ 1299279 w 3200935"/>
              <a:gd name="connsiteY150" fmla="*/ 131359 h 2848897"/>
              <a:gd name="connsiteX151" fmla="*/ 1337128 w 3200935"/>
              <a:gd name="connsiteY151" fmla="*/ 136924 h 2848897"/>
              <a:gd name="connsiteX152" fmla="*/ 1374976 w 3200935"/>
              <a:gd name="connsiteY152" fmla="*/ 141378 h 2848897"/>
              <a:gd name="connsiteX153" fmla="*/ 1412824 w 3200935"/>
              <a:gd name="connsiteY153" fmla="*/ 143604 h 2848897"/>
              <a:gd name="connsiteX154" fmla="*/ 1449561 w 3200935"/>
              <a:gd name="connsiteY154" fmla="*/ 143604 h 2848897"/>
              <a:gd name="connsiteX155" fmla="*/ 1484069 w 3200935"/>
              <a:gd name="connsiteY155" fmla="*/ 139150 h 2848897"/>
              <a:gd name="connsiteX156" fmla="*/ 1518579 w 3200935"/>
              <a:gd name="connsiteY156" fmla="*/ 130245 h 2848897"/>
              <a:gd name="connsiteX157" fmla="*/ 1551974 w 3200935"/>
              <a:gd name="connsiteY157" fmla="*/ 116887 h 2848897"/>
              <a:gd name="connsiteX158" fmla="*/ 1585369 w 3200935"/>
              <a:gd name="connsiteY158" fmla="*/ 99075 h 2848897"/>
              <a:gd name="connsiteX159" fmla="*/ 1618765 w 3200935"/>
              <a:gd name="connsiteY159" fmla="*/ 81264 h 2848897"/>
              <a:gd name="connsiteX160" fmla="*/ 1652161 w 3200935"/>
              <a:gd name="connsiteY160" fmla="*/ 61227 h 2848897"/>
              <a:gd name="connsiteX161" fmla="*/ 1684444 w 3200935"/>
              <a:gd name="connsiteY161" fmla="*/ 42302 h 2848897"/>
              <a:gd name="connsiteX162" fmla="*/ 1718953 w 3200935"/>
              <a:gd name="connsiteY162" fmla="*/ 25604 h 2848897"/>
              <a:gd name="connsiteX163" fmla="*/ 1752349 w 3200935"/>
              <a:gd name="connsiteY163" fmla="*/ 12245 h 2848897"/>
              <a:gd name="connsiteX164" fmla="*/ 1786858 w 3200935"/>
              <a:gd name="connsiteY164" fmla="*/ 3339 h 284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200935" h="2848897">
                <a:moveTo>
                  <a:pt x="1822480" y="0"/>
                </a:moveTo>
                <a:lnTo>
                  <a:pt x="1858100" y="3339"/>
                </a:lnTo>
                <a:lnTo>
                  <a:pt x="1892611" y="12245"/>
                </a:lnTo>
                <a:lnTo>
                  <a:pt x="1926007" y="25604"/>
                </a:lnTo>
                <a:lnTo>
                  <a:pt x="1960514" y="42302"/>
                </a:lnTo>
                <a:lnTo>
                  <a:pt x="1992798" y="61227"/>
                </a:lnTo>
                <a:lnTo>
                  <a:pt x="2026194" y="81264"/>
                </a:lnTo>
                <a:lnTo>
                  <a:pt x="2059589" y="99075"/>
                </a:lnTo>
                <a:lnTo>
                  <a:pt x="2092985" y="116887"/>
                </a:lnTo>
                <a:lnTo>
                  <a:pt x="2125268" y="130245"/>
                </a:lnTo>
                <a:lnTo>
                  <a:pt x="2160890" y="139150"/>
                </a:lnTo>
                <a:lnTo>
                  <a:pt x="2195399" y="143604"/>
                </a:lnTo>
                <a:lnTo>
                  <a:pt x="2232134" y="143604"/>
                </a:lnTo>
                <a:lnTo>
                  <a:pt x="2269983" y="141378"/>
                </a:lnTo>
                <a:lnTo>
                  <a:pt x="2307831" y="136924"/>
                </a:lnTo>
                <a:lnTo>
                  <a:pt x="2345681" y="131359"/>
                </a:lnTo>
                <a:lnTo>
                  <a:pt x="2383529" y="126906"/>
                </a:lnTo>
                <a:lnTo>
                  <a:pt x="2421378" y="123565"/>
                </a:lnTo>
                <a:lnTo>
                  <a:pt x="2456999" y="124678"/>
                </a:lnTo>
                <a:lnTo>
                  <a:pt x="2491507" y="129132"/>
                </a:lnTo>
                <a:lnTo>
                  <a:pt x="2524903" y="139150"/>
                </a:lnTo>
                <a:lnTo>
                  <a:pt x="2552734" y="153622"/>
                </a:lnTo>
                <a:lnTo>
                  <a:pt x="2579449" y="172547"/>
                </a:lnTo>
                <a:lnTo>
                  <a:pt x="2602827" y="194811"/>
                </a:lnTo>
                <a:lnTo>
                  <a:pt x="2626204" y="220414"/>
                </a:lnTo>
                <a:lnTo>
                  <a:pt x="2647355" y="247131"/>
                </a:lnTo>
                <a:lnTo>
                  <a:pt x="2668506" y="274961"/>
                </a:lnTo>
                <a:lnTo>
                  <a:pt x="2689656" y="302791"/>
                </a:lnTo>
                <a:lnTo>
                  <a:pt x="2710806" y="329509"/>
                </a:lnTo>
                <a:lnTo>
                  <a:pt x="2733071" y="355112"/>
                </a:lnTo>
                <a:lnTo>
                  <a:pt x="2758675" y="377377"/>
                </a:lnTo>
                <a:lnTo>
                  <a:pt x="2783165" y="397415"/>
                </a:lnTo>
                <a:lnTo>
                  <a:pt x="2810995" y="412999"/>
                </a:lnTo>
                <a:lnTo>
                  <a:pt x="2841051" y="426357"/>
                </a:lnTo>
                <a:lnTo>
                  <a:pt x="2873333" y="437489"/>
                </a:lnTo>
                <a:lnTo>
                  <a:pt x="2906728" y="447507"/>
                </a:lnTo>
                <a:lnTo>
                  <a:pt x="2940124" y="456413"/>
                </a:lnTo>
                <a:lnTo>
                  <a:pt x="2974633" y="465320"/>
                </a:lnTo>
                <a:lnTo>
                  <a:pt x="3006916" y="475338"/>
                </a:lnTo>
                <a:lnTo>
                  <a:pt x="3039197" y="486470"/>
                </a:lnTo>
                <a:lnTo>
                  <a:pt x="3069254" y="499829"/>
                </a:lnTo>
                <a:lnTo>
                  <a:pt x="3095972" y="516527"/>
                </a:lnTo>
                <a:lnTo>
                  <a:pt x="3120463" y="536565"/>
                </a:lnTo>
                <a:lnTo>
                  <a:pt x="3140498" y="561055"/>
                </a:lnTo>
                <a:lnTo>
                  <a:pt x="3157197" y="587772"/>
                </a:lnTo>
                <a:lnTo>
                  <a:pt x="3170555" y="617827"/>
                </a:lnTo>
                <a:lnTo>
                  <a:pt x="3181687" y="650112"/>
                </a:lnTo>
                <a:lnTo>
                  <a:pt x="3191705" y="682393"/>
                </a:lnTo>
                <a:lnTo>
                  <a:pt x="3200612" y="716904"/>
                </a:lnTo>
                <a:lnTo>
                  <a:pt x="3200935" y="718115"/>
                </a:lnTo>
                <a:lnTo>
                  <a:pt x="3200935" y="2848897"/>
                </a:lnTo>
                <a:lnTo>
                  <a:pt x="413394" y="2848897"/>
                </a:lnTo>
                <a:lnTo>
                  <a:pt x="400932" y="2820857"/>
                </a:lnTo>
                <a:lnTo>
                  <a:pt x="385348" y="2793028"/>
                </a:lnTo>
                <a:lnTo>
                  <a:pt x="365311" y="2768537"/>
                </a:lnTo>
                <a:lnTo>
                  <a:pt x="343046" y="2742933"/>
                </a:lnTo>
                <a:lnTo>
                  <a:pt x="317443" y="2720669"/>
                </a:lnTo>
                <a:lnTo>
                  <a:pt x="289612" y="2699519"/>
                </a:lnTo>
                <a:lnTo>
                  <a:pt x="261783" y="2678368"/>
                </a:lnTo>
                <a:lnTo>
                  <a:pt x="233954" y="2657218"/>
                </a:lnTo>
                <a:lnTo>
                  <a:pt x="207237" y="2636065"/>
                </a:lnTo>
                <a:lnTo>
                  <a:pt x="181633" y="2612689"/>
                </a:lnTo>
                <a:lnTo>
                  <a:pt x="159370" y="2589312"/>
                </a:lnTo>
                <a:lnTo>
                  <a:pt x="140446" y="2562594"/>
                </a:lnTo>
                <a:lnTo>
                  <a:pt x="125974" y="2534764"/>
                </a:lnTo>
                <a:lnTo>
                  <a:pt x="115956" y="2501370"/>
                </a:lnTo>
                <a:lnTo>
                  <a:pt x="111502" y="2466860"/>
                </a:lnTo>
                <a:lnTo>
                  <a:pt x="110388" y="2431236"/>
                </a:lnTo>
                <a:lnTo>
                  <a:pt x="113728" y="2393388"/>
                </a:lnTo>
                <a:lnTo>
                  <a:pt x="118182" y="2355539"/>
                </a:lnTo>
                <a:lnTo>
                  <a:pt x="123747" y="2317690"/>
                </a:lnTo>
                <a:lnTo>
                  <a:pt x="128200" y="2279842"/>
                </a:lnTo>
                <a:lnTo>
                  <a:pt x="130428" y="2241992"/>
                </a:lnTo>
                <a:lnTo>
                  <a:pt x="130428" y="2205256"/>
                </a:lnTo>
                <a:lnTo>
                  <a:pt x="125974" y="2170747"/>
                </a:lnTo>
                <a:lnTo>
                  <a:pt x="117069" y="2136238"/>
                </a:lnTo>
                <a:lnTo>
                  <a:pt x="103710" y="2103954"/>
                </a:lnTo>
                <a:lnTo>
                  <a:pt x="87012" y="2070559"/>
                </a:lnTo>
                <a:lnTo>
                  <a:pt x="68088" y="2037163"/>
                </a:lnTo>
                <a:lnTo>
                  <a:pt x="48051" y="2003766"/>
                </a:lnTo>
                <a:lnTo>
                  <a:pt x="29127" y="1971483"/>
                </a:lnTo>
                <a:lnTo>
                  <a:pt x="12427" y="1936974"/>
                </a:lnTo>
                <a:lnTo>
                  <a:pt x="0" y="1905903"/>
                </a:lnTo>
                <a:lnTo>
                  <a:pt x="0" y="1760990"/>
                </a:lnTo>
                <a:lnTo>
                  <a:pt x="12427" y="1729918"/>
                </a:lnTo>
                <a:lnTo>
                  <a:pt x="29127" y="1695410"/>
                </a:lnTo>
                <a:lnTo>
                  <a:pt x="48051" y="1663126"/>
                </a:lnTo>
                <a:lnTo>
                  <a:pt x="68088" y="1629730"/>
                </a:lnTo>
                <a:lnTo>
                  <a:pt x="87012" y="1596334"/>
                </a:lnTo>
                <a:lnTo>
                  <a:pt x="103710" y="1562938"/>
                </a:lnTo>
                <a:lnTo>
                  <a:pt x="117069" y="1530654"/>
                </a:lnTo>
                <a:lnTo>
                  <a:pt x="125974" y="1496145"/>
                </a:lnTo>
                <a:lnTo>
                  <a:pt x="130428" y="1461636"/>
                </a:lnTo>
                <a:lnTo>
                  <a:pt x="130428" y="1424901"/>
                </a:lnTo>
                <a:lnTo>
                  <a:pt x="128200" y="1387052"/>
                </a:lnTo>
                <a:lnTo>
                  <a:pt x="123747" y="1349203"/>
                </a:lnTo>
                <a:lnTo>
                  <a:pt x="118182" y="1311353"/>
                </a:lnTo>
                <a:lnTo>
                  <a:pt x="113728" y="1273505"/>
                </a:lnTo>
                <a:lnTo>
                  <a:pt x="110388" y="1235657"/>
                </a:lnTo>
                <a:lnTo>
                  <a:pt x="111502" y="1200034"/>
                </a:lnTo>
                <a:lnTo>
                  <a:pt x="115956" y="1165525"/>
                </a:lnTo>
                <a:lnTo>
                  <a:pt x="125974" y="1132128"/>
                </a:lnTo>
                <a:lnTo>
                  <a:pt x="140446" y="1104298"/>
                </a:lnTo>
                <a:lnTo>
                  <a:pt x="159370" y="1077582"/>
                </a:lnTo>
                <a:lnTo>
                  <a:pt x="181633" y="1054204"/>
                </a:lnTo>
                <a:lnTo>
                  <a:pt x="207237" y="1030827"/>
                </a:lnTo>
                <a:lnTo>
                  <a:pt x="233954" y="1009676"/>
                </a:lnTo>
                <a:lnTo>
                  <a:pt x="261783" y="988524"/>
                </a:lnTo>
                <a:lnTo>
                  <a:pt x="289612" y="967374"/>
                </a:lnTo>
                <a:lnTo>
                  <a:pt x="317443" y="946223"/>
                </a:lnTo>
                <a:lnTo>
                  <a:pt x="343046" y="923960"/>
                </a:lnTo>
                <a:lnTo>
                  <a:pt x="365311" y="898356"/>
                </a:lnTo>
                <a:lnTo>
                  <a:pt x="385348" y="873865"/>
                </a:lnTo>
                <a:lnTo>
                  <a:pt x="400932" y="846035"/>
                </a:lnTo>
                <a:lnTo>
                  <a:pt x="414290" y="815980"/>
                </a:lnTo>
                <a:lnTo>
                  <a:pt x="425422" y="783695"/>
                </a:lnTo>
                <a:lnTo>
                  <a:pt x="435442" y="750298"/>
                </a:lnTo>
                <a:lnTo>
                  <a:pt x="444347" y="716904"/>
                </a:lnTo>
                <a:lnTo>
                  <a:pt x="453253" y="682393"/>
                </a:lnTo>
                <a:lnTo>
                  <a:pt x="463271" y="650112"/>
                </a:lnTo>
                <a:lnTo>
                  <a:pt x="474403" y="617827"/>
                </a:lnTo>
                <a:lnTo>
                  <a:pt x="487762" y="587772"/>
                </a:lnTo>
                <a:lnTo>
                  <a:pt x="504460" y="561055"/>
                </a:lnTo>
                <a:lnTo>
                  <a:pt x="524495" y="536565"/>
                </a:lnTo>
                <a:lnTo>
                  <a:pt x="548987" y="516527"/>
                </a:lnTo>
                <a:lnTo>
                  <a:pt x="575704" y="499829"/>
                </a:lnTo>
                <a:lnTo>
                  <a:pt x="605759" y="486470"/>
                </a:lnTo>
                <a:lnTo>
                  <a:pt x="638042" y="475338"/>
                </a:lnTo>
                <a:lnTo>
                  <a:pt x="670325" y="465320"/>
                </a:lnTo>
                <a:lnTo>
                  <a:pt x="704834" y="456413"/>
                </a:lnTo>
                <a:lnTo>
                  <a:pt x="738229" y="447507"/>
                </a:lnTo>
                <a:lnTo>
                  <a:pt x="771626" y="437489"/>
                </a:lnTo>
                <a:lnTo>
                  <a:pt x="803907" y="426357"/>
                </a:lnTo>
                <a:lnTo>
                  <a:pt x="833964" y="412999"/>
                </a:lnTo>
                <a:lnTo>
                  <a:pt x="861794" y="397415"/>
                </a:lnTo>
                <a:lnTo>
                  <a:pt x="886284" y="377377"/>
                </a:lnTo>
                <a:lnTo>
                  <a:pt x="911888" y="355112"/>
                </a:lnTo>
                <a:lnTo>
                  <a:pt x="934152" y="329509"/>
                </a:lnTo>
                <a:lnTo>
                  <a:pt x="955302" y="302791"/>
                </a:lnTo>
                <a:lnTo>
                  <a:pt x="976452" y="274961"/>
                </a:lnTo>
                <a:lnTo>
                  <a:pt x="997604" y="247131"/>
                </a:lnTo>
                <a:lnTo>
                  <a:pt x="1018754" y="220414"/>
                </a:lnTo>
                <a:lnTo>
                  <a:pt x="1042131" y="194811"/>
                </a:lnTo>
                <a:lnTo>
                  <a:pt x="1065507" y="172547"/>
                </a:lnTo>
                <a:lnTo>
                  <a:pt x="1092225" y="153622"/>
                </a:lnTo>
                <a:lnTo>
                  <a:pt x="1120055" y="139150"/>
                </a:lnTo>
                <a:lnTo>
                  <a:pt x="1153451" y="129132"/>
                </a:lnTo>
                <a:lnTo>
                  <a:pt x="1187961" y="124678"/>
                </a:lnTo>
                <a:lnTo>
                  <a:pt x="1223581" y="123565"/>
                </a:lnTo>
                <a:lnTo>
                  <a:pt x="1261429" y="126906"/>
                </a:lnTo>
                <a:lnTo>
                  <a:pt x="1299279" y="131359"/>
                </a:lnTo>
                <a:lnTo>
                  <a:pt x="1337128" y="136924"/>
                </a:lnTo>
                <a:lnTo>
                  <a:pt x="1374976" y="141378"/>
                </a:lnTo>
                <a:lnTo>
                  <a:pt x="1412824" y="143604"/>
                </a:lnTo>
                <a:lnTo>
                  <a:pt x="1449561" y="143604"/>
                </a:lnTo>
                <a:lnTo>
                  <a:pt x="1484069" y="139150"/>
                </a:lnTo>
                <a:lnTo>
                  <a:pt x="1518579" y="130245"/>
                </a:lnTo>
                <a:lnTo>
                  <a:pt x="1551974" y="116887"/>
                </a:lnTo>
                <a:lnTo>
                  <a:pt x="1585369" y="99075"/>
                </a:lnTo>
                <a:lnTo>
                  <a:pt x="1618765" y="81264"/>
                </a:lnTo>
                <a:lnTo>
                  <a:pt x="1652161" y="61227"/>
                </a:lnTo>
                <a:lnTo>
                  <a:pt x="1684444" y="42302"/>
                </a:lnTo>
                <a:lnTo>
                  <a:pt x="1718953" y="25604"/>
                </a:lnTo>
                <a:lnTo>
                  <a:pt x="1752349" y="12245"/>
                </a:lnTo>
                <a:lnTo>
                  <a:pt x="1786858" y="333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oogle Shape;1378;p23">
            <a:hlinkClick r:id="rId4"/>
            <a:extLst>
              <a:ext uri="{FF2B5EF4-FFF2-40B4-BE49-F238E27FC236}">
                <a16:creationId xmlns:a16="http://schemas.microsoft.com/office/drawing/2014/main" id="{C2F5935B-7F39-8DBE-ED92-C66B3623FF83}"/>
              </a:ext>
            </a:extLst>
          </p:cNvPr>
          <p:cNvPicPr preferRelativeResize="0">
            <a:picLocks/>
          </p:cNvPicPr>
          <p:nvPr/>
        </p:nvPicPr>
        <p:blipFill rotWithShape="1">
          <a:blip r:embed="rId5">
            <a:alphaModFix/>
          </a:blip>
          <a:srcRect/>
          <a:stretch/>
        </p:blipFill>
        <p:spPr>
          <a:xfrm>
            <a:off x="7460722" y="2714625"/>
            <a:ext cx="4162425" cy="4114800"/>
          </a:xfrm>
          <a:prstGeom prst="rect">
            <a:avLst/>
          </a:prstGeom>
          <a:noFill/>
          <a:ln>
            <a:noFill/>
          </a:ln>
        </p:spPr>
      </p:pic>
      <p:sp>
        <p:nvSpPr>
          <p:cNvPr id="8" name="TextBox 7">
            <a:extLst>
              <a:ext uri="{FF2B5EF4-FFF2-40B4-BE49-F238E27FC236}">
                <a16:creationId xmlns:a16="http://schemas.microsoft.com/office/drawing/2014/main" id="{2683DE17-A9C3-250E-A39C-0CAB559673D9}"/>
              </a:ext>
            </a:extLst>
          </p:cNvPr>
          <p:cNvSpPr txBox="1"/>
          <p:nvPr/>
        </p:nvSpPr>
        <p:spPr>
          <a:xfrm>
            <a:off x="86955" y="1468796"/>
            <a:ext cx="7262854"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200" dirty="0">
                <a:cs typeface="Segoe UI"/>
              </a:rPr>
              <a:t>Max 5 days by the end of the year or during separation/resignation except for:</a:t>
            </a:r>
          </a:p>
          <a:p>
            <a:pPr marL="285750" indent="-285750">
              <a:buFont typeface="Arial"/>
              <a:buChar char="•"/>
            </a:pPr>
            <a:endParaRPr lang="en-US" sz="2200" dirty="0">
              <a:cs typeface="Segoe UI"/>
            </a:endParaRPr>
          </a:p>
          <a:p>
            <a:pPr marL="1200150" lvl="2" indent="-285750">
              <a:buFont typeface="Wingdings"/>
              <a:buChar char="§"/>
            </a:pPr>
            <a:r>
              <a:rPr lang="en-US" sz="2200" dirty="0">
                <a:solidFill>
                  <a:srgbClr val="F37121"/>
                </a:solidFill>
                <a:cs typeface="Segoe UI"/>
              </a:rPr>
              <a:t>Special cases c/o MD for approval</a:t>
            </a:r>
          </a:p>
          <a:p>
            <a:pPr marL="1200150" lvl="2" indent="-285750">
              <a:buFont typeface="Wingdings"/>
              <a:buChar char="§"/>
            </a:pPr>
            <a:r>
              <a:rPr lang="en-US" sz="2200" dirty="0">
                <a:solidFill>
                  <a:srgbClr val="F37121"/>
                </a:solidFill>
                <a:cs typeface="Segoe UI"/>
              </a:rPr>
              <a:t>Special arrangements (pre-approved)</a:t>
            </a:r>
            <a:endParaRPr lang="en-US" sz="2200" dirty="0">
              <a:solidFill>
                <a:srgbClr val="F37121"/>
              </a:solidFill>
            </a:endParaRPr>
          </a:p>
          <a:p>
            <a:pPr marL="1200150" lvl="2" indent="-285750">
              <a:buFont typeface="Wingdings"/>
              <a:buChar char="§"/>
            </a:pPr>
            <a:r>
              <a:rPr lang="en-US" sz="2200" dirty="0">
                <a:solidFill>
                  <a:srgbClr val="F37121"/>
                </a:solidFill>
                <a:cs typeface="Segoe UI"/>
              </a:rPr>
              <a:t>RARE CASE: Special approvals wherein the manager cannot allow member to go on leave due to business need hence, manager can recommend for conversion to cash of #VLs for </a:t>
            </a:r>
            <a:r>
              <a:rPr lang="en-US" sz="2200" u="sng" dirty="0">
                <a:solidFill>
                  <a:srgbClr val="F37121"/>
                </a:solidFill>
                <a:cs typeface="Segoe UI"/>
              </a:rPr>
              <a:t>separating members </a:t>
            </a:r>
            <a:r>
              <a:rPr lang="en-US" sz="2200" dirty="0">
                <a:solidFill>
                  <a:srgbClr val="F37121"/>
                </a:solidFill>
                <a:cs typeface="Segoe UI"/>
              </a:rPr>
              <a:t>or for those still active, increase #VL carry over the ff year (rare option) </a:t>
            </a:r>
            <a:r>
              <a:rPr lang="en-US" sz="2200" b="1" dirty="0">
                <a:solidFill>
                  <a:srgbClr val="F37121"/>
                </a:solidFill>
                <a:cs typeface="Segoe UI"/>
              </a:rPr>
              <a:t>= c/o LM recommendation, no need for MD approval</a:t>
            </a:r>
          </a:p>
        </p:txBody>
      </p:sp>
      <p:pic>
        <p:nvPicPr>
          <p:cNvPr id="17" name="Picture 16">
            <a:extLst>
              <a:ext uri="{FF2B5EF4-FFF2-40B4-BE49-F238E27FC236}">
                <a16:creationId xmlns:a16="http://schemas.microsoft.com/office/drawing/2014/main" id="{3E9998A5-5E8E-40A3-8CA0-A0E42D555FE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3507838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EE4022-976A-4F49-8D5F-60849B4C0728}"/>
              </a:ext>
            </a:extLst>
          </p:cNvPr>
          <p:cNvSpPr>
            <a:spLocks noGrp="1"/>
          </p:cNvSpPr>
          <p:nvPr>
            <p:ph type="sldNum" sz="quarter" idx="12"/>
          </p:nvPr>
        </p:nvSpPr>
        <p:spPr/>
        <p:txBody>
          <a:bodyPr/>
          <a:lstStyle/>
          <a:p>
            <a:fld id="{E012F146-47F9-A646-B182-8CC39B8AD32B}" type="slidenum">
              <a:rPr lang="x-none" smtClean="0"/>
              <a:pPr/>
              <a:t>30</a:t>
            </a:fld>
            <a:endParaRPr lang="x-none"/>
          </a:p>
        </p:txBody>
      </p:sp>
      <p:pic>
        <p:nvPicPr>
          <p:cNvPr id="3" name="Picture 2" descr="A screenshot of a chat&#10;&#10;Description automatically generated">
            <a:extLst>
              <a:ext uri="{FF2B5EF4-FFF2-40B4-BE49-F238E27FC236}">
                <a16:creationId xmlns:a16="http://schemas.microsoft.com/office/drawing/2014/main" id="{47690E56-5D42-27D1-508B-B57843FABB82}"/>
              </a:ext>
            </a:extLst>
          </p:cNvPr>
          <p:cNvPicPr>
            <a:picLocks noChangeAspect="1"/>
          </p:cNvPicPr>
          <p:nvPr/>
        </p:nvPicPr>
        <p:blipFill>
          <a:blip r:embed="rId2"/>
          <a:stretch>
            <a:fillRect/>
          </a:stretch>
        </p:blipFill>
        <p:spPr>
          <a:xfrm>
            <a:off x="1175657" y="948265"/>
            <a:ext cx="9846129" cy="5414097"/>
          </a:xfrm>
          <a:prstGeom prst="rect">
            <a:avLst/>
          </a:prstGeom>
        </p:spPr>
      </p:pic>
      <p:pic>
        <p:nvPicPr>
          <p:cNvPr id="5" name="Picture 4">
            <a:extLst>
              <a:ext uri="{FF2B5EF4-FFF2-40B4-BE49-F238E27FC236}">
                <a16:creationId xmlns:a16="http://schemas.microsoft.com/office/drawing/2014/main" id="{6F659727-6CDC-4D34-9273-0752A9EC62E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23882980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EE4022-976A-4F49-8D5F-60849B4C0728}"/>
              </a:ext>
            </a:extLst>
          </p:cNvPr>
          <p:cNvSpPr>
            <a:spLocks noGrp="1"/>
          </p:cNvSpPr>
          <p:nvPr>
            <p:ph type="sldNum" sz="quarter" idx="12"/>
          </p:nvPr>
        </p:nvSpPr>
        <p:spPr/>
        <p:txBody>
          <a:bodyPr/>
          <a:lstStyle/>
          <a:p>
            <a:fld id="{E012F146-47F9-A646-B182-8CC39B8AD32B}" type="slidenum">
              <a:rPr lang="x-none" smtClean="0"/>
              <a:pPr/>
              <a:t>31</a:t>
            </a:fld>
            <a:endParaRPr lang="x-none"/>
          </a:p>
        </p:txBody>
      </p:sp>
      <p:sp>
        <p:nvSpPr>
          <p:cNvPr id="4" name="TextBox 3">
            <a:extLst>
              <a:ext uri="{FF2B5EF4-FFF2-40B4-BE49-F238E27FC236}">
                <a16:creationId xmlns:a16="http://schemas.microsoft.com/office/drawing/2014/main" id="{0C47252A-719B-F23D-DABA-AE54A6907418}"/>
              </a:ext>
            </a:extLst>
          </p:cNvPr>
          <p:cNvSpPr txBox="1"/>
          <p:nvPr/>
        </p:nvSpPr>
        <p:spPr>
          <a:xfrm>
            <a:off x="698360" y="1052398"/>
            <a:ext cx="6309360" cy="1015663"/>
          </a:xfrm>
          <a:prstGeom prst="rect">
            <a:avLst/>
          </a:prstGeom>
          <a:noFill/>
        </p:spPr>
        <p:txBody>
          <a:bodyPr wrap="square">
            <a:spAutoFit/>
          </a:bodyPr>
          <a:lstStyle/>
          <a:p>
            <a:pPr marL="0" lvl="0" indent="0" algn="l" rtl="0">
              <a:spcBef>
                <a:spcPts val="0"/>
              </a:spcBef>
              <a:spcAft>
                <a:spcPts val="0"/>
              </a:spcAft>
              <a:buClr>
                <a:srgbClr val="F27228"/>
              </a:buClr>
              <a:buSzPts val="3600"/>
              <a:buFont typeface="Arial"/>
              <a:buNone/>
            </a:pPr>
            <a:r>
              <a:rPr lang="en-US" sz="6000" b="1" dirty="0"/>
              <a:t>Health Benefit</a:t>
            </a:r>
          </a:p>
        </p:txBody>
      </p:sp>
      <p:sp>
        <p:nvSpPr>
          <p:cNvPr id="6" name="TextBox 5">
            <a:extLst>
              <a:ext uri="{FF2B5EF4-FFF2-40B4-BE49-F238E27FC236}">
                <a16:creationId xmlns:a16="http://schemas.microsoft.com/office/drawing/2014/main" id="{6C8799DB-2C30-ADEE-731F-73B5750ABDD9}"/>
              </a:ext>
            </a:extLst>
          </p:cNvPr>
          <p:cNvSpPr txBox="1"/>
          <p:nvPr/>
        </p:nvSpPr>
        <p:spPr>
          <a:xfrm>
            <a:off x="1629089" y="2166510"/>
            <a:ext cx="6309360" cy="461665"/>
          </a:xfrm>
          <a:prstGeom prst="rect">
            <a:avLst/>
          </a:prstGeom>
          <a:noFill/>
        </p:spPr>
        <p:txBody>
          <a:bodyPr wrap="square">
            <a:spAutoFit/>
          </a:bodyPr>
          <a:lstStyle/>
          <a:p>
            <a:pPr marL="0" lvl="0" indent="0" algn="l" rtl="0">
              <a:spcBef>
                <a:spcPts val="0"/>
              </a:spcBef>
              <a:spcAft>
                <a:spcPts val="0"/>
              </a:spcAft>
              <a:buClr>
                <a:srgbClr val="F27228"/>
              </a:buClr>
              <a:buSzPts val="3000"/>
              <a:buFont typeface="Arial"/>
              <a:buNone/>
            </a:pPr>
            <a:r>
              <a:rPr lang="en-US" sz="2400" b="1" dirty="0" err="1"/>
              <a:t>Maxicare</a:t>
            </a:r>
            <a:r>
              <a:rPr lang="en-US" sz="2400" b="1" dirty="0"/>
              <a:t> &amp; Medical Reimbursement</a:t>
            </a:r>
          </a:p>
        </p:txBody>
      </p:sp>
      <p:pic>
        <p:nvPicPr>
          <p:cNvPr id="9" name="Google Shape;1394;p25">
            <a:hlinkClick r:id="rId2"/>
            <a:extLst>
              <a:ext uri="{FF2B5EF4-FFF2-40B4-BE49-F238E27FC236}">
                <a16:creationId xmlns:a16="http://schemas.microsoft.com/office/drawing/2014/main" id="{1C02A015-26FE-B016-6216-9F53E59987CA}"/>
              </a:ext>
            </a:extLst>
          </p:cNvPr>
          <p:cNvPicPr preferRelativeResize="0"/>
          <p:nvPr/>
        </p:nvPicPr>
        <p:blipFill rotWithShape="1">
          <a:blip r:embed="rId3">
            <a:alphaModFix/>
          </a:blip>
          <a:srcRect/>
          <a:stretch/>
        </p:blipFill>
        <p:spPr>
          <a:xfrm>
            <a:off x="2766884" y="3184073"/>
            <a:ext cx="6658232" cy="2850906"/>
          </a:xfrm>
          <a:prstGeom prst="rect">
            <a:avLst/>
          </a:prstGeom>
          <a:noFill/>
          <a:ln>
            <a:noFill/>
          </a:ln>
        </p:spPr>
      </p:pic>
      <p:pic>
        <p:nvPicPr>
          <p:cNvPr id="8" name="Picture 7">
            <a:extLst>
              <a:ext uri="{FF2B5EF4-FFF2-40B4-BE49-F238E27FC236}">
                <a16:creationId xmlns:a16="http://schemas.microsoft.com/office/drawing/2014/main" id="{31FC6F95-CD82-4217-BA16-50AAA151706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4116911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C95B82D5-A8BB-45BF-BED8-C7B206892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6188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ounded Rectangle 9">
            <a:extLst>
              <a:ext uri="{FF2B5EF4-FFF2-40B4-BE49-F238E27FC236}">
                <a16:creationId xmlns:a16="http://schemas.microsoft.com/office/drawing/2014/main" id="{296C61EC-FBF4-4216-BE67-6C864D30A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2" y="484633"/>
            <a:ext cx="4846320" cy="274320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50806D7-0350-EB52-3D6A-E96A8C4B06D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6787" b="26203"/>
          <a:stretch/>
        </p:blipFill>
        <p:spPr>
          <a:xfrm>
            <a:off x="804672" y="1151485"/>
            <a:ext cx="4206240" cy="1403173"/>
          </a:xfrm>
          <a:prstGeom prst="rect">
            <a:avLst/>
          </a:prstGeom>
        </p:spPr>
      </p:pic>
      <p:sp>
        <p:nvSpPr>
          <p:cNvPr id="1038" name="Rounded Rectangle 9">
            <a:extLst>
              <a:ext uri="{FF2B5EF4-FFF2-40B4-BE49-F238E27FC236}">
                <a16:creationId xmlns:a16="http://schemas.microsoft.com/office/drawing/2014/main" id="{39D6C490-0229-4573-9696-B73E5B3A9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2" y="3511296"/>
            <a:ext cx="4846320" cy="274320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Maxicare SSO - Login">
            <a:extLst>
              <a:ext uri="{FF2B5EF4-FFF2-40B4-BE49-F238E27FC236}">
                <a16:creationId xmlns:a16="http://schemas.microsoft.com/office/drawing/2014/main" id="{954022F2-121A-796C-48BF-0D45D19FEC9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4672" y="4483466"/>
            <a:ext cx="4206240" cy="798859"/>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44EEA56-E13A-F65C-2AC7-BAF637148A08}"/>
              </a:ext>
            </a:extLst>
          </p:cNvPr>
          <p:cNvSpPr txBox="1"/>
          <p:nvPr/>
        </p:nvSpPr>
        <p:spPr>
          <a:xfrm>
            <a:off x="6437376" y="2438400"/>
            <a:ext cx="5102351" cy="3785419"/>
          </a:xfrm>
          <a:prstGeom prst="rect">
            <a:avLst/>
          </a:prstGeom>
        </p:spPr>
        <p:txBody>
          <a:bodyPr vert="horz" lIns="91440" tIns="45720" rIns="91440" bIns="45720" rtlCol="0">
            <a:normAutofit/>
          </a:bodyPr>
          <a:lstStyle/>
          <a:p>
            <a:pPr marL="285750" lvl="0" indent="-228600">
              <a:lnSpc>
                <a:spcPct val="90000"/>
              </a:lnSpc>
              <a:spcBef>
                <a:spcPts val="0"/>
              </a:spcBef>
              <a:spcAft>
                <a:spcPts val="0"/>
              </a:spcAft>
              <a:buClr>
                <a:schemeClr val="dk1"/>
              </a:buClr>
              <a:buSzPct val="100000"/>
              <a:buFont typeface="Arial" panose="020B0604020202020204" pitchFamily="34" charset="0"/>
              <a:buChar char="•"/>
            </a:pPr>
            <a:r>
              <a:rPr lang="en-US" sz="2000" dirty="0">
                <a:solidFill>
                  <a:srgbClr val="034EA2"/>
                </a:solidFill>
              </a:rPr>
              <a:t>100% covered by the company for employees</a:t>
            </a:r>
          </a:p>
          <a:p>
            <a:pPr marL="285750" lvl="0" indent="-228600">
              <a:lnSpc>
                <a:spcPct val="90000"/>
              </a:lnSpc>
              <a:spcBef>
                <a:spcPts val="449"/>
              </a:spcBef>
              <a:spcAft>
                <a:spcPts val="0"/>
              </a:spcAft>
              <a:buClr>
                <a:schemeClr val="dk1"/>
              </a:buClr>
              <a:buSzPct val="100000"/>
              <a:buFont typeface="Arial" panose="020B0604020202020204" pitchFamily="34" charset="0"/>
              <a:buChar char="•"/>
            </a:pPr>
            <a:r>
              <a:rPr lang="en-US" sz="2000" dirty="0">
                <a:solidFill>
                  <a:srgbClr val="034EA2"/>
                </a:solidFill>
              </a:rPr>
              <a:t>Can enroll up to 6 dependents</a:t>
            </a:r>
          </a:p>
          <a:p>
            <a:pPr marL="285750" lvl="0" indent="-228600">
              <a:lnSpc>
                <a:spcPct val="90000"/>
              </a:lnSpc>
              <a:spcBef>
                <a:spcPts val="449"/>
              </a:spcBef>
              <a:spcAft>
                <a:spcPts val="0"/>
              </a:spcAft>
              <a:buClr>
                <a:schemeClr val="dk1"/>
              </a:buClr>
              <a:buSzPct val="100000"/>
              <a:buFont typeface="Arial" panose="020B0604020202020204" pitchFamily="34" charset="0"/>
              <a:buChar char="•"/>
            </a:pPr>
            <a:r>
              <a:rPr lang="en-US" sz="2000" dirty="0">
                <a:solidFill>
                  <a:srgbClr val="034EA2"/>
                </a:solidFill>
              </a:rPr>
              <a:t>FPT to subsidize medical insurance premium for the first 4 dependents</a:t>
            </a:r>
          </a:p>
          <a:p>
            <a:pPr marL="285750" lvl="0" indent="-228600">
              <a:lnSpc>
                <a:spcPct val="90000"/>
              </a:lnSpc>
              <a:spcBef>
                <a:spcPts val="217"/>
              </a:spcBef>
              <a:spcAft>
                <a:spcPts val="0"/>
              </a:spcAft>
              <a:buClr>
                <a:schemeClr val="dk1"/>
              </a:buClr>
              <a:buSzPct val="100000"/>
              <a:buFont typeface="Arial" panose="020B0604020202020204" pitchFamily="34" charset="0"/>
              <a:buChar char="•"/>
            </a:pPr>
            <a:endParaRPr lang="en-US" sz="2000" dirty="0">
              <a:solidFill>
                <a:srgbClr val="034EA2"/>
              </a:solidFill>
            </a:endParaRPr>
          </a:p>
        </p:txBody>
      </p:sp>
      <p:sp>
        <p:nvSpPr>
          <p:cNvPr id="2" name="Slide Number Placeholder 1">
            <a:extLst>
              <a:ext uri="{FF2B5EF4-FFF2-40B4-BE49-F238E27FC236}">
                <a16:creationId xmlns:a16="http://schemas.microsoft.com/office/drawing/2014/main" id="{BF2215A4-1E63-87AF-4B08-49485746751B}"/>
              </a:ext>
            </a:extLst>
          </p:cNvPr>
          <p:cNvSpPr>
            <a:spLocks noGrp="1"/>
          </p:cNvSpPr>
          <p:nvPr>
            <p:ph type="sldNum" sz="quarter" idx="12"/>
          </p:nvPr>
        </p:nvSpPr>
        <p:spPr>
          <a:xfrm>
            <a:off x="461772" y="6355080"/>
            <a:ext cx="685800" cy="365125"/>
          </a:xfrm>
        </p:spPr>
        <p:txBody>
          <a:bodyPr vert="horz" lIns="91440" tIns="45720" rIns="91440" bIns="45720" rtlCol="0" anchor="ctr">
            <a:normAutofit/>
          </a:bodyPr>
          <a:lstStyle/>
          <a:p>
            <a:pPr algn="l">
              <a:spcAft>
                <a:spcPts val="600"/>
              </a:spcAft>
            </a:pPr>
            <a:fld id="{E012F146-47F9-A646-B182-8CC39B8AD32B}" type="slidenum">
              <a:rPr lang="en-US">
                <a:solidFill>
                  <a:srgbClr val="404040"/>
                </a:solidFill>
              </a:rPr>
              <a:pPr algn="l">
                <a:spcAft>
                  <a:spcPts val="600"/>
                </a:spcAft>
              </a:pPr>
              <a:t>32</a:t>
            </a:fld>
            <a:endParaRPr lang="en-US">
              <a:solidFill>
                <a:srgbClr val="404040"/>
              </a:solidFill>
            </a:endParaRPr>
          </a:p>
        </p:txBody>
      </p:sp>
    </p:spTree>
    <p:extLst>
      <p:ext uri="{BB962C8B-B14F-4D97-AF65-F5344CB8AC3E}">
        <p14:creationId xmlns:p14="http://schemas.microsoft.com/office/powerpoint/2010/main" val="1285070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FCED0B-8EEC-06BB-25FA-5C37178D0FB5}"/>
              </a:ext>
            </a:extLst>
          </p:cNvPr>
          <p:cNvSpPr>
            <a:spLocks noGrp="1"/>
          </p:cNvSpPr>
          <p:nvPr>
            <p:ph type="sldNum" sz="quarter" idx="12"/>
          </p:nvPr>
        </p:nvSpPr>
        <p:spPr/>
        <p:txBody>
          <a:bodyPr/>
          <a:lstStyle/>
          <a:p>
            <a:fld id="{E012F146-47F9-A646-B182-8CC39B8AD32B}" type="slidenum">
              <a:rPr lang="x-none" smtClean="0"/>
              <a:pPr/>
              <a:t>33</a:t>
            </a:fld>
            <a:endParaRPr lang="x-none"/>
          </a:p>
        </p:txBody>
      </p:sp>
      <p:pic>
        <p:nvPicPr>
          <p:cNvPr id="3" name="Google Shape;1404;p26">
            <a:extLst>
              <a:ext uri="{FF2B5EF4-FFF2-40B4-BE49-F238E27FC236}">
                <a16:creationId xmlns:a16="http://schemas.microsoft.com/office/drawing/2014/main" id="{48314BB9-0ABD-81AA-EC3D-D3E2830B96AD}"/>
              </a:ext>
            </a:extLst>
          </p:cNvPr>
          <p:cNvPicPr preferRelativeResize="0"/>
          <p:nvPr/>
        </p:nvPicPr>
        <p:blipFill rotWithShape="1">
          <a:blip r:embed="rId2">
            <a:alphaModFix/>
          </a:blip>
          <a:srcRect/>
          <a:stretch/>
        </p:blipFill>
        <p:spPr>
          <a:xfrm>
            <a:off x="1889760" y="1245004"/>
            <a:ext cx="4206240" cy="1246994"/>
          </a:xfrm>
          <a:prstGeom prst="rect">
            <a:avLst/>
          </a:prstGeom>
          <a:noFill/>
          <a:ln>
            <a:noFill/>
          </a:ln>
        </p:spPr>
      </p:pic>
      <p:pic>
        <p:nvPicPr>
          <p:cNvPr id="4" name="Google Shape;1403;p26">
            <a:extLst>
              <a:ext uri="{FF2B5EF4-FFF2-40B4-BE49-F238E27FC236}">
                <a16:creationId xmlns:a16="http://schemas.microsoft.com/office/drawing/2014/main" id="{AB59FE5C-C1C7-4B8A-E76E-633C42DD8EEE}"/>
              </a:ext>
            </a:extLst>
          </p:cNvPr>
          <p:cNvPicPr preferRelativeResize="0"/>
          <p:nvPr/>
        </p:nvPicPr>
        <p:blipFill rotWithShape="1">
          <a:blip r:embed="rId3">
            <a:alphaModFix/>
          </a:blip>
          <a:srcRect/>
          <a:stretch/>
        </p:blipFill>
        <p:spPr>
          <a:xfrm>
            <a:off x="6321285" y="539764"/>
            <a:ext cx="3028950" cy="2657475"/>
          </a:xfrm>
          <a:prstGeom prst="rect">
            <a:avLst/>
          </a:prstGeom>
          <a:noFill/>
          <a:ln>
            <a:noFill/>
          </a:ln>
        </p:spPr>
      </p:pic>
      <p:sp>
        <p:nvSpPr>
          <p:cNvPr id="6" name="TextBox 5">
            <a:extLst>
              <a:ext uri="{FF2B5EF4-FFF2-40B4-BE49-F238E27FC236}">
                <a16:creationId xmlns:a16="http://schemas.microsoft.com/office/drawing/2014/main" id="{1B2D9C93-7A08-051F-8157-CC213B081E07}"/>
              </a:ext>
            </a:extLst>
          </p:cNvPr>
          <p:cNvSpPr txBox="1"/>
          <p:nvPr/>
        </p:nvSpPr>
        <p:spPr>
          <a:xfrm>
            <a:off x="580292" y="3851031"/>
            <a:ext cx="6309360" cy="523220"/>
          </a:xfrm>
          <a:prstGeom prst="rect">
            <a:avLst/>
          </a:prstGeom>
          <a:noFill/>
        </p:spPr>
        <p:txBody>
          <a:bodyPr wrap="square">
            <a:spAutoFit/>
          </a:bodyPr>
          <a:lstStyle/>
          <a:p>
            <a:r>
              <a:rPr lang="en-US" sz="2800" b="1" u="sng" dirty="0"/>
              <a:t>UPON REGULARIZATION</a:t>
            </a:r>
            <a:endParaRPr lang="en-US" sz="2800" b="1" dirty="0"/>
          </a:p>
        </p:txBody>
      </p:sp>
      <p:sp>
        <p:nvSpPr>
          <p:cNvPr id="8" name="TextBox 7">
            <a:extLst>
              <a:ext uri="{FF2B5EF4-FFF2-40B4-BE49-F238E27FC236}">
                <a16:creationId xmlns:a16="http://schemas.microsoft.com/office/drawing/2014/main" id="{50FC3BED-A096-AF78-5260-DC25790E9783}"/>
              </a:ext>
            </a:extLst>
          </p:cNvPr>
          <p:cNvSpPr txBox="1"/>
          <p:nvPr/>
        </p:nvSpPr>
        <p:spPr>
          <a:xfrm>
            <a:off x="580292" y="4866638"/>
            <a:ext cx="6309360" cy="746358"/>
          </a:xfrm>
          <a:prstGeom prst="rect">
            <a:avLst/>
          </a:prstGeom>
          <a:noFill/>
        </p:spPr>
        <p:txBody>
          <a:bodyPr wrap="square">
            <a:spAutoFit/>
          </a:bodyPr>
          <a:lstStyle/>
          <a:p>
            <a:pPr marL="342900" lvl="0" indent="-342900" algn="l" rtl="0">
              <a:spcBef>
                <a:spcPts val="0"/>
              </a:spcBef>
              <a:spcAft>
                <a:spcPts val="0"/>
              </a:spcAft>
              <a:buClr>
                <a:schemeClr val="dk1"/>
              </a:buClr>
              <a:buSzPts val="1400"/>
              <a:buFont typeface="Wingdings" panose="05000000000000000000" pitchFamily="2" charset="2"/>
              <a:buChar char="q"/>
            </a:pPr>
            <a:r>
              <a:rPr lang="en-US" sz="2000" b="1" dirty="0"/>
              <a:t>Up to </a:t>
            </a:r>
            <a:r>
              <a:rPr lang="en-US" sz="2000" b="1" dirty="0" err="1"/>
              <a:t>Php</a:t>
            </a:r>
            <a:r>
              <a:rPr lang="en-US" sz="2000" b="1" dirty="0"/>
              <a:t> 5,000.00 / year (prorated)</a:t>
            </a:r>
          </a:p>
          <a:p>
            <a:pPr marL="342900" lvl="0" indent="-342900" algn="l" rtl="0">
              <a:spcBef>
                <a:spcPts val="280"/>
              </a:spcBef>
              <a:spcAft>
                <a:spcPts val="0"/>
              </a:spcAft>
              <a:buClr>
                <a:schemeClr val="dk1"/>
              </a:buClr>
              <a:buSzPts val="1400"/>
              <a:buFont typeface="Wingdings" panose="05000000000000000000" pitchFamily="2" charset="2"/>
              <a:buChar char="q"/>
            </a:pPr>
            <a:r>
              <a:rPr lang="en-US" sz="2000" b="1" dirty="0"/>
              <a:t>80-20 % co-sharing</a:t>
            </a:r>
          </a:p>
        </p:txBody>
      </p:sp>
      <p:sp>
        <p:nvSpPr>
          <p:cNvPr id="10" name="TextBox 9">
            <a:extLst>
              <a:ext uri="{FF2B5EF4-FFF2-40B4-BE49-F238E27FC236}">
                <a16:creationId xmlns:a16="http://schemas.microsoft.com/office/drawing/2014/main" id="{557A93F4-4EDB-1FF7-B082-A4AB7EBCF4DF}"/>
              </a:ext>
            </a:extLst>
          </p:cNvPr>
          <p:cNvSpPr txBox="1"/>
          <p:nvPr/>
        </p:nvSpPr>
        <p:spPr>
          <a:xfrm>
            <a:off x="7291956" y="3789476"/>
            <a:ext cx="3654083" cy="584775"/>
          </a:xfrm>
          <a:prstGeom prst="rect">
            <a:avLst/>
          </a:prstGeom>
          <a:noFill/>
        </p:spPr>
        <p:txBody>
          <a:bodyPr wrap="square">
            <a:spAutoFit/>
          </a:bodyPr>
          <a:lstStyle/>
          <a:p>
            <a:r>
              <a:rPr lang="en-US" sz="3200" b="1" u="sng" dirty="0">
                <a:solidFill>
                  <a:schemeClr val="dk1"/>
                </a:solidFill>
                <a:latin typeface="Calibri"/>
                <a:ea typeface="Calibri"/>
                <a:cs typeface="Calibri"/>
                <a:sym typeface="Calibri"/>
              </a:rPr>
              <a:t>REQUIREMENTS</a:t>
            </a:r>
            <a:endParaRPr lang="en-US" dirty="0"/>
          </a:p>
        </p:txBody>
      </p:sp>
      <p:sp>
        <p:nvSpPr>
          <p:cNvPr id="12" name="TextBox 11">
            <a:extLst>
              <a:ext uri="{FF2B5EF4-FFF2-40B4-BE49-F238E27FC236}">
                <a16:creationId xmlns:a16="http://schemas.microsoft.com/office/drawing/2014/main" id="{B7697007-03C9-2C69-52D7-3D9AC0CC6FAE}"/>
              </a:ext>
            </a:extLst>
          </p:cNvPr>
          <p:cNvSpPr txBox="1"/>
          <p:nvPr/>
        </p:nvSpPr>
        <p:spPr>
          <a:xfrm>
            <a:off x="7291956" y="4866638"/>
            <a:ext cx="6309360" cy="1277273"/>
          </a:xfrm>
          <a:prstGeom prst="rect">
            <a:avLst/>
          </a:prstGeom>
          <a:noFill/>
        </p:spPr>
        <p:txBody>
          <a:bodyPr wrap="square">
            <a:spAutoFit/>
          </a:bodyPr>
          <a:lstStyle/>
          <a:p>
            <a:pPr marL="342900" marR="0" lvl="0" indent="-342900" algn="l" rtl="0">
              <a:spcBef>
                <a:spcPts val="0"/>
              </a:spcBef>
              <a:spcAft>
                <a:spcPts val="0"/>
              </a:spcAft>
              <a:buClr>
                <a:schemeClr val="dk1"/>
              </a:buClr>
              <a:buSzPts val="1400"/>
              <a:buFont typeface="Wingdings" panose="05000000000000000000" pitchFamily="2" charset="2"/>
              <a:buChar char="q"/>
            </a:pPr>
            <a:r>
              <a:rPr lang="en-US" sz="2400" b="1" dirty="0">
                <a:solidFill>
                  <a:schemeClr val="dk1"/>
                </a:solidFill>
                <a:latin typeface="Calibri"/>
                <a:ea typeface="Calibri"/>
                <a:cs typeface="Calibri"/>
                <a:sym typeface="Calibri"/>
              </a:rPr>
              <a:t>Doctor’s prescription</a:t>
            </a:r>
            <a:endParaRPr lang="en-US" sz="2400" b="1" dirty="0"/>
          </a:p>
          <a:p>
            <a:pPr marL="342900" marR="0" lvl="0" indent="-342900" algn="l" rtl="0">
              <a:spcBef>
                <a:spcPts val="280"/>
              </a:spcBef>
              <a:spcAft>
                <a:spcPts val="0"/>
              </a:spcAft>
              <a:buClr>
                <a:schemeClr val="dk1"/>
              </a:buClr>
              <a:buSzPts val="1400"/>
              <a:buFont typeface="Wingdings" panose="05000000000000000000" pitchFamily="2" charset="2"/>
              <a:buChar char="q"/>
            </a:pPr>
            <a:r>
              <a:rPr lang="en-US" sz="2400" b="1" dirty="0">
                <a:solidFill>
                  <a:schemeClr val="dk1"/>
                </a:solidFill>
                <a:latin typeface="Calibri"/>
                <a:ea typeface="Calibri"/>
                <a:cs typeface="Calibri"/>
                <a:sym typeface="Calibri"/>
              </a:rPr>
              <a:t>Medical Certificate</a:t>
            </a:r>
            <a:endParaRPr lang="en-US" sz="2400" b="1" dirty="0"/>
          </a:p>
          <a:p>
            <a:pPr marL="342900" marR="0" lvl="0" indent="-342900" algn="l" rtl="0">
              <a:spcBef>
                <a:spcPts val="280"/>
              </a:spcBef>
              <a:spcAft>
                <a:spcPts val="0"/>
              </a:spcAft>
              <a:buClr>
                <a:schemeClr val="dk1"/>
              </a:buClr>
              <a:buSzPts val="1400"/>
              <a:buFont typeface="Wingdings" panose="05000000000000000000" pitchFamily="2" charset="2"/>
              <a:buChar char="q"/>
            </a:pPr>
            <a:r>
              <a:rPr lang="en-US" sz="2400" b="1" dirty="0">
                <a:solidFill>
                  <a:schemeClr val="dk1"/>
                </a:solidFill>
                <a:latin typeface="Calibri"/>
                <a:ea typeface="Calibri"/>
                <a:cs typeface="Calibri"/>
                <a:sym typeface="Calibri"/>
              </a:rPr>
              <a:t>Official Receipt</a:t>
            </a:r>
            <a:endParaRPr lang="en-US" sz="2400" b="1" dirty="0"/>
          </a:p>
        </p:txBody>
      </p:sp>
      <p:pic>
        <p:nvPicPr>
          <p:cNvPr id="11" name="Picture 10">
            <a:extLst>
              <a:ext uri="{FF2B5EF4-FFF2-40B4-BE49-F238E27FC236}">
                <a16:creationId xmlns:a16="http://schemas.microsoft.com/office/drawing/2014/main" id="{3D649C9C-F497-46F0-AB88-E62AFB47513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2341285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33FD4C9-A415-57C5-EFB7-EEDFDCB37316}"/>
              </a:ext>
            </a:extLst>
          </p:cNvPr>
          <p:cNvSpPr txBox="1"/>
          <p:nvPr/>
        </p:nvSpPr>
        <p:spPr>
          <a:xfrm>
            <a:off x="638882" y="3577456"/>
            <a:ext cx="10909640" cy="1687814"/>
          </a:xfrm>
          <a:prstGeom prst="rect">
            <a:avLst/>
          </a:prstGeom>
        </p:spPr>
        <p:txBody>
          <a:bodyPr vert="horz" lIns="91440" tIns="45720" rIns="91440" bIns="45720" rtlCol="0" anchor="b">
            <a:normAutofit/>
          </a:bodyPr>
          <a:lstStyle/>
          <a:p>
            <a:pPr marL="0" lvl="0" indent="0" algn="ctr">
              <a:lnSpc>
                <a:spcPct val="90000"/>
              </a:lnSpc>
              <a:spcBef>
                <a:spcPct val="0"/>
              </a:spcBef>
              <a:spcAft>
                <a:spcPts val="600"/>
              </a:spcAft>
              <a:buClr>
                <a:srgbClr val="F27228"/>
              </a:buClr>
              <a:buSzPts val="3600"/>
            </a:pPr>
            <a:r>
              <a:rPr lang="en-US" sz="6600" b="1" kern="1200" dirty="0">
                <a:solidFill>
                  <a:schemeClr val="tx1"/>
                </a:solidFill>
                <a:latin typeface="+mj-lt"/>
                <a:ea typeface="+mj-ea"/>
                <a:cs typeface="+mj-cs"/>
              </a:rPr>
              <a:t>Life &amp; Accident Benefit</a:t>
            </a:r>
          </a:p>
        </p:txBody>
      </p:sp>
      <p:pic>
        <p:nvPicPr>
          <p:cNvPr id="5" name="Picture 4">
            <a:extLst>
              <a:ext uri="{FF2B5EF4-FFF2-40B4-BE49-F238E27FC236}">
                <a16:creationId xmlns:a16="http://schemas.microsoft.com/office/drawing/2014/main" id="{7EBDAEA0-12A7-69CC-9042-D0C7F028E98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6787" b="26203"/>
          <a:stretch/>
        </p:blipFill>
        <p:spPr>
          <a:xfrm>
            <a:off x="2873908" y="888570"/>
            <a:ext cx="6439588" cy="2148204"/>
          </a:xfrm>
          <a:prstGeom prst="rect">
            <a:avLst/>
          </a:prstGeom>
        </p:spPr>
      </p:pic>
      <p:sp>
        <p:nvSpPr>
          <p:cNvPr id="12"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47F951F-AB11-DD74-5086-7DE7E8005A4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012F146-47F9-A646-B182-8CC39B8AD32B}" type="slidenum">
              <a:rPr lang="en-US" smtClean="0">
                <a:solidFill>
                  <a:schemeClr val="tx1">
                    <a:tint val="75000"/>
                  </a:schemeClr>
                </a:solidFill>
              </a:rPr>
              <a:pPr>
                <a:spcAft>
                  <a:spcPts val="600"/>
                </a:spcAft>
              </a:pPr>
              <a:t>34</a:t>
            </a:fld>
            <a:endParaRPr lang="en-US">
              <a:solidFill>
                <a:schemeClr val="tx1">
                  <a:tint val="75000"/>
                </a:schemeClr>
              </a:solidFill>
            </a:endParaRPr>
          </a:p>
        </p:txBody>
      </p:sp>
    </p:spTree>
    <p:extLst>
      <p:ext uri="{BB962C8B-B14F-4D97-AF65-F5344CB8AC3E}">
        <p14:creationId xmlns:p14="http://schemas.microsoft.com/office/powerpoint/2010/main" val="1871043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06E258-49E1-8C65-EB5D-78879972818F}"/>
              </a:ext>
            </a:extLst>
          </p:cNvPr>
          <p:cNvSpPr>
            <a:spLocks noGrp="1"/>
          </p:cNvSpPr>
          <p:nvPr>
            <p:ph type="sldNum" sz="quarter" idx="12"/>
          </p:nvPr>
        </p:nvSpPr>
        <p:spPr/>
        <p:txBody>
          <a:bodyPr/>
          <a:lstStyle/>
          <a:p>
            <a:fld id="{E012F146-47F9-A646-B182-8CC39B8AD32B}" type="slidenum">
              <a:rPr lang="x-none" smtClean="0"/>
              <a:pPr/>
              <a:t>35</a:t>
            </a:fld>
            <a:endParaRPr lang="x-none"/>
          </a:p>
        </p:txBody>
      </p:sp>
      <p:pic>
        <p:nvPicPr>
          <p:cNvPr id="3" name="Google Shape;1421;p28">
            <a:hlinkClick r:id="rId2"/>
            <a:extLst>
              <a:ext uri="{FF2B5EF4-FFF2-40B4-BE49-F238E27FC236}">
                <a16:creationId xmlns:a16="http://schemas.microsoft.com/office/drawing/2014/main" id="{CD7EB5E6-68ED-CE59-A704-CE11AC6DE026}"/>
              </a:ext>
            </a:extLst>
          </p:cNvPr>
          <p:cNvPicPr preferRelativeResize="0"/>
          <p:nvPr/>
        </p:nvPicPr>
        <p:blipFill rotWithShape="1">
          <a:blip r:embed="rId3">
            <a:alphaModFix/>
          </a:blip>
          <a:srcRect/>
          <a:stretch/>
        </p:blipFill>
        <p:spPr>
          <a:xfrm>
            <a:off x="354094" y="1623031"/>
            <a:ext cx="4648421" cy="3830711"/>
          </a:xfrm>
          <a:prstGeom prst="rect">
            <a:avLst/>
          </a:prstGeom>
          <a:noFill/>
          <a:ln>
            <a:noFill/>
          </a:ln>
        </p:spPr>
      </p:pic>
      <p:sp>
        <p:nvSpPr>
          <p:cNvPr id="5" name="TextBox 4">
            <a:extLst>
              <a:ext uri="{FF2B5EF4-FFF2-40B4-BE49-F238E27FC236}">
                <a16:creationId xmlns:a16="http://schemas.microsoft.com/office/drawing/2014/main" id="{30EFC985-23AD-8A6D-E58C-1509665000A3}"/>
              </a:ext>
            </a:extLst>
          </p:cNvPr>
          <p:cNvSpPr txBox="1"/>
          <p:nvPr/>
        </p:nvSpPr>
        <p:spPr>
          <a:xfrm>
            <a:off x="5300614" y="1540114"/>
            <a:ext cx="6309360" cy="584775"/>
          </a:xfrm>
          <a:prstGeom prst="rect">
            <a:avLst/>
          </a:prstGeom>
          <a:noFill/>
        </p:spPr>
        <p:txBody>
          <a:bodyPr wrap="square">
            <a:spAutoFit/>
          </a:bodyPr>
          <a:lstStyle/>
          <a:p>
            <a:r>
              <a:rPr lang="en-US" sz="3200" b="1" dirty="0"/>
              <a:t>UPON HIRE</a:t>
            </a:r>
            <a:endParaRPr lang="en-US" b="1" dirty="0"/>
          </a:p>
        </p:txBody>
      </p:sp>
      <p:sp>
        <p:nvSpPr>
          <p:cNvPr id="7" name="TextBox 6">
            <a:extLst>
              <a:ext uri="{FF2B5EF4-FFF2-40B4-BE49-F238E27FC236}">
                <a16:creationId xmlns:a16="http://schemas.microsoft.com/office/drawing/2014/main" id="{810CC461-8A0F-2A5B-FCE2-EBEF21A93506}"/>
              </a:ext>
            </a:extLst>
          </p:cNvPr>
          <p:cNvSpPr txBox="1"/>
          <p:nvPr/>
        </p:nvSpPr>
        <p:spPr>
          <a:xfrm>
            <a:off x="5300614" y="2290586"/>
            <a:ext cx="6309360" cy="1200329"/>
          </a:xfrm>
          <a:prstGeom prst="rect">
            <a:avLst/>
          </a:prstGeom>
          <a:noFill/>
        </p:spPr>
        <p:txBody>
          <a:bodyPr wrap="square">
            <a:spAutoFit/>
          </a:bodyPr>
          <a:lstStyle/>
          <a:p>
            <a:pPr marL="0" lvl="0" indent="0" rtl="0">
              <a:spcBef>
                <a:spcPts val="0"/>
              </a:spcBef>
              <a:spcAft>
                <a:spcPts val="0"/>
              </a:spcAft>
              <a:buClr>
                <a:schemeClr val="dk1"/>
              </a:buClr>
              <a:buSzPts val="1600"/>
              <a:buNone/>
            </a:pPr>
            <a:r>
              <a:rPr lang="en-US" sz="2400" dirty="0"/>
              <a:t>Life and Accident Insurance at 24x monthly base salary up to 2M (or double if death is due to accident)</a:t>
            </a:r>
          </a:p>
        </p:txBody>
      </p:sp>
      <p:pic>
        <p:nvPicPr>
          <p:cNvPr id="2052" name="Picture 4" descr="Manulife Logo PNG Transparent &amp; SVG Vector - Freebie Supply">
            <a:extLst>
              <a:ext uri="{FF2B5EF4-FFF2-40B4-BE49-F238E27FC236}">
                <a16:creationId xmlns:a16="http://schemas.microsoft.com/office/drawing/2014/main" id="{8DA25AB8-B33C-B96A-313A-F0D8A61FFD6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40080" y="2418262"/>
            <a:ext cx="5069894" cy="50698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57307DF-CF2D-4293-84B3-BC623BEFEE2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t="26787" b="26203"/>
          <a:stretch/>
        </p:blipFill>
        <p:spPr>
          <a:xfrm>
            <a:off x="-203441" y="117210"/>
            <a:ext cx="2651219" cy="884305"/>
          </a:xfrm>
          <a:prstGeom prst="rect">
            <a:avLst/>
          </a:prstGeom>
        </p:spPr>
      </p:pic>
    </p:spTree>
    <p:extLst>
      <p:ext uri="{BB962C8B-B14F-4D97-AF65-F5344CB8AC3E}">
        <p14:creationId xmlns:p14="http://schemas.microsoft.com/office/powerpoint/2010/main" val="2298662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Download THANK YOU Free PNG transparent image and clipart">
            <a:extLst>
              <a:ext uri="{FF2B5EF4-FFF2-40B4-BE49-F238E27FC236}">
                <a16:creationId xmlns:a16="http://schemas.microsoft.com/office/drawing/2014/main" id="{6DB04E4C-0272-EB36-4126-D03B4800A55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4632" y="1296584"/>
            <a:ext cx="6716272" cy="426483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DCD130A-74EF-F5DA-A045-911038A572E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26787" b="26203"/>
          <a:stretch/>
        </p:blipFill>
        <p:spPr>
          <a:xfrm>
            <a:off x="7534655" y="2733006"/>
            <a:ext cx="4172712" cy="1391989"/>
          </a:xfrm>
          <a:prstGeom prst="rect">
            <a:avLst/>
          </a:prstGeom>
        </p:spPr>
      </p:pic>
      <p:sp>
        <p:nvSpPr>
          <p:cNvPr id="2" name="Slide Number Placeholder 1">
            <a:extLst>
              <a:ext uri="{FF2B5EF4-FFF2-40B4-BE49-F238E27FC236}">
                <a16:creationId xmlns:a16="http://schemas.microsoft.com/office/drawing/2014/main" id="{CD1C59BD-714F-846D-3A8E-F552001A8572}"/>
              </a:ext>
            </a:extLst>
          </p:cNvPr>
          <p:cNvSpPr>
            <a:spLocks noGrp="1"/>
          </p:cNvSpPr>
          <p:nvPr>
            <p:ph type="sldNum" sz="quarter" idx="12"/>
          </p:nvPr>
        </p:nvSpPr>
        <p:spPr>
          <a:xfrm>
            <a:off x="10917767" y="6500896"/>
            <a:ext cx="952499" cy="274320"/>
          </a:xfrm>
        </p:spPr>
        <p:txBody>
          <a:bodyPr>
            <a:normAutofit/>
          </a:bodyPr>
          <a:lstStyle/>
          <a:p>
            <a:pPr>
              <a:spcAft>
                <a:spcPts val="600"/>
              </a:spcAft>
            </a:pPr>
            <a:fld id="{E012F146-47F9-A646-B182-8CC39B8AD32B}" type="slidenum">
              <a:rPr lang="x-none" smtClean="0"/>
              <a:pPr>
                <a:spcAft>
                  <a:spcPts val="600"/>
                </a:spcAft>
              </a:pPr>
              <a:t>36</a:t>
            </a:fld>
            <a:endParaRPr lang="x-none"/>
          </a:p>
        </p:txBody>
      </p:sp>
    </p:spTree>
    <p:extLst>
      <p:ext uri="{BB962C8B-B14F-4D97-AF65-F5344CB8AC3E}">
        <p14:creationId xmlns:p14="http://schemas.microsoft.com/office/powerpoint/2010/main" val="1677773847"/>
      </p:ext>
    </p:extLst>
  </p:cSld>
  <p:clrMapOvr>
    <a:masterClrMapping/>
  </p:clrMapOvr>
</p:sld>
</file>

<file path=ppt/theme/theme1.xml><?xml version="1.0" encoding="utf-8"?>
<a:theme xmlns:a="http://schemas.openxmlformats.org/drawingml/2006/main" name="Office Theme">
  <a:themeElements>
    <a:clrScheme name="Custom 1">
      <a:dk1>
        <a:srgbClr val="034EA2"/>
      </a:dk1>
      <a:lt1>
        <a:sysClr val="window" lastClr="FFFFFF"/>
      </a:lt1>
      <a:dk2>
        <a:srgbClr val="19226D"/>
      </a:dk2>
      <a:lt2>
        <a:srgbClr val="F37021"/>
      </a:lt2>
      <a:accent1>
        <a:srgbClr val="33B2C1"/>
      </a:accent1>
      <a:accent2>
        <a:srgbClr val="50B848"/>
      </a:accent2>
      <a:accent3>
        <a:srgbClr val="F2F2F2"/>
      </a:accent3>
      <a:accent4>
        <a:srgbClr val="BFBFBF"/>
      </a:accent4>
      <a:accent5>
        <a:srgbClr val="171616"/>
      </a:accent5>
      <a:accent6>
        <a:srgbClr val="AEABAB"/>
      </a:accent6>
      <a:hlink>
        <a:srgbClr val="F37021"/>
      </a:hlink>
      <a:folHlink>
        <a:srgbClr val="F37021"/>
      </a:folHlink>
    </a:clrScheme>
    <a:fontScheme name="FPT Software tempt">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ight Theme">
  <a:themeElements>
    <a:clrScheme name="Custom 12">
      <a:dk1>
        <a:srgbClr val="080808"/>
      </a:dk1>
      <a:lt1>
        <a:sysClr val="window" lastClr="FFFFFF"/>
      </a:lt1>
      <a:dk2>
        <a:srgbClr val="4D4D4D"/>
      </a:dk2>
      <a:lt2>
        <a:srgbClr val="FFFFFF"/>
      </a:lt2>
      <a:accent1>
        <a:srgbClr val="F37021"/>
      </a:accent1>
      <a:accent2>
        <a:srgbClr val="50B848"/>
      </a:accent2>
      <a:accent3>
        <a:srgbClr val="034EA2"/>
      </a:accent3>
      <a:accent4>
        <a:srgbClr val="33B2C1"/>
      </a:accent4>
      <a:accent5>
        <a:srgbClr val="19226D"/>
      </a:accent5>
      <a:accent6>
        <a:srgbClr val="AEABAB"/>
      </a:accent6>
      <a:hlink>
        <a:srgbClr val="F37021"/>
      </a:hlink>
      <a:folHlink>
        <a:srgbClr val="F37021"/>
      </a:folHlink>
    </a:clrScheme>
    <a:fontScheme name="FSO_Default">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8F838CA4B1EC4F9A41073172D76FFD" ma:contentTypeVersion="15" ma:contentTypeDescription="Create a new document." ma:contentTypeScope="" ma:versionID="ef92619ed84939d603fda4b297818e27">
  <xsd:schema xmlns:xsd="http://www.w3.org/2001/XMLSchema" xmlns:xs="http://www.w3.org/2001/XMLSchema" xmlns:p="http://schemas.microsoft.com/office/2006/metadata/properties" xmlns:ns2="4cc99cfc-1aa9-4347-8bba-b64db4e4b66e" xmlns:ns3="53fb5ce3-fcef-4162-8efe-bee24695df13" targetNamespace="http://schemas.microsoft.com/office/2006/metadata/properties" ma:root="true" ma:fieldsID="c8aa6573f0fb14064501b9d58c7d4663" ns2:_="" ns3:_="">
    <xsd:import namespace="4cc99cfc-1aa9-4347-8bba-b64db4e4b66e"/>
    <xsd:import namespace="53fb5ce3-fcef-4162-8efe-bee24695df1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c99cfc-1aa9-4347-8bba-b64db4e4b6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fb5ce3-fcef-4162-8efe-bee24695df1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48f8b499-a504-4c35-b2a6-7a954a940975}" ma:internalName="TaxCatchAll" ma:showField="CatchAllData" ma:web="53fb5ce3-fcef-4162-8efe-bee24695df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cc99cfc-1aa9-4347-8bba-b64db4e4b66e">
      <Terms xmlns="http://schemas.microsoft.com/office/infopath/2007/PartnerControls"/>
    </lcf76f155ced4ddcb4097134ff3c332f>
    <TaxCatchAll xmlns="53fb5ce3-fcef-4162-8efe-bee24695df13" xsi:nil="true"/>
  </documentManagement>
</p:properties>
</file>

<file path=customXml/itemProps1.xml><?xml version="1.0" encoding="utf-8"?>
<ds:datastoreItem xmlns:ds="http://schemas.openxmlformats.org/officeDocument/2006/customXml" ds:itemID="{A6BC24F2-2C7E-4EA1-9521-45162F116A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c99cfc-1aa9-4347-8bba-b64db4e4b66e"/>
    <ds:schemaRef ds:uri="53fb5ce3-fcef-4162-8efe-bee24695df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8C89F46-1835-49B7-8116-CA08B157E518}">
  <ds:schemaRefs>
    <ds:schemaRef ds:uri="http://schemas.microsoft.com/sharepoint/v3/contenttype/forms"/>
  </ds:schemaRefs>
</ds:datastoreItem>
</file>

<file path=customXml/itemProps3.xml><?xml version="1.0" encoding="utf-8"?>
<ds:datastoreItem xmlns:ds="http://schemas.openxmlformats.org/officeDocument/2006/customXml" ds:itemID="{E66D3695-76AA-4A74-841F-F740C52102ED}">
  <ds:schemaRefs>
    <ds:schemaRef ds:uri="http://schemas.microsoft.com/office/2006/metadata/properties"/>
    <ds:schemaRef ds:uri="http://schemas.microsoft.com/office/infopath/2007/PartnerControls"/>
    <ds:schemaRef ds:uri="4cc99cfc-1aa9-4347-8bba-b64db4e4b66e"/>
    <ds:schemaRef ds:uri="53fb5ce3-fcef-4162-8efe-bee24695df13"/>
  </ds:schemaRefs>
</ds:datastoreItem>
</file>

<file path=docProps/app.xml><?xml version="1.0" encoding="utf-8"?>
<Properties xmlns="http://schemas.openxmlformats.org/officeDocument/2006/extended-properties" xmlns:vt="http://schemas.openxmlformats.org/officeDocument/2006/docPropsVTypes">
  <Template/>
  <TotalTime>11422</TotalTime>
  <Words>2049</Words>
  <Application>Microsoft Office PowerPoint</Application>
  <PresentationFormat>Widescreen</PresentationFormat>
  <Paragraphs>230</Paragraphs>
  <Slides>36</Slides>
  <Notes>0</Notes>
  <HiddenSlides>4</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36</vt:i4>
      </vt:variant>
    </vt:vector>
  </HeadingPairs>
  <TitlesOfParts>
    <vt:vector size="46" baseType="lpstr">
      <vt:lpstr>Arial</vt:lpstr>
      <vt:lpstr>BR Omega VN</vt:lpstr>
      <vt:lpstr>Calibri</vt:lpstr>
      <vt:lpstr>Calibri Light</vt:lpstr>
      <vt:lpstr>Congenial</vt:lpstr>
      <vt:lpstr>Segoe UI</vt:lpstr>
      <vt:lpstr>Wingdings</vt:lpstr>
      <vt:lpstr>Office Theme</vt:lpstr>
      <vt:lpstr>Light Theme</vt:lpstr>
      <vt:lpstr>Custom Design</vt:lpstr>
      <vt:lpstr>EMPLOYEE BENEFITS</vt:lpstr>
      <vt:lpstr>TOPICS</vt:lpstr>
      <vt:lpstr>PowerPoint Presentation</vt:lpstr>
      <vt:lpstr>Basic Wage</vt:lpstr>
      <vt:lpstr>“De Minimis” Allowance</vt:lpstr>
      <vt:lpstr>Payroll Schedule</vt:lpstr>
      <vt:lpstr>Payroll Pointers</vt:lpstr>
      <vt:lpstr>13th Month Pay</vt:lpstr>
      <vt:lpstr>PowerPoint Presentation</vt:lpstr>
      <vt:lpstr>SOCIAL SECURITY SYSTEM Benefit</vt:lpstr>
      <vt:lpstr>SOCIAL SECURITY SYSTEM Benefit</vt:lpstr>
      <vt:lpstr>SOCIAL SECURITY SYSTEM Benefit</vt:lpstr>
      <vt:lpstr>MEMBER LOAN</vt:lpstr>
      <vt:lpstr>Salary Loan Important Guidelines</vt:lpstr>
      <vt:lpstr>Interest, Fees and Penalties</vt:lpstr>
      <vt:lpstr>PAG IBIG Benefit</vt:lpstr>
      <vt:lpstr>PAG IBIG Benefit</vt:lpstr>
      <vt:lpstr>PAG IBIG PROGRAM</vt:lpstr>
      <vt:lpstr>Steps for PagIBIG Application</vt:lpstr>
      <vt:lpstr>PHILHEALTH Benefit</vt:lpstr>
      <vt:lpstr>PHILHEALTH Benefit</vt:lpstr>
      <vt:lpstr>Who will be entitled to its benefits?</vt:lpstr>
      <vt:lpstr>How does it work?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MSI</dc:creator>
  <cp:lastModifiedBy>Nguyễn Khang</cp:lastModifiedBy>
  <cp:revision>394</cp:revision>
  <dcterms:created xsi:type="dcterms:W3CDTF">2021-11-26T03:15:35Z</dcterms:created>
  <dcterms:modified xsi:type="dcterms:W3CDTF">2026-04-16T02:39:09Z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0x010100CA8F838CA4B1EC4F9A41073172D76FFD</vt:lpwstr>
  </property>
  <property fmtid="{D5CDD505-2E9C-101B-9397-08002B2CF9AE}" pid="3" name="MediaServiceImageTags">
    <vt:lpwstr/>
  </property>
</Properties>
</file>