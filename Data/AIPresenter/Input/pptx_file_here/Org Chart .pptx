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2147376223" r:id="rId5"/>
    <p:sldId id="2147376224" r:id="rId6"/>
    <p:sldId id="2147376225" r:id="rId7"/>
    <p:sldId id="214737622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BC12F91-C5C4-5145-8FDB-611B9A0854BE}">
          <p14:sldIdLst>
            <p14:sldId id="2147376223"/>
            <p14:sldId id="2147376224"/>
            <p14:sldId id="2147376225"/>
            <p14:sldId id="2147376222"/>
          </p14:sldIdLst>
        </p14:section>
        <p14:section name="GUIDELINE &amp; SAMPLE" id="{0AC042C7-4D81-1B44-AE40-3EF052FEE315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490C"/>
    <a:srgbClr val="F76868"/>
    <a:srgbClr val="F55B5B"/>
    <a:srgbClr val="FFC000"/>
    <a:srgbClr val="F7BEBE"/>
    <a:srgbClr val="F7B5B5"/>
    <a:srgbClr val="EDF9FA"/>
    <a:srgbClr val="DFF3F5"/>
    <a:srgbClr val="EDEAE8"/>
    <a:srgbClr val="D1C8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EADEC2-6BED-4906-D1D7-8E50E85D2FD9}" v="2" dt="2025-12-22T06:38:22.3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45524A-D9F4-7545-AB95-5226F9D348A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AF79B1-55A0-5A4C-8442-40DC6CEBD8C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605CAF-285F-1248-96A4-68300F7F9840}" type="datetimeFigureOut">
              <a:rPr lang="en-VN" smtClean="0"/>
              <a:t>04/12/2026</a:t>
            </a:fld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E336C1-B440-0443-8FF8-F82E4A5B0D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4F16BD-3B62-C946-A536-E43A745C7A0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C45307-BBFD-0045-B4A6-B73E368179D6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2571309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212EB2-7195-4DCC-A544-62F8933C210E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6B53C0-79AE-4DBD-9505-8B7D1F13E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29914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B53C0-79AE-4DBD-9505-8B7D1F13E08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159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0922DA9-E8C1-7A40-9EE6-89A4AED337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965200"/>
          </a:xfrm>
          <a:prstGeom prst="rect">
            <a:avLst/>
          </a:prstGeom>
        </p:spPr>
      </p:pic>
      <p:sp>
        <p:nvSpPr>
          <p:cNvPr id="3" name="Title 3">
            <a:extLst>
              <a:ext uri="{FF2B5EF4-FFF2-40B4-BE49-F238E27FC236}">
                <a16:creationId xmlns:a16="http://schemas.microsoft.com/office/drawing/2014/main" id="{A68080BE-7587-6144-8ECC-8515B3AB12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780" y="190527"/>
            <a:ext cx="10515600" cy="711081"/>
          </a:xfrm>
        </p:spPr>
        <p:txBody>
          <a:bodyPr>
            <a:normAutofit/>
          </a:bodyPr>
          <a:lstStyle>
            <a:lvl1pPr algn="l">
              <a:defRPr sz="2800">
                <a:solidFill>
                  <a:schemeClr val="bg1"/>
                </a:solidFill>
                <a:latin typeface="BR Omega VN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0C19840-32F7-DE46-B2BC-767228E15B33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EC24A74-A217-A244-8E5E-725CBA69F673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FB2B6BA-9839-4346-8C17-5FEBDC196FD8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B560BE9-4881-E640-B746-48E2960FB1D4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DA3FBC9-F771-A94D-8F55-34A40C7DFEB7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4304818-7278-3045-AD37-3EACA5B19337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15681373-A4D2-854A-A772-7DF263D2A29C}"/>
              </a:ext>
            </a:extLst>
          </p:cNvPr>
          <p:cNvSpPr txBox="1">
            <a:spLocks/>
          </p:cNvSpPr>
          <p:nvPr userDrawn="1"/>
        </p:nvSpPr>
        <p:spPr>
          <a:xfrm>
            <a:off x="525780" y="6415503"/>
            <a:ext cx="4114800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>
                <a:solidFill>
                  <a:schemeClr val="accent6">
                    <a:lumMod val="60000"/>
                    <a:lumOff val="40000"/>
                  </a:schemeClr>
                </a:solidFill>
              </a:rPr>
              <a:t>© Copyright FPT Software – Level of Confidentiality </a:t>
            </a:r>
            <a:endParaRPr lang="x-none" sz="105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B5CC1C9-B1AF-DE46-B64D-05E162F783E3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535CBA73-2EF9-6C43-93B2-AD209F359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B5B5B5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850334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7612335-2155-F144-ACF9-10F9E55DD2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9652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2958987-FE12-6A45-AB06-D3F0A4B0BD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780" y="190527"/>
            <a:ext cx="10515600" cy="711081"/>
          </a:xfrm>
        </p:spPr>
        <p:txBody>
          <a:bodyPr>
            <a:normAutofit/>
          </a:bodyPr>
          <a:lstStyle>
            <a:lvl1pPr algn="l">
              <a:defRPr sz="2800">
                <a:solidFill>
                  <a:srgbClr val="19226D"/>
                </a:solidFill>
                <a:latin typeface="BR Omega VN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67324A7-459A-EC4A-96C9-632E9AB197B2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88ECB69-26E2-0242-8339-71783BE7D842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9BDF857-1D12-854A-9A20-B19E33C36FE5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F6517F5-CBA0-D641-9E92-7FDFE839EFEB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1F79581-5D79-4E47-A23D-2897202FF386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CA70723-60A1-8B4C-8C3F-FC53EA379972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9D44BE42-DB45-BD41-9A16-5FF7BB95D082}"/>
              </a:ext>
            </a:extLst>
          </p:cNvPr>
          <p:cNvSpPr txBox="1">
            <a:spLocks/>
          </p:cNvSpPr>
          <p:nvPr userDrawn="1"/>
        </p:nvSpPr>
        <p:spPr>
          <a:xfrm>
            <a:off x="525780" y="6415503"/>
            <a:ext cx="4114800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>
                <a:solidFill>
                  <a:schemeClr val="accent6">
                    <a:lumMod val="60000"/>
                    <a:lumOff val="40000"/>
                  </a:schemeClr>
                </a:solidFill>
              </a:rPr>
              <a:t>© Copyright FPT Software – Level of Confidentiality </a:t>
            </a:r>
            <a:endParaRPr lang="x-none" sz="105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A50D04F-B7A3-A543-B2F0-FF35C1B16E1F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EB6FA0AC-3B13-B046-940B-897CAC426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B5B5B5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510612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8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29EB11F-D043-7441-AA75-519D965E19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63B9A03-E856-134D-8A06-24CFAC6C851F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1CD68F0-B45C-5941-AA2B-577A84F07969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FABAFDF-0A8B-6944-8936-304BE90EA2CB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3797118-B6B6-1F4E-BEDC-5AA4E1DA6790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43ADEE7-0AA6-0944-A43F-34C0D4923E1E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7FD1791-6CF5-4542-A218-017F64FBA02C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681DFE14-2BAA-3742-A711-56BE59348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6559F2F4-37E4-7A45-8ECB-451B5E4152D9}"/>
              </a:ext>
            </a:extLst>
          </p:cNvPr>
          <p:cNvSpPr txBox="1">
            <a:spLocks/>
          </p:cNvSpPr>
          <p:nvPr userDrawn="1"/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4493B48-3DA7-E947-AEEC-81EB55D64B80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349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lank">
    <p:bg>
      <p:bgPr>
        <a:gradFill>
          <a:gsLst>
            <a:gs pos="0">
              <a:srgbClr val="50B848"/>
            </a:gs>
            <a:gs pos="37000">
              <a:srgbClr val="356D5B"/>
            </a:gs>
            <a:gs pos="100000">
              <a:srgbClr val="19226D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852D304-8DB3-CF44-A52F-E79EA93F6731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A2A6B6E-39E3-4E41-9202-479D05FB06BB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086C675-CEB7-C441-A3D7-3279FFE56275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B7E4B97-6890-E146-927A-8C5BF4E79AA4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A7DB3E0-73EE-714B-9C0E-76E2C9A411F4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9C1F5A4-D68F-AC43-B7E3-3C475A72C661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7D5CD0C2-5822-1944-BC57-FD19E7667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C95442A-32A5-D34D-84ED-EB9840F371BF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136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ED8A6C4-8D48-A741-8E70-35BC8A7DF24D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F7E00B9-D6C8-2C45-B19B-C85C8186A241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AE58C11-7699-7D48-BC93-F583C9E5E40D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0AA8190-FCEC-DF44-9F5A-10095FB162EC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68B8A4F-3496-5B43-8E20-569DE91627CB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C307A14-4347-714F-9635-2188B14053F6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D7F839E2-1874-E14B-B9AE-C8EDD5809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645219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Blank">
    <p:bg>
      <p:bgPr>
        <a:gradFill>
          <a:gsLst>
            <a:gs pos="0">
              <a:srgbClr val="3EA9C1"/>
            </a:gs>
            <a:gs pos="100000">
              <a:srgbClr val="034EA2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D3AAA28-FEA8-F249-8C46-A1D9B8007B13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E337708-4B47-6A4D-A778-1A9A1C2998A5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84CFB43-A9C1-9E4A-99E5-F2E03F726208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7D9DA35-3C5D-C940-ACA0-E14928613982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4A8F42C-1C2B-DC4D-8DCE-BE6E4CCFEFCE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C7876C1-57B3-8949-B0D9-E5AD7654E256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9B36B756-1EFD-8542-A4AC-B957DB008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6F021668-ABFC-DF4D-AD1B-E4EBE1BE3048}"/>
              </a:ext>
            </a:extLst>
          </p:cNvPr>
          <p:cNvSpPr txBox="1">
            <a:spLocks/>
          </p:cNvSpPr>
          <p:nvPr userDrawn="1"/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E955BCA-127F-1747-9BB8-7DB78C582DF5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723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Blank">
    <p:bg>
      <p:bgPr>
        <a:solidFill>
          <a:srgbClr val="F37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05DAED6-FABE-0348-A0EC-10445981CC05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02DDD32-343F-244B-AE10-ECD5984E08C5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58CDBB3-514A-EA4D-A65A-923A52654281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6C3288D-3C42-C444-A377-A39683C4DFCD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515EF48-46AB-EB40-AEC8-384AB0AB635D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AF8D4DE-5470-E547-BDF8-909AF456C069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0B423D82-B217-F24D-9A4B-51E3223C7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F9B4AE42-994A-3445-A045-ECB259BE3B96}"/>
              </a:ext>
            </a:extLst>
          </p:cNvPr>
          <p:cNvSpPr txBox="1">
            <a:spLocks/>
          </p:cNvSpPr>
          <p:nvPr userDrawn="1"/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0470A95-B716-5F46-9278-41BECDD385DC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153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32EEAE7-A53A-8540-823B-1A5B586202B8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A9E292F-D15B-3440-BFF3-EED8802880FB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A3519CF-8166-9E42-8146-B6397D55AFAA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A8C4D0A-95C4-5E49-A977-8A1BC8922F1C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7968C13-89E8-4D45-9D89-7098A62AE4AC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A1EF8AC-6BF2-5543-8AA6-186E6A781219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7005A36C-3143-D84B-84B4-F891BB150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AAF25899-1F00-A841-8F4B-2A9601DD1325}"/>
              </a:ext>
            </a:extLst>
          </p:cNvPr>
          <p:cNvSpPr txBox="1">
            <a:spLocks/>
          </p:cNvSpPr>
          <p:nvPr userDrawn="1"/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451E643-497F-0546-B045-5080C05B28C4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724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0_Blank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831E717-6F65-B14B-A854-F3079D6FA43D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BFF991D-922B-BD4C-822C-9BF7D5E9CA2F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E288FF5-FB11-2D4C-9263-0722A01A70F3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E27A1BA-8FA6-5042-AF5E-3DC09C5DBC34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0E9A48A-826B-DD48-B0AC-5902E8C234FA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3065AE7-E2E1-4247-A38D-6FD592E308B4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F50E99BC-F599-F045-9C5F-F182A291F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1187FFA-5693-384A-B7D7-421716AFCC1B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21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gradFill>
          <a:gsLst>
            <a:gs pos="0">
              <a:srgbClr val="F37121"/>
            </a:gs>
            <a:gs pos="100000">
              <a:srgbClr val="F37121">
                <a:lumMod val="78000"/>
              </a:srgbClr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5201194" y="0"/>
            <a:ext cx="11316023" cy="6858000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ABBE93A-BCEF-DC40-9E10-EF9437C573D9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36EA27E-8CE7-7946-BA7D-2A5B7CD3DD6B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CBD2B0A-DA75-6E46-ADD4-01709DEDDC31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7CB5EF6-A2BE-874C-81F7-B7C0975210AD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E7E0664-2B84-BB41-8518-00B11B020BF9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EA0B64C-94BF-3047-96A4-214219A5E29A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70EDB5F8-0B01-B14A-B747-9970DE9705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031423"/>
            <a:ext cx="4590229" cy="2983912"/>
          </a:xfrm>
        </p:spPr>
        <p:txBody>
          <a:bodyPr>
            <a:normAutofit/>
          </a:bodyPr>
          <a:lstStyle>
            <a:lvl1pPr algn="r">
              <a:defRPr sz="4800">
                <a:solidFill>
                  <a:schemeClr val="bg1"/>
                </a:solidFill>
                <a:latin typeface="BR Omega VN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0D706DA2-622A-694F-9E32-399A0341F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0F276C8-BAF3-6D41-BC38-159A0A3363B1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133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gradFill>
          <a:gsLst>
            <a:gs pos="0">
              <a:srgbClr val="19226D"/>
            </a:gs>
            <a:gs pos="100000">
              <a:srgbClr val="034EA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41573" y="188969"/>
            <a:ext cx="10692406" cy="6480061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BD5A0CA-896F-5040-8DAF-88D8CB5F47D9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5307F0D-20CE-2C43-9111-680FF872B31E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0752C12-EA75-1D42-8090-9CAAABA2BE1B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C481A09-20D9-0344-BC0D-5862ED52879F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7019DD4-7619-5A43-909F-46685D0828B6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BEE4AE0-435F-A246-BC97-254FF6FD2FC8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9267313A-9ABD-E743-8449-A133A5994D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0460" y="1904022"/>
            <a:ext cx="4590229" cy="2983912"/>
          </a:xfrm>
        </p:spPr>
        <p:txBody>
          <a:bodyPr>
            <a:normAutofit/>
          </a:bodyPr>
          <a:lstStyle>
            <a:lvl1pPr algn="l">
              <a:defRPr sz="4800">
                <a:solidFill>
                  <a:schemeClr val="bg1"/>
                </a:solidFill>
                <a:latin typeface="BR Omega VN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8CE7A170-D609-0442-B622-507B0955F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7BA9CE5-C61D-5146-AE5D-E98FF770E4C1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4915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lank">
    <p:bg>
      <p:bgPr>
        <a:gradFill>
          <a:gsLst>
            <a:gs pos="0">
              <a:srgbClr val="034EA2"/>
            </a:gs>
            <a:gs pos="100000">
              <a:srgbClr val="19226D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50496" y="0"/>
            <a:ext cx="5741504" cy="6911249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735559F-6A4D-3D46-A124-8E92E72916D9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0546CB8-8956-FB42-8301-C979C61BC709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BB3BF3F-B4C0-DB48-BEAB-AE030ED5561C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E6F7DEE-ADF4-014B-BB30-738AF781602C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5DB4BA4-4144-DB47-B55F-5E26F8713151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F5A60B6-D16E-414C-B473-98F4A577397A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840785EB-CF37-DC42-BD82-99A0EF8D0A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5771" y="1904022"/>
            <a:ext cx="4590229" cy="2983912"/>
          </a:xfrm>
        </p:spPr>
        <p:txBody>
          <a:bodyPr>
            <a:normAutofit/>
          </a:bodyPr>
          <a:lstStyle>
            <a:lvl1pPr algn="l">
              <a:defRPr sz="4800">
                <a:solidFill>
                  <a:schemeClr val="bg1"/>
                </a:solidFill>
                <a:latin typeface="BR Omega VN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5C18A648-65E2-694F-B913-185E31E5D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513BF2B-FCE2-CD4F-AF32-06ABF067538A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1740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Blank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304BD9A-B871-1444-AF72-D9F26AA0F3F4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5D4035C-5E60-4744-9AD4-D74676CB465F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2C916E2-A7AD-AF49-9466-F4FAECDFD731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40AD99B-A276-D948-B3DF-84B40E7E8737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341C1B2-9D59-054F-B23A-DA8D36145C81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D489F30-14C2-B04B-B0FB-D1722710AF0A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BA53FB58-8D65-2B4C-8037-E43514F049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263" y="2014074"/>
            <a:ext cx="4590229" cy="2983912"/>
          </a:xfrm>
        </p:spPr>
        <p:txBody>
          <a:bodyPr>
            <a:normAutofit/>
          </a:bodyPr>
          <a:lstStyle>
            <a:lvl1pPr algn="r">
              <a:defRPr sz="4800">
                <a:solidFill>
                  <a:schemeClr val="bg1"/>
                </a:solidFill>
                <a:latin typeface="BR Omega VN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9D2DF389-EA04-DA47-B7AC-DF1D0EE61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0A25BB1-4BFF-7848-B386-C9BDC3C39487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495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6_Blank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BDD32B8-E926-4C49-B42B-C549BB93DC7D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F1F3743-0878-5146-BB9E-B85F244ACC2C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B3B3AAB-8D9A-A24B-8B0B-555B2C69C9A8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7D0A365-3B17-584B-BCE1-2FC31F56CCF3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0686EC9-4414-7C4A-99D5-16E7A9E088F9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1A106ED-CBBE-7F4F-AA8D-4B863E6EC6A2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9E12862F-7974-D540-9F98-6540B214E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26D76CD-2C74-1A43-A528-6A27E584E903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3837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105BD56-A8E0-E444-BE9C-22203E4DCF3E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B9A621C-3FEA-F44A-9FB8-4BFCEB404982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7588913-168E-054F-8189-51B637B7757E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CE238BA-B121-984B-ACE5-3CC621D43F30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549F2E8-A40E-7245-A2A9-037C4416B88E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307555D-F79C-E344-874C-925FC8A7E3EF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6D752961-38D0-8244-BF6A-A7591FA4D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A83E1E6-DB8F-8F46-B7A2-A20D6BC8F3FB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2374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0268F06-6D8C-A942-978A-EBE9B5D7AB2A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62B717D-08C7-2744-8CC5-2D559DBD2EE8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913A8CF-7152-2446-A66F-E48E95479DDA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9AD5876-3601-7D4A-BDA6-59B2077E8C39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037CB65-F8A1-5740-9AB3-6E953026B9C9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0966305-24F7-5C41-91AB-9BCD192C42F9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DC1B114B-679E-1447-80FB-878BAB868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B5B5B5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0951DA9-663C-6944-AE1B-BB407FF15AE8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2516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B57E445-7F46-3543-BAB1-C913D79DDE09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49EF23F-BFCA-B147-B2F2-0A9C687DEB0A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DB66F4A-3476-8C49-9F5A-C4B16631D55D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0043553-159C-6742-861C-15FF86F2922C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9051973-9FBF-4248-B549-ED04EC20C11A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DF2C659-F3B4-A140-8E46-CF309A825938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40A1F0A9-C1BC-0846-9F7F-9E4C5F9B712C}"/>
              </a:ext>
            </a:extLst>
          </p:cNvPr>
          <p:cNvSpPr txBox="1">
            <a:spLocks/>
          </p:cNvSpPr>
          <p:nvPr userDrawn="1"/>
        </p:nvSpPr>
        <p:spPr>
          <a:xfrm>
            <a:off x="525780" y="6415503"/>
            <a:ext cx="4114800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>
                <a:solidFill>
                  <a:schemeClr val="accent6">
                    <a:lumMod val="60000"/>
                    <a:lumOff val="40000"/>
                  </a:schemeClr>
                </a:solidFill>
              </a:rPr>
              <a:t>© Copyright FPT Software </a:t>
            </a:r>
            <a:endParaRPr lang="x-none" sz="105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04C3B871-8E80-D147-AC5A-CA2786549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B9C7E04-5600-C04F-BCF0-677B4EA95FAC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0757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88BD8ED-C1DC-034B-B158-4BE8F9B0D943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05ACCF9-E8B6-454A-8880-A457C84DBC22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31AE5EC-1955-4647-9D1B-3D5929493AFC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DBF357B-0703-BE4E-BEB2-AC1116A42054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870F2C9-B61D-CA4F-B3E0-B4C6EA86933F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50435E5-74F1-AD49-91CE-B5DDAF93F835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9FC3BC43-DD90-C240-B379-14C16F453717}"/>
              </a:ext>
            </a:extLst>
          </p:cNvPr>
          <p:cNvSpPr txBox="1">
            <a:spLocks/>
          </p:cNvSpPr>
          <p:nvPr userDrawn="1"/>
        </p:nvSpPr>
        <p:spPr>
          <a:xfrm>
            <a:off x="525780" y="6415503"/>
            <a:ext cx="4114800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>
                <a:solidFill>
                  <a:schemeClr val="accent6">
                    <a:lumMod val="60000"/>
                    <a:lumOff val="40000"/>
                  </a:schemeClr>
                </a:solidFill>
              </a:rPr>
              <a:t>© Copyright FPT Software – Level of Confidentiality </a:t>
            </a:r>
            <a:endParaRPr lang="x-none" sz="105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E1F68626-6D9B-3B4D-919B-1757045C7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B5B5B5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0A3B17A-5D0F-3D41-94A2-21C3023AA403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5977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7928F62-9533-614D-A666-9C368BE226A0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BB1EB6C-932C-2545-A0C5-6146B631E221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C05784-72DA-684A-A79B-6FC3CA9A3246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F8295BF-3345-EC4A-87A5-C9346CAD738D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A86D31D-77A7-3B42-83A0-B4960390D889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A268FF6-5451-D940-A9E3-A11A5F7E7487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1A0F73E1-56D3-5A45-8C32-3246C3CBE991}"/>
              </a:ext>
            </a:extLst>
          </p:cNvPr>
          <p:cNvSpPr txBox="1">
            <a:spLocks/>
          </p:cNvSpPr>
          <p:nvPr userDrawn="1"/>
        </p:nvSpPr>
        <p:spPr>
          <a:xfrm>
            <a:off x="525780" y="6415503"/>
            <a:ext cx="4114800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>
                <a:solidFill>
                  <a:schemeClr val="accent6">
                    <a:lumMod val="60000"/>
                    <a:lumOff val="40000"/>
                  </a:schemeClr>
                </a:solidFill>
              </a:rPr>
              <a:t>© Copyright FPT Software – Level of Confidentiality </a:t>
            </a:r>
            <a:endParaRPr lang="x-none" sz="105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FD54FD55-DFC2-954C-A607-134D7A550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B5B5B5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4F9A92B-FCF3-EC44-A6E3-BA6C1880C422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4289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7ECB9F1-CFF5-A241-AC1C-5C4200298BC4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9F2C8F6-B7F9-F34A-AF6E-973B9F2A8510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0E267B3-702D-B14A-82AD-66880A08BF88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73B0BC5-F6BD-C645-8BDE-08895CCFC014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86AA5E4-43D3-624E-80F6-7E9EB1AD5CE0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5D06D23-DF1C-9948-9658-9CB4EF4C3E68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ooter Placeholder 2">
            <a:extLst>
              <a:ext uri="{FF2B5EF4-FFF2-40B4-BE49-F238E27FC236}">
                <a16:creationId xmlns:a16="http://schemas.microsoft.com/office/drawing/2014/main" id="{DCA057B7-D044-0740-9790-21D408120291}"/>
              </a:ext>
            </a:extLst>
          </p:cNvPr>
          <p:cNvSpPr txBox="1">
            <a:spLocks/>
          </p:cNvSpPr>
          <p:nvPr userDrawn="1"/>
        </p:nvSpPr>
        <p:spPr>
          <a:xfrm>
            <a:off x="525780" y="6415503"/>
            <a:ext cx="4114800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>
                <a:solidFill>
                  <a:schemeClr val="accent6">
                    <a:lumMod val="60000"/>
                    <a:lumOff val="40000"/>
                  </a:schemeClr>
                </a:solidFill>
              </a:rPr>
              <a:t>© Copyright FPT Software – Level of Confidentiality </a:t>
            </a:r>
            <a:endParaRPr lang="x-none" sz="105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42AE5FF3-7C0F-8F40-B0FE-ED9E7534F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B5B5B5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99FE9DA-091F-3241-B6E6-BE6DEADC2879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5160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21E8B7C2-3D08-FF46-B7DA-29A7DBF99B4B}"/>
              </a:ext>
            </a:extLst>
          </p:cNvPr>
          <p:cNvSpPr txBox="1">
            <a:spLocks/>
          </p:cNvSpPr>
          <p:nvPr userDrawn="1"/>
        </p:nvSpPr>
        <p:spPr>
          <a:xfrm>
            <a:off x="525780" y="6415503"/>
            <a:ext cx="4114800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>
                <a:solidFill>
                  <a:schemeClr val="accent6">
                    <a:lumMod val="60000"/>
                    <a:lumOff val="40000"/>
                  </a:schemeClr>
                </a:solidFill>
              </a:rPr>
              <a:t>© Copyright FPT Software – Level of Confidentiality </a:t>
            </a:r>
            <a:endParaRPr lang="x-none" sz="105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A2A039A0-752F-7941-8751-951E4D70FAA7}"/>
              </a:ext>
            </a:extLst>
          </p:cNvPr>
          <p:cNvSpPr txBox="1">
            <a:spLocks/>
          </p:cNvSpPr>
          <p:nvPr userDrawn="1"/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B5B5B5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C696A51-B607-EE4C-8EAC-CE410EB96DCA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A463106-A149-F344-846F-5D3C8F895CC1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84646FD-4AD2-8041-BDCD-4F15C1700F66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72A27DA-A29D-3041-82EB-6DFEAECC6047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53EC4D3-CFE3-514B-8366-113FF44C7EA0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F1E85CD-0F2F-214E-AAC3-0B54746A33E7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49B45AF-3F2C-4441-95F0-A57FE30F372F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0787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245E88F5-461C-B444-86BF-26069931B551}"/>
              </a:ext>
            </a:extLst>
          </p:cNvPr>
          <p:cNvSpPr txBox="1">
            <a:spLocks/>
          </p:cNvSpPr>
          <p:nvPr userDrawn="1"/>
        </p:nvSpPr>
        <p:spPr>
          <a:xfrm>
            <a:off x="525780" y="6415503"/>
            <a:ext cx="4114800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>
                <a:solidFill>
                  <a:schemeClr val="accent6">
                    <a:lumMod val="60000"/>
                    <a:lumOff val="40000"/>
                  </a:schemeClr>
                </a:solidFill>
              </a:rPr>
              <a:t>© Copyright FPT Software – Level of Confidentiality </a:t>
            </a:r>
            <a:endParaRPr lang="x-none" sz="105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54E54C84-7BCC-9741-8DEC-BF7B7D297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B5B5B5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9B40B56-9A03-4D45-9001-AFB82023A3B5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069D655-0034-6644-9435-7F83B0B6AEA7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8396F7F-2635-6645-B394-58DA9CE6185C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6944299-6FF0-2E42-A449-6A285F570920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2ADDA13-8E46-F242-A0E4-BBE0AC6C6804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AB069E2-65C5-1D4B-8E7D-B3CFB6E6D71D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E38ED8F-6749-B84A-8C9C-C40A84717E5E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89801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DC1829F5-E813-014A-91B6-5905122BF5F5}"/>
              </a:ext>
            </a:extLst>
          </p:cNvPr>
          <p:cNvSpPr txBox="1">
            <a:spLocks/>
          </p:cNvSpPr>
          <p:nvPr userDrawn="1"/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B5B5B5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F4F47E8-0B22-164A-AB89-8F5F3D94E8BB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9B48888-9927-9A4F-84EF-F90B8506DA09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148A6B1-2B11-6C45-B698-942094BEF1E0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F7BD98C-B630-7449-80C8-AC2BE47A0D5D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84635BA-1B80-6D46-B414-05762970E34C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C80CBD7-5AB0-704E-BD0C-E2E30F8D2D55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675AF1C-0978-B844-AD06-43F283D92D7B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00866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model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03FACD85-5ABA-6F4C-AA07-79596C5F2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B5B5B5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28D8A48-E873-274D-857F-CFACA1912FF0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9BD30A3-D37D-6D43-ACC6-8A47514F77A8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0413027-E9CE-0C45-9072-EAB54161DC44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0C31FD4-5BAA-5B4E-822A-2DE44572797F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00FF8BE-D6A2-4A44-A4E9-177DD4D6D843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7587291-AFEE-3741-81A4-DF55898929D5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28B5558-D069-9145-9A74-C141791432BC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80373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bg>
      <p:bgPr>
        <a:solidFill>
          <a:schemeClr val="lt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0"/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0" name="Google Shape;100;p60"/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1" name="Google Shape;101;p60"/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2" name="Google Shape;102;p60"/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3" name="Google Shape;103;p60"/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4" name="Google Shape;104;p60"/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5" name="Google Shape;105;p60"/>
          <p:cNvSpPr txBox="1"/>
          <p:nvPr/>
        </p:nvSpPr>
        <p:spPr>
          <a:xfrm>
            <a:off x="525780" y="6415503"/>
            <a:ext cx="4114800" cy="251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© Copyright </a:t>
            </a:r>
            <a:r>
              <a:rPr lang="en-US" sz="1050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FPT Automotive</a:t>
            </a:r>
            <a:r>
              <a:rPr lang="en-US" sz="1050" b="0" i="0" u="none" strike="noStrike" cap="none">
                <a:solidFill>
                  <a:srgbClr val="CD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– Level of Confidentiality </a:t>
            </a:r>
            <a:endParaRPr sz="1050" b="0" i="0" u="none" strike="noStrike" cap="none">
              <a:solidFill>
                <a:srgbClr val="CDCCCC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6" name="Google Shape;106;p60"/>
          <p:cNvSpPr txBox="1">
            <a:spLocks noGrp="1"/>
          </p:cNvSpPr>
          <p:nvPr>
            <p:ph type="sldNum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7" name="Google Shape;107;p60"/>
          <p:cNvSpPr/>
          <p:nvPr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  <p:extLst>
      <p:ext uri="{BB962C8B-B14F-4D97-AF65-F5344CB8AC3E}">
        <p14:creationId xmlns:p14="http://schemas.microsoft.com/office/powerpoint/2010/main" val="3785221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7E1415D-D9EB-0743-89B9-D6D6AA0785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4667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spc="2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© Copyright FPT Software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8AE909D-1F9F-5C48-B245-FFAAB50C3E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6661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2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176043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473DB-3FF8-6849-8DBC-F1703035DF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7269" y="2574931"/>
            <a:ext cx="5257463" cy="1286486"/>
          </a:xfrm>
        </p:spPr>
        <p:txBody>
          <a:bodyPr anchor="b">
            <a:noAutofit/>
          </a:bodyPr>
          <a:lstStyle>
            <a:lvl1pPr algn="ctr">
              <a:defRPr sz="5094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</a:t>
            </a:r>
            <a:br>
              <a:rPr lang="en-US"/>
            </a:br>
            <a:r>
              <a:rPr lang="en-US"/>
              <a:t>edit content</a:t>
            </a:r>
            <a:endParaRPr lang="en-VN"/>
          </a:p>
        </p:txBody>
      </p:sp>
      <p:sp>
        <p:nvSpPr>
          <p:cNvPr id="4" name="Slide Number Placeholder 10">
            <a:extLst>
              <a:ext uri="{FF2B5EF4-FFF2-40B4-BE49-F238E27FC236}">
                <a16:creationId xmlns:a16="http://schemas.microsoft.com/office/drawing/2014/main" id="{91CD8C2F-C002-834F-889E-9C080E710B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87953" y="219487"/>
            <a:ext cx="2283904" cy="215236"/>
          </a:xfrm>
        </p:spPr>
        <p:txBody>
          <a:bodyPr/>
          <a:lstStyle/>
          <a:p>
            <a:r>
              <a:rPr lang="en-VN"/>
              <a:t>Page Number | Name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3849E2-24C9-D842-9CD7-F4EE1A6A4D3B}"/>
              </a:ext>
            </a:extLst>
          </p:cNvPr>
          <p:cNvSpPr/>
          <p:nvPr userDrawn="1"/>
        </p:nvSpPr>
        <p:spPr>
          <a:xfrm>
            <a:off x="5392170" y="3960668"/>
            <a:ext cx="1407658" cy="59714"/>
          </a:xfrm>
          <a:prstGeom prst="rect">
            <a:avLst/>
          </a:prstGeom>
          <a:solidFill>
            <a:srgbClr val="DC38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92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8693774-116A-CF41-9CFA-B563510F4B0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322373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39270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FPT SOFTWARE – SLIDE MASTER</a:t>
            </a:r>
          </a:p>
        </p:txBody>
      </p:sp>
    </p:spTree>
    <p:extLst>
      <p:ext uri="{BB962C8B-B14F-4D97-AF65-F5344CB8AC3E}">
        <p14:creationId xmlns:p14="http://schemas.microsoft.com/office/powerpoint/2010/main" val="2455494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3" r:id="rId2"/>
    <p:sldLayoutId id="2147483663" r:id="rId3"/>
    <p:sldLayoutId id="2147483662" r:id="rId4"/>
    <p:sldLayoutId id="2147483667" r:id="rId5"/>
    <p:sldLayoutId id="2147483659" r:id="rId6"/>
    <p:sldLayoutId id="2147483660" r:id="rId7"/>
    <p:sldLayoutId id="2147483652" r:id="rId8"/>
    <p:sldLayoutId id="2147483665" r:id="rId9"/>
    <p:sldLayoutId id="2147483658" r:id="rId10"/>
    <p:sldLayoutId id="2147483657" r:id="rId11"/>
    <p:sldLayoutId id="2147483664" r:id="rId12"/>
    <p:sldLayoutId id="2147483666" r:id="rId13"/>
    <p:sldLayoutId id="2147483661" r:id="rId14"/>
    <p:sldLayoutId id="2147483656" r:id="rId15"/>
    <p:sldLayoutId id="2147483651" r:id="rId16"/>
    <p:sldLayoutId id="2147483655" r:id="rId17"/>
    <p:sldLayoutId id="2147483649" r:id="rId18"/>
    <p:sldLayoutId id="2147483668" r:id="rId19"/>
    <p:sldLayoutId id="2147483670" r:id="rId20"/>
    <p:sldLayoutId id="2147483671" r:id="rId21"/>
    <p:sldLayoutId id="2147483672" r:id="rId22"/>
    <p:sldLayoutId id="2147483688" r:id="rId23"/>
    <p:sldLayoutId id="2147483687" r:id="rId24"/>
    <p:sldLayoutId id="2147483733" r:id="rId25"/>
    <p:sldLayoutId id="2147483734" r:id="rId26"/>
    <p:sldLayoutId id="2147483735" r:id="rId27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 baseline="0">
          <a:solidFill>
            <a:schemeClr val="tx1"/>
          </a:solidFill>
          <a:latin typeface="BR Omega VN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13" Type="http://schemas.openxmlformats.org/officeDocument/2006/relationships/image" Target="../media/image21.png"/><Relationship Id="rId18" Type="http://schemas.microsoft.com/office/2007/relationships/hdphoto" Target="../media/hdphoto7.wdp"/><Relationship Id="rId26" Type="http://schemas.openxmlformats.org/officeDocument/2006/relationships/image" Target="../media/image29.png"/><Relationship Id="rId3" Type="http://schemas.openxmlformats.org/officeDocument/2006/relationships/image" Target="../media/image15.png"/><Relationship Id="rId21" Type="http://schemas.openxmlformats.org/officeDocument/2006/relationships/image" Target="../media/image25.png"/><Relationship Id="rId7" Type="http://schemas.openxmlformats.org/officeDocument/2006/relationships/image" Target="../media/image18.png"/><Relationship Id="rId12" Type="http://schemas.microsoft.com/office/2007/relationships/hdphoto" Target="../media/hdphoto4.wdp"/><Relationship Id="rId17" Type="http://schemas.openxmlformats.org/officeDocument/2006/relationships/image" Target="../media/image23.png"/><Relationship Id="rId25" Type="http://schemas.openxmlformats.org/officeDocument/2006/relationships/image" Target="../media/image28.png"/><Relationship Id="rId2" Type="http://schemas.openxmlformats.org/officeDocument/2006/relationships/notesSlide" Target="../notesSlides/notesSlide1.xml"/><Relationship Id="rId16" Type="http://schemas.microsoft.com/office/2007/relationships/hdphoto" Target="../media/hdphoto6.wdp"/><Relationship Id="rId20" Type="http://schemas.microsoft.com/office/2007/relationships/hdphoto" Target="../media/hdphoto8.wdp"/><Relationship Id="rId29" Type="http://schemas.microsoft.com/office/2007/relationships/hdphoto" Target="../media/hdphoto11.wdp"/><Relationship Id="rId1" Type="http://schemas.openxmlformats.org/officeDocument/2006/relationships/slideLayout" Target="../slideLayouts/slideLayout27.xml"/><Relationship Id="rId6" Type="http://schemas.microsoft.com/office/2007/relationships/hdphoto" Target="../media/hdphoto1.wdp"/><Relationship Id="rId11" Type="http://schemas.openxmlformats.org/officeDocument/2006/relationships/image" Target="../media/image20.png"/><Relationship Id="rId24" Type="http://schemas.openxmlformats.org/officeDocument/2006/relationships/image" Target="../media/image27.png"/><Relationship Id="rId32" Type="http://schemas.openxmlformats.org/officeDocument/2006/relationships/image" Target="../media/image33.png"/><Relationship Id="rId5" Type="http://schemas.openxmlformats.org/officeDocument/2006/relationships/image" Target="../media/image17.png"/><Relationship Id="rId15" Type="http://schemas.openxmlformats.org/officeDocument/2006/relationships/image" Target="../media/image22.png"/><Relationship Id="rId23" Type="http://schemas.openxmlformats.org/officeDocument/2006/relationships/image" Target="../media/image26.png"/><Relationship Id="rId28" Type="http://schemas.openxmlformats.org/officeDocument/2006/relationships/image" Target="../media/image30.png"/><Relationship Id="rId10" Type="http://schemas.microsoft.com/office/2007/relationships/hdphoto" Target="../media/hdphoto3.wdp"/><Relationship Id="rId19" Type="http://schemas.openxmlformats.org/officeDocument/2006/relationships/image" Target="../media/image24.png"/><Relationship Id="rId31" Type="http://schemas.openxmlformats.org/officeDocument/2006/relationships/image" Target="../media/image32.png"/><Relationship Id="rId4" Type="http://schemas.openxmlformats.org/officeDocument/2006/relationships/image" Target="../media/image16.emf"/><Relationship Id="rId9" Type="http://schemas.openxmlformats.org/officeDocument/2006/relationships/image" Target="../media/image19.png"/><Relationship Id="rId14" Type="http://schemas.microsoft.com/office/2007/relationships/hdphoto" Target="../media/hdphoto5.wdp"/><Relationship Id="rId22" Type="http://schemas.microsoft.com/office/2007/relationships/hdphoto" Target="../media/hdphoto9.wdp"/><Relationship Id="rId27" Type="http://schemas.microsoft.com/office/2007/relationships/hdphoto" Target="../media/hdphoto10.wdp"/><Relationship Id="rId30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420A74-9770-DC6A-CCB1-4C5FD1E02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E012F146-47F9-A646-B182-8CC39B8AD32B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1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diagram of a company's quality&#10;&#10;Description automatically generated">
            <a:extLst>
              <a:ext uri="{FF2B5EF4-FFF2-40B4-BE49-F238E27FC236}">
                <a16:creationId xmlns:a16="http://schemas.microsoft.com/office/drawing/2014/main" id="{42160B38-565F-2B39-3EB1-16EF850428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520613"/>
            <a:ext cx="10905066" cy="3816772"/>
          </a:xfrm>
          <a:prstGeom prst="rect">
            <a:avLst/>
          </a:prstGeom>
          <a:ln>
            <a:noFill/>
          </a:ln>
        </p:spPr>
      </p:pic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692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922F00E-A094-4EED-B939-DB12070FB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three different colored banners&#10;&#10;Description automatically generated with medium confidence">
            <a:extLst>
              <a:ext uri="{FF2B5EF4-FFF2-40B4-BE49-F238E27FC236}">
                <a16:creationId xmlns:a16="http://schemas.microsoft.com/office/drawing/2014/main" id="{2F66794E-9969-7C35-B296-A8C04965A5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64" b="-2"/>
          <a:stretch/>
        </p:blipFill>
        <p:spPr>
          <a:xfrm>
            <a:off x="-1" y="-1"/>
            <a:ext cx="12188953" cy="617220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86E0C5B-FEFA-3295-6EF1-C8C05B6CB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7704" y="6356350"/>
            <a:ext cx="56692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E012F146-47F9-A646-B182-8CC39B8AD32B}" type="slidenum">
              <a:rPr lang="en-US" sz="1000">
                <a:solidFill>
                  <a:schemeClr val="accent2"/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 sz="1000">
              <a:solidFill>
                <a:schemeClr val="accent2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65470E-3A7D-4B05-B62E-78F9F54883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73128" y="6172201"/>
            <a:ext cx="118872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50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2DD4C7-DFDD-7B14-94C6-89387C49D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3</a:t>
            </a:fld>
            <a:endParaRPr lang="x-non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5F5038-2D10-C0A1-4DC8-6F3F8342BF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634"/>
            <a:ext cx="12192000" cy="6812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534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Picture 337" descr="A grey rectangular object with a black background&#10;&#10;Description automatically generated">
            <a:extLst>
              <a:ext uri="{FF2B5EF4-FFF2-40B4-BE49-F238E27FC236}">
                <a16:creationId xmlns:a16="http://schemas.microsoft.com/office/drawing/2014/main" id="{71DFB695-3F4B-BEC6-3AE8-644160B3CAF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print">
            <a:biLevel thresh="25000"/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92974" y="2180892"/>
            <a:ext cx="5256768" cy="5806448"/>
          </a:xfrm>
          <a:prstGeom prst="rect">
            <a:avLst/>
          </a:prstGeom>
        </p:spPr>
      </p:pic>
      <p:sp>
        <p:nvSpPr>
          <p:cNvPr id="300" name="Rectangle 299">
            <a:extLst>
              <a:ext uri="{FF2B5EF4-FFF2-40B4-BE49-F238E27FC236}">
                <a16:creationId xmlns:a16="http://schemas.microsoft.com/office/drawing/2014/main" id="{66272166-8E37-7400-0DA2-317E13FE88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6200000">
            <a:off x="5409520" y="281545"/>
            <a:ext cx="1357539" cy="12235570"/>
          </a:xfrm>
          <a:prstGeom prst="rect">
            <a:avLst/>
          </a:prstGeom>
          <a:gradFill>
            <a:gsLst>
              <a:gs pos="23000">
                <a:srgbClr val="00B050"/>
              </a:gs>
              <a:gs pos="93000">
                <a:schemeClr val="accent3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512E9A-C40F-53DC-C83B-C47B837828F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21772" y="101528"/>
            <a:ext cx="12248110" cy="7040046"/>
          </a:xfrm>
          <a:prstGeom prst="rect">
            <a:avLst/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6E7FA7B1-EA5F-4E83-0646-508EC117BEBA}"/>
              </a:ext>
            </a:extLst>
          </p:cNvPr>
          <p:cNvSpPr txBox="1">
            <a:spLocks/>
          </p:cNvSpPr>
          <p:nvPr/>
        </p:nvSpPr>
        <p:spPr>
          <a:xfrm>
            <a:off x="1014054" y="1665173"/>
            <a:ext cx="6626977" cy="12864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094" b="1" kern="1200" baseline="0">
                <a:solidFill>
                  <a:schemeClr val="tx1"/>
                </a:solidFill>
                <a:latin typeface="BR Omega VN" pitchFamily="2" charset="77"/>
                <a:ea typeface="+mj-ea"/>
                <a:cs typeface="+mj-cs"/>
              </a:defRPr>
            </a:lvl1pPr>
          </a:lstStyle>
          <a:p>
            <a:pPr algn="l">
              <a:lnSpc>
                <a:spcPct val="80000"/>
              </a:lnSpc>
              <a:spcBef>
                <a:spcPts val="0"/>
              </a:spcBef>
              <a:defRPr/>
            </a:pPr>
            <a:endParaRPr lang="en-US" sz="6600" spc="-10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2DFCFA11-2268-34D8-031D-4623CA631CEC}"/>
              </a:ext>
            </a:extLst>
          </p:cNvPr>
          <p:cNvSpPr txBox="1">
            <a:spLocks/>
          </p:cNvSpPr>
          <p:nvPr/>
        </p:nvSpPr>
        <p:spPr>
          <a:xfrm>
            <a:off x="747134" y="1300020"/>
            <a:ext cx="6626977" cy="12864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094" b="1" kern="1200" baseline="0">
                <a:solidFill>
                  <a:schemeClr val="tx1"/>
                </a:solidFill>
                <a:latin typeface="BR Omega VN" pitchFamily="2" charset="77"/>
                <a:ea typeface="+mj-ea"/>
                <a:cs typeface="+mj-cs"/>
              </a:defRPr>
            </a:lvl1pPr>
          </a:lstStyle>
          <a:p>
            <a:pPr algn="l">
              <a:lnSpc>
                <a:spcPct val="80000"/>
              </a:lnSpc>
              <a:spcBef>
                <a:spcPts val="0"/>
              </a:spcBef>
              <a:defRPr/>
            </a:pPr>
            <a:endParaRPr lang="en-US" sz="6600" spc="-10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4C669C-4AC5-40F4-8C25-1DF3D299B34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990" t="29979" r="14237" b="30359"/>
          <a:stretch/>
        </p:blipFill>
        <p:spPr>
          <a:xfrm>
            <a:off x="10032357" y="-12222"/>
            <a:ext cx="2160712" cy="824238"/>
          </a:xfrm>
          <a:prstGeom prst="rect">
            <a:avLst/>
          </a:prstGeom>
        </p:spPr>
      </p:pic>
      <p:pic>
        <p:nvPicPr>
          <p:cNvPr id="10" name="Picture 9" descr="A grey rectangular object with a black background&#10;&#10;Description automatically generated">
            <a:extLst>
              <a:ext uri="{FF2B5EF4-FFF2-40B4-BE49-F238E27FC236}">
                <a16:creationId xmlns:a16="http://schemas.microsoft.com/office/drawing/2014/main" id="{CCD9687D-508E-9CB8-4A04-DD5ADA71C7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8020262" y="-3468327"/>
            <a:ext cx="5271977" cy="5806448"/>
          </a:xfrm>
          <a:prstGeom prst="rect">
            <a:avLst/>
          </a:prstGeom>
        </p:spPr>
      </p:pic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A120A75A-3882-A83E-5974-59EA00BAD499}"/>
              </a:ext>
            </a:extLst>
          </p:cNvPr>
          <p:cNvCxnSpPr>
            <a:cxnSpLocks/>
            <a:stCxn id="15" idx="4"/>
            <a:endCxn id="43" idx="0"/>
          </p:cNvCxnSpPr>
          <p:nvPr/>
        </p:nvCxnSpPr>
        <p:spPr>
          <a:xfrm rot="16200000" flipH="1">
            <a:off x="7761143" y="-541741"/>
            <a:ext cx="287553" cy="3395472"/>
          </a:xfrm>
          <a:prstGeom prst="bentConnector3">
            <a:avLst>
              <a:gd name="adj1" fmla="val 50000"/>
            </a:avLst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BF125D33-79E1-336A-C5BE-374C26C563F7}"/>
              </a:ext>
            </a:extLst>
          </p:cNvPr>
          <p:cNvSpPr/>
          <p:nvPr/>
        </p:nvSpPr>
        <p:spPr>
          <a:xfrm>
            <a:off x="5758818" y="123523"/>
            <a:ext cx="896730" cy="888696"/>
          </a:xfrm>
          <a:prstGeom prst="ellipse">
            <a:avLst/>
          </a:prstGeom>
          <a:noFill/>
          <a:ln w="508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4E5B4B2-E5AA-7FC5-58CA-831F647E2E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1200"/>
                    </a14:imgEffect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790750" y="1609521"/>
            <a:ext cx="718180" cy="701750"/>
          </a:xfrm>
          <a:prstGeom prst="flowChartConnector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019EC43-8D27-B742-7AEB-003567E93990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8800"/>
                    </a14:imgEffect>
                  </a14:imgLayer>
                </a14:imgProps>
              </a:ext>
            </a:extLst>
          </a:blip>
          <a:srcRect b="8220"/>
          <a:stretch/>
        </p:blipFill>
        <p:spPr>
          <a:xfrm>
            <a:off x="7940356" y="1582070"/>
            <a:ext cx="720533" cy="701999"/>
          </a:xfrm>
          <a:prstGeom prst="flowChartConnector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3BEB8E04-5E06-FD66-D953-9C1970FC6A7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colorTemperature colorTemp="11200"/>
                    </a14:imgEffect>
                    <a14:imgEffect>
                      <a14:brightnessContrast bright="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907004" y="1621287"/>
            <a:ext cx="723600" cy="693335"/>
          </a:xfrm>
          <a:prstGeom prst="flowChartConnector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C59ED500-529E-2AE6-FD55-9D41112EA8F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colorTemperature colorTemp="11200"/>
                    </a14:imgEffect>
                    <a14:imgEffect>
                      <a14:brightnessContrast bright="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38070" y="1600909"/>
            <a:ext cx="718181" cy="690946"/>
          </a:xfrm>
          <a:prstGeom prst="flowChartConnector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E4615101-6B4C-41B1-B67E-04A44D46844B}"/>
              </a:ext>
            </a:extLst>
          </p:cNvPr>
          <p:cNvSpPr txBox="1"/>
          <p:nvPr/>
        </p:nvSpPr>
        <p:spPr>
          <a:xfrm>
            <a:off x="8711195" y="1299772"/>
            <a:ext cx="1782919" cy="261610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PH" sz="1100" b="1" i="1">
                <a:solidFill>
                  <a:schemeClr val="tx2">
                    <a:lumMod val="20000"/>
                    <a:lumOff val="80000"/>
                  </a:schemeClr>
                </a:solidFill>
              </a:rPr>
              <a:t>BUSINESS ASSURANCE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FD9B0B0D-2CFD-B33B-7D46-9314383022DA}"/>
              </a:ext>
            </a:extLst>
          </p:cNvPr>
          <p:cNvSpPr/>
          <p:nvPr/>
        </p:nvSpPr>
        <p:spPr>
          <a:xfrm>
            <a:off x="11142097" y="1565108"/>
            <a:ext cx="723599" cy="702000"/>
          </a:xfrm>
          <a:prstGeom prst="ellipse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8E8F5A84-46C6-56B0-7F41-5EFE04CF03F0}"/>
              </a:ext>
            </a:extLst>
          </p:cNvPr>
          <p:cNvCxnSpPr>
            <a:cxnSpLocks/>
            <a:endCxn id="50" idx="1"/>
          </p:cNvCxnSpPr>
          <p:nvPr/>
        </p:nvCxnSpPr>
        <p:spPr>
          <a:xfrm>
            <a:off x="6179753" y="1085383"/>
            <a:ext cx="2908567" cy="2582226"/>
          </a:xfrm>
          <a:prstGeom prst="bentConnector3">
            <a:avLst>
              <a:gd name="adj1" fmla="val 1387"/>
            </a:avLst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EC95D233-CF58-B84F-6154-3E90BA1284FA}"/>
              </a:ext>
            </a:extLst>
          </p:cNvPr>
          <p:cNvSpPr txBox="1"/>
          <p:nvPr/>
        </p:nvSpPr>
        <p:spPr>
          <a:xfrm>
            <a:off x="9088320" y="3536804"/>
            <a:ext cx="1782919" cy="2616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PH" sz="1100" b="1" i="1"/>
              <a:t>DELIVERY ASSURANCE</a:t>
            </a:r>
          </a:p>
        </p:txBody>
      </p:sp>
      <p:sp>
        <p:nvSpPr>
          <p:cNvPr id="51" name="Flowchart: Terminator 50">
            <a:extLst>
              <a:ext uri="{FF2B5EF4-FFF2-40B4-BE49-F238E27FC236}">
                <a16:creationId xmlns:a16="http://schemas.microsoft.com/office/drawing/2014/main" id="{30EB6413-4715-5EE5-A1EC-7162C5D9AF68}"/>
              </a:ext>
            </a:extLst>
          </p:cNvPr>
          <p:cNvSpPr/>
          <p:nvPr/>
        </p:nvSpPr>
        <p:spPr>
          <a:xfrm>
            <a:off x="6709397" y="2483114"/>
            <a:ext cx="873243" cy="174560"/>
          </a:xfrm>
          <a:prstGeom prst="flowChartTerminator">
            <a:avLst/>
          </a:prstGeom>
          <a:solidFill>
            <a:srgbClr val="BDA1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800" b="1"/>
              <a:t>HR Manager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A2D5C8F-77B1-8975-E055-13F83C00EEDD}"/>
              </a:ext>
            </a:extLst>
          </p:cNvPr>
          <p:cNvSpPr txBox="1"/>
          <p:nvPr/>
        </p:nvSpPr>
        <p:spPr>
          <a:xfrm>
            <a:off x="6204410" y="2294120"/>
            <a:ext cx="19712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000" b="1">
                <a:solidFill>
                  <a:schemeClr val="bg1"/>
                </a:solidFill>
              </a:rPr>
              <a:t>Marie Yad El Tallo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ACC659B-2AFB-61F0-29E5-6457D0780F4C}"/>
              </a:ext>
            </a:extLst>
          </p:cNvPr>
          <p:cNvSpPr txBox="1"/>
          <p:nvPr/>
        </p:nvSpPr>
        <p:spPr>
          <a:xfrm>
            <a:off x="6655547" y="2673972"/>
            <a:ext cx="1029484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700" i="0">
                <a:solidFill>
                  <a:schemeClr val="bg1"/>
                </a:solidFill>
                <a:effectLst/>
                <a:latin typeface="system-ui"/>
              </a:rPr>
              <a:t>- </a:t>
            </a:r>
            <a:r>
              <a:rPr lang="en-PH" sz="700">
                <a:solidFill>
                  <a:schemeClr val="bg1"/>
                </a:solidFill>
                <a:latin typeface="system-ui"/>
              </a:rPr>
              <a:t>C&amp;B</a:t>
            </a:r>
            <a:endParaRPr lang="en-PH" sz="700" i="0">
              <a:solidFill>
                <a:schemeClr val="bg1"/>
              </a:solidFill>
              <a:effectLst/>
              <a:latin typeface="system-ui"/>
            </a:endParaRPr>
          </a:p>
          <a:p>
            <a:r>
              <a:rPr lang="en-PH" sz="700">
                <a:solidFill>
                  <a:schemeClr val="bg1"/>
                </a:solidFill>
                <a:latin typeface="system-ui"/>
              </a:rPr>
              <a:t>- Timesheet &amp; Payroll</a:t>
            </a:r>
          </a:p>
          <a:p>
            <a:r>
              <a:rPr lang="en-PH" sz="700" i="0">
                <a:solidFill>
                  <a:schemeClr val="bg1"/>
                </a:solidFill>
                <a:effectLst/>
                <a:latin typeface="system-ui"/>
              </a:rPr>
              <a:t>- Welfare</a:t>
            </a:r>
          </a:p>
          <a:p>
            <a:endParaRPr lang="en-PH" sz="700">
              <a:solidFill>
                <a:schemeClr val="bg1"/>
              </a:solidFill>
              <a:latin typeface="system-ui"/>
            </a:endParaRPr>
          </a:p>
          <a:p>
            <a:endParaRPr lang="en-PH" sz="700">
              <a:solidFill>
                <a:schemeClr val="bg1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4E7CBDA-964C-1384-BD60-926BABF79731}"/>
              </a:ext>
            </a:extLst>
          </p:cNvPr>
          <p:cNvSpPr txBox="1"/>
          <p:nvPr/>
        </p:nvSpPr>
        <p:spPr>
          <a:xfrm>
            <a:off x="6629836" y="2972432"/>
            <a:ext cx="111399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700">
                <a:solidFill>
                  <a:schemeClr val="bg1"/>
                </a:solidFill>
                <a:latin typeface="system-ui"/>
              </a:rPr>
              <a:t>- Travel &amp; Admin </a:t>
            </a:r>
          </a:p>
          <a:p>
            <a:r>
              <a:rPr lang="en-PH" sz="700">
                <a:solidFill>
                  <a:schemeClr val="bg1"/>
                </a:solidFill>
                <a:latin typeface="system-ui"/>
              </a:rPr>
              <a:t>- Internal Communication</a:t>
            </a:r>
          </a:p>
          <a:p>
            <a:endParaRPr lang="en-PH" sz="700">
              <a:solidFill>
                <a:schemeClr val="bg1"/>
              </a:solidFill>
            </a:endParaRPr>
          </a:p>
        </p:txBody>
      </p:sp>
      <p:sp>
        <p:nvSpPr>
          <p:cNvPr id="61" name="Flowchart: Terminator 60">
            <a:extLst>
              <a:ext uri="{FF2B5EF4-FFF2-40B4-BE49-F238E27FC236}">
                <a16:creationId xmlns:a16="http://schemas.microsoft.com/office/drawing/2014/main" id="{2448C54F-B542-545A-35D7-3E9C52703C17}"/>
              </a:ext>
            </a:extLst>
          </p:cNvPr>
          <p:cNvSpPr/>
          <p:nvPr/>
        </p:nvSpPr>
        <p:spPr>
          <a:xfrm>
            <a:off x="7756183" y="2492296"/>
            <a:ext cx="925666" cy="165916"/>
          </a:xfrm>
          <a:prstGeom prst="flowChartTerminator">
            <a:avLst/>
          </a:prstGeom>
          <a:solidFill>
            <a:srgbClr val="978A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800" b="1"/>
              <a:t>GA Manager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EC508E3-19AF-6AEF-8009-A97D53E95D09}"/>
              </a:ext>
            </a:extLst>
          </p:cNvPr>
          <p:cNvSpPr txBox="1"/>
          <p:nvPr/>
        </p:nvSpPr>
        <p:spPr>
          <a:xfrm>
            <a:off x="7315017" y="2278017"/>
            <a:ext cx="19712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000" b="1">
                <a:solidFill>
                  <a:schemeClr val="bg1"/>
                </a:solidFill>
              </a:rPr>
              <a:t>Ronald Tio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E4A5A84-5EB0-9615-CFF4-97539D433E3E}"/>
              </a:ext>
            </a:extLst>
          </p:cNvPr>
          <p:cNvSpPr txBox="1"/>
          <p:nvPr/>
        </p:nvSpPr>
        <p:spPr>
          <a:xfrm>
            <a:off x="7899652" y="2632040"/>
            <a:ext cx="1005534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700" i="0">
                <a:solidFill>
                  <a:schemeClr val="bg1"/>
                </a:solidFill>
                <a:effectLst/>
                <a:latin typeface="system-ui"/>
              </a:rPr>
              <a:t>- Facilities</a:t>
            </a:r>
          </a:p>
          <a:p>
            <a:r>
              <a:rPr lang="en-PH" sz="700">
                <a:solidFill>
                  <a:schemeClr val="bg1"/>
                </a:solidFill>
                <a:latin typeface="system-ui"/>
              </a:rPr>
              <a:t>- Procurement</a:t>
            </a:r>
          </a:p>
          <a:p>
            <a:r>
              <a:rPr lang="en-PH" sz="700" i="0">
                <a:solidFill>
                  <a:schemeClr val="bg1"/>
                </a:solidFill>
                <a:effectLst/>
                <a:latin typeface="system-ui"/>
              </a:rPr>
              <a:t>- ISMS</a:t>
            </a:r>
          </a:p>
          <a:p>
            <a:endParaRPr lang="en-PH" sz="700">
              <a:solidFill>
                <a:schemeClr val="bg1"/>
              </a:solidFill>
              <a:latin typeface="system-ui"/>
            </a:endParaRPr>
          </a:p>
          <a:p>
            <a:endParaRPr lang="en-PH" sz="700">
              <a:solidFill>
                <a:schemeClr val="bg1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A830F17-B945-806D-FF46-DDCDA5F6EC32}"/>
              </a:ext>
            </a:extLst>
          </p:cNvPr>
          <p:cNvSpPr txBox="1"/>
          <p:nvPr/>
        </p:nvSpPr>
        <p:spPr>
          <a:xfrm>
            <a:off x="7884778" y="2952410"/>
            <a:ext cx="95678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700">
                <a:solidFill>
                  <a:schemeClr val="bg1"/>
                </a:solidFill>
                <a:latin typeface="system-ui"/>
              </a:rPr>
              <a:t>- Health &amp; Safety</a:t>
            </a:r>
          </a:p>
          <a:p>
            <a:r>
              <a:rPr lang="en-PH" sz="700">
                <a:solidFill>
                  <a:schemeClr val="bg1"/>
                </a:solidFill>
                <a:latin typeface="system-ui"/>
              </a:rPr>
              <a:t>- IT Infrastructure</a:t>
            </a:r>
          </a:p>
          <a:p>
            <a:endParaRPr lang="en-PH" sz="700">
              <a:solidFill>
                <a:schemeClr val="bg1"/>
              </a:solidFill>
            </a:endParaRPr>
          </a:p>
        </p:txBody>
      </p:sp>
      <p:sp>
        <p:nvSpPr>
          <p:cNvPr id="65" name="Flowchart: Terminator 64">
            <a:extLst>
              <a:ext uri="{FF2B5EF4-FFF2-40B4-BE49-F238E27FC236}">
                <a16:creationId xmlns:a16="http://schemas.microsoft.com/office/drawing/2014/main" id="{C3B3C504-E648-6120-B749-0AC13FBDAD5D}"/>
              </a:ext>
            </a:extLst>
          </p:cNvPr>
          <p:cNvSpPr/>
          <p:nvPr/>
        </p:nvSpPr>
        <p:spPr>
          <a:xfrm>
            <a:off x="8819166" y="2502831"/>
            <a:ext cx="992407" cy="164038"/>
          </a:xfrm>
          <a:prstGeom prst="flowChartTerminator">
            <a:avLst/>
          </a:prstGeom>
          <a:solidFill>
            <a:srgbClr val="978A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800" b="1"/>
              <a:t>WFA Manager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5A54C53-8F64-7A90-CB8B-5DFEB4CB7384}"/>
              </a:ext>
            </a:extLst>
          </p:cNvPr>
          <p:cNvSpPr txBox="1"/>
          <p:nvPr/>
        </p:nvSpPr>
        <p:spPr>
          <a:xfrm>
            <a:off x="8283199" y="2275283"/>
            <a:ext cx="19712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000" b="1">
                <a:solidFill>
                  <a:schemeClr val="bg1"/>
                </a:solidFill>
              </a:rPr>
              <a:t>Albert Almoete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42261EC-8F84-533E-8F59-594038319C88}"/>
              </a:ext>
            </a:extLst>
          </p:cNvPr>
          <p:cNvSpPr txBox="1"/>
          <p:nvPr/>
        </p:nvSpPr>
        <p:spPr>
          <a:xfrm>
            <a:off x="8944364" y="2644164"/>
            <a:ext cx="1005534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700" i="0">
                <a:solidFill>
                  <a:schemeClr val="bg1"/>
                </a:solidFill>
                <a:effectLst/>
                <a:latin typeface="system-ui"/>
              </a:rPr>
              <a:t>- Recruitment</a:t>
            </a:r>
          </a:p>
          <a:p>
            <a:r>
              <a:rPr lang="en-PH" sz="700">
                <a:solidFill>
                  <a:schemeClr val="bg1"/>
                </a:solidFill>
                <a:latin typeface="system-ui"/>
              </a:rPr>
              <a:t>- Linkage Program</a:t>
            </a:r>
          </a:p>
          <a:p>
            <a:r>
              <a:rPr lang="en-PH" sz="700" i="0">
                <a:solidFill>
                  <a:schemeClr val="bg1"/>
                </a:solidFill>
                <a:effectLst/>
                <a:latin typeface="system-ui"/>
              </a:rPr>
              <a:t>- Resource Assurance</a:t>
            </a:r>
          </a:p>
          <a:p>
            <a:endParaRPr lang="en-PH" sz="700">
              <a:solidFill>
                <a:schemeClr val="bg1"/>
              </a:solidFill>
              <a:latin typeface="system-ui"/>
            </a:endParaRPr>
          </a:p>
          <a:p>
            <a:endParaRPr lang="en-PH" sz="700">
              <a:solidFill>
                <a:schemeClr val="bg1"/>
              </a:solidFill>
            </a:endParaRPr>
          </a:p>
        </p:txBody>
      </p:sp>
      <p:sp>
        <p:nvSpPr>
          <p:cNvPr id="69" name="Flowchart: Terminator 68">
            <a:extLst>
              <a:ext uri="{FF2B5EF4-FFF2-40B4-BE49-F238E27FC236}">
                <a16:creationId xmlns:a16="http://schemas.microsoft.com/office/drawing/2014/main" id="{4D255C44-6282-754E-F7B4-3003F33706EC}"/>
              </a:ext>
            </a:extLst>
          </p:cNvPr>
          <p:cNvSpPr/>
          <p:nvPr/>
        </p:nvSpPr>
        <p:spPr>
          <a:xfrm>
            <a:off x="9901496" y="2487468"/>
            <a:ext cx="1008657" cy="163529"/>
          </a:xfrm>
          <a:prstGeom prst="flowChartTerminator">
            <a:avLst/>
          </a:prstGeom>
          <a:solidFill>
            <a:srgbClr val="978A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800" b="1"/>
              <a:t>Finance Manager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5DBCADA-C878-8E6F-FD99-41CC0F50A1B6}"/>
              </a:ext>
            </a:extLst>
          </p:cNvPr>
          <p:cNvSpPr txBox="1"/>
          <p:nvPr/>
        </p:nvSpPr>
        <p:spPr>
          <a:xfrm>
            <a:off x="9332770" y="2262849"/>
            <a:ext cx="19712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000" b="1">
                <a:solidFill>
                  <a:schemeClr val="bg1"/>
                </a:solidFill>
              </a:rPr>
              <a:t>Johnas Navaja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7220508-9ACD-0CBE-882D-364A645D6DD1}"/>
              </a:ext>
            </a:extLst>
          </p:cNvPr>
          <p:cNvSpPr txBox="1"/>
          <p:nvPr/>
        </p:nvSpPr>
        <p:spPr>
          <a:xfrm>
            <a:off x="9957622" y="2654920"/>
            <a:ext cx="115578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700" i="0">
                <a:solidFill>
                  <a:schemeClr val="bg1"/>
                </a:solidFill>
                <a:effectLst/>
                <a:latin typeface="system-ui"/>
              </a:rPr>
              <a:t>- Finance Control</a:t>
            </a:r>
          </a:p>
          <a:p>
            <a:r>
              <a:rPr lang="en-PH" sz="700">
                <a:solidFill>
                  <a:schemeClr val="bg1"/>
                </a:solidFill>
                <a:latin typeface="system-ui"/>
              </a:rPr>
              <a:t>- Accounting</a:t>
            </a:r>
          </a:p>
          <a:p>
            <a:r>
              <a:rPr lang="en-PH" sz="700" i="0">
                <a:solidFill>
                  <a:schemeClr val="bg1"/>
                </a:solidFill>
                <a:effectLst/>
                <a:latin typeface="system-ui"/>
              </a:rPr>
              <a:t>- Local Legal Compliance</a:t>
            </a:r>
          </a:p>
          <a:p>
            <a:r>
              <a:rPr lang="en-PH" sz="700">
                <a:solidFill>
                  <a:schemeClr val="bg1"/>
                </a:solidFill>
                <a:latin typeface="system-ui"/>
              </a:rPr>
              <a:t>- Payroll</a:t>
            </a:r>
            <a:endParaRPr lang="en-PH" sz="700" i="0">
              <a:solidFill>
                <a:schemeClr val="bg1"/>
              </a:solidFill>
              <a:effectLst/>
              <a:latin typeface="system-ui"/>
            </a:endParaRPr>
          </a:p>
          <a:p>
            <a:endParaRPr lang="en-PH" sz="700">
              <a:solidFill>
                <a:schemeClr val="bg1"/>
              </a:solidFill>
              <a:latin typeface="system-ui"/>
            </a:endParaRPr>
          </a:p>
          <a:p>
            <a:endParaRPr lang="en-PH" sz="700">
              <a:solidFill>
                <a:schemeClr val="bg1"/>
              </a:solidFill>
            </a:endParaRPr>
          </a:p>
        </p:txBody>
      </p:sp>
      <p:sp>
        <p:nvSpPr>
          <p:cNvPr id="73" name="Flowchart: Terminator 72">
            <a:extLst>
              <a:ext uri="{FF2B5EF4-FFF2-40B4-BE49-F238E27FC236}">
                <a16:creationId xmlns:a16="http://schemas.microsoft.com/office/drawing/2014/main" id="{80B03C05-E418-8926-3079-250C29E43773}"/>
              </a:ext>
            </a:extLst>
          </p:cNvPr>
          <p:cNvSpPr/>
          <p:nvPr/>
        </p:nvSpPr>
        <p:spPr>
          <a:xfrm>
            <a:off x="11050968" y="2461633"/>
            <a:ext cx="1078444" cy="186693"/>
          </a:xfrm>
          <a:prstGeom prst="flowChartTerminator">
            <a:avLst/>
          </a:prstGeom>
          <a:solidFill>
            <a:srgbClr val="978A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800" b="1"/>
              <a:t>Branding Manager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38E3A49-9CFF-E41E-068A-DCB5A187237A}"/>
              </a:ext>
            </a:extLst>
          </p:cNvPr>
          <p:cNvSpPr txBox="1"/>
          <p:nvPr/>
        </p:nvSpPr>
        <p:spPr>
          <a:xfrm>
            <a:off x="10518292" y="2249841"/>
            <a:ext cx="19712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000" b="1">
                <a:solidFill>
                  <a:schemeClr val="bg2"/>
                </a:solidFill>
              </a:rPr>
              <a:t>&lt;TBD&gt;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105A162-1110-D66D-A0EF-9D51AF55AED2}"/>
              </a:ext>
            </a:extLst>
          </p:cNvPr>
          <p:cNvSpPr txBox="1"/>
          <p:nvPr/>
        </p:nvSpPr>
        <p:spPr>
          <a:xfrm>
            <a:off x="11070556" y="2622320"/>
            <a:ext cx="115578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700" i="0">
                <a:solidFill>
                  <a:schemeClr val="bg1"/>
                </a:solidFill>
                <a:effectLst/>
                <a:latin typeface="system-ui"/>
              </a:rPr>
              <a:t>- Marketing</a:t>
            </a:r>
          </a:p>
          <a:p>
            <a:r>
              <a:rPr lang="en-PH" sz="700">
                <a:solidFill>
                  <a:schemeClr val="bg1"/>
                </a:solidFill>
                <a:latin typeface="system-ui"/>
              </a:rPr>
              <a:t>- Community of Practice</a:t>
            </a:r>
          </a:p>
          <a:p>
            <a:r>
              <a:rPr lang="en-PH" sz="700" i="0">
                <a:solidFill>
                  <a:schemeClr val="bg1"/>
                </a:solidFill>
                <a:effectLst/>
                <a:latin typeface="system-ui"/>
              </a:rPr>
              <a:t>- Customer Care</a:t>
            </a:r>
          </a:p>
          <a:p>
            <a:r>
              <a:rPr lang="en-PH" sz="700">
                <a:solidFill>
                  <a:schemeClr val="bg1"/>
                </a:solidFill>
                <a:latin typeface="system-ui"/>
              </a:rPr>
              <a:t>- External Communication</a:t>
            </a:r>
            <a:endParaRPr lang="en-PH" sz="700" i="0">
              <a:solidFill>
                <a:schemeClr val="bg1"/>
              </a:solidFill>
              <a:effectLst/>
              <a:latin typeface="system-ui"/>
            </a:endParaRPr>
          </a:p>
          <a:p>
            <a:endParaRPr lang="en-PH" sz="700">
              <a:solidFill>
                <a:schemeClr val="bg1"/>
              </a:solidFill>
              <a:latin typeface="system-ui"/>
            </a:endParaRPr>
          </a:p>
          <a:p>
            <a:endParaRPr lang="en-PH" sz="700">
              <a:solidFill>
                <a:schemeClr val="bg1"/>
              </a:solidFill>
            </a:endParaRPr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D59AAF3C-8BC7-AE37-4E63-E89CF98A62D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colorTemperature colorTemp="11200"/>
                    </a14:imgEffect>
                    <a14:imgEffect>
                      <a14:brightnessContrast bright="1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13442" y="3804843"/>
            <a:ext cx="670848" cy="694803"/>
          </a:xfrm>
          <a:prstGeom prst="flowChartConnector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C431121A-B66A-EE6A-AD60-D9FA4A731AB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colorTemperature colorTemp="11200"/>
                    </a14:imgEffect>
                    <a14:imgEffect>
                      <a14:brightnessContrast bright="1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7876956" y="3782334"/>
            <a:ext cx="718065" cy="702000"/>
          </a:xfrm>
          <a:prstGeom prst="flowChartConnector">
            <a:avLst/>
          </a:prstGeom>
          <a:ln>
            <a:noFill/>
          </a:ln>
        </p:spPr>
      </p:pic>
      <p:sp>
        <p:nvSpPr>
          <p:cNvPr id="101" name="Flowchart: Terminator 100">
            <a:extLst>
              <a:ext uri="{FF2B5EF4-FFF2-40B4-BE49-F238E27FC236}">
                <a16:creationId xmlns:a16="http://schemas.microsoft.com/office/drawing/2014/main" id="{1624B95A-F53E-4D6A-3685-5D242E0CE6CB}"/>
              </a:ext>
            </a:extLst>
          </p:cNvPr>
          <p:cNvSpPr/>
          <p:nvPr/>
        </p:nvSpPr>
        <p:spPr>
          <a:xfrm>
            <a:off x="7753047" y="4704388"/>
            <a:ext cx="992407" cy="154579"/>
          </a:xfrm>
          <a:prstGeom prst="flowChartTerminator">
            <a:avLst/>
          </a:prstGeom>
          <a:solidFill>
            <a:srgbClr val="B1A78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800"/>
              <a:t>CDT Leader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A918C63-7D79-37D0-8154-CDD80EFD1C43}"/>
              </a:ext>
            </a:extLst>
          </p:cNvPr>
          <p:cNvSpPr txBox="1"/>
          <p:nvPr/>
        </p:nvSpPr>
        <p:spPr>
          <a:xfrm>
            <a:off x="7220382" y="4477077"/>
            <a:ext cx="19712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000" b="1">
                <a:solidFill>
                  <a:schemeClr val="bg1"/>
                </a:solidFill>
              </a:rPr>
              <a:t>Ed Brian Rieta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A7942EA9-7D52-B754-9AE6-C3BA9E69F4F7}"/>
              </a:ext>
            </a:extLst>
          </p:cNvPr>
          <p:cNvSpPr txBox="1"/>
          <p:nvPr/>
        </p:nvSpPr>
        <p:spPr>
          <a:xfrm>
            <a:off x="7614802" y="4876367"/>
            <a:ext cx="124495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700">
                <a:solidFill>
                  <a:schemeClr val="bg1"/>
                </a:solidFill>
                <a:latin typeface="system-ui"/>
              </a:rPr>
              <a:t>- Technical Training</a:t>
            </a:r>
          </a:p>
          <a:p>
            <a:r>
              <a:rPr lang="en-PH" sz="700">
                <a:solidFill>
                  <a:schemeClr val="bg1"/>
                </a:solidFill>
                <a:latin typeface="system-ui"/>
              </a:rPr>
              <a:t>- Skills Certification</a:t>
            </a:r>
          </a:p>
          <a:p>
            <a:r>
              <a:rPr lang="en-PH" sz="700">
                <a:solidFill>
                  <a:schemeClr val="bg1"/>
                </a:solidFill>
                <a:latin typeface="system-ui"/>
              </a:rPr>
              <a:t>- Community of Practice</a:t>
            </a:r>
          </a:p>
        </p:txBody>
      </p:sp>
      <p:sp>
        <p:nvSpPr>
          <p:cNvPr id="114" name="Flowchart: Terminator 113">
            <a:extLst>
              <a:ext uri="{FF2B5EF4-FFF2-40B4-BE49-F238E27FC236}">
                <a16:creationId xmlns:a16="http://schemas.microsoft.com/office/drawing/2014/main" id="{7161127E-32DB-C411-4913-831F5833B0A0}"/>
              </a:ext>
            </a:extLst>
          </p:cNvPr>
          <p:cNvSpPr/>
          <p:nvPr/>
        </p:nvSpPr>
        <p:spPr>
          <a:xfrm>
            <a:off x="9168680" y="4684673"/>
            <a:ext cx="992407" cy="154579"/>
          </a:xfrm>
          <a:prstGeom prst="flowChartTerminator">
            <a:avLst/>
          </a:prstGeom>
          <a:solidFill>
            <a:srgbClr val="B1A78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800"/>
              <a:t>QA Manager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CE39537E-533D-10C9-D753-3DFD0CDBD8EF}"/>
              </a:ext>
            </a:extLst>
          </p:cNvPr>
          <p:cNvSpPr txBox="1"/>
          <p:nvPr/>
        </p:nvSpPr>
        <p:spPr>
          <a:xfrm>
            <a:off x="8666103" y="4465568"/>
            <a:ext cx="19712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000" b="1">
                <a:solidFill>
                  <a:schemeClr val="bg1"/>
                </a:solidFill>
              </a:rPr>
              <a:t>Shanera </a:t>
            </a:r>
            <a:r>
              <a:rPr lang="en-PH" sz="1000" b="1" err="1">
                <a:solidFill>
                  <a:schemeClr val="bg1"/>
                </a:solidFill>
              </a:rPr>
              <a:t>Fiel</a:t>
            </a:r>
            <a:endParaRPr lang="en-PH" sz="1000" b="1">
              <a:solidFill>
                <a:schemeClr val="bg1"/>
              </a:solidFill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EDFE1B50-3183-C06F-589A-F8CC8F4A02AD}"/>
              </a:ext>
            </a:extLst>
          </p:cNvPr>
          <p:cNvSpPr txBox="1"/>
          <p:nvPr/>
        </p:nvSpPr>
        <p:spPr>
          <a:xfrm>
            <a:off x="9154532" y="4820030"/>
            <a:ext cx="54009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700">
                <a:solidFill>
                  <a:schemeClr val="bg1"/>
                </a:solidFill>
                <a:latin typeface="system-ui"/>
              </a:rPr>
              <a:t>- PQA</a:t>
            </a:r>
          </a:p>
          <a:p>
            <a:r>
              <a:rPr lang="en-PH" sz="700">
                <a:solidFill>
                  <a:schemeClr val="bg1"/>
                </a:solidFill>
                <a:latin typeface="system-ui"/>
              </a:rPr>
              <a:t>- SEPG</a:t>
            </a:r>
          </a:p>
          <a:p>
            <a:r>
              <a:rPr lang="en-PH" sz="700">
                <a:solidFill>
                  <a:schemeClr val="bg1"/>
                </a:solidFill>
                <a:latin typeface="system-ui"/>
              </a:rPr>
              <a:t>- ISO</a:t>
            </a:r>
          </a:p>
          <a:p>
            <a:r>
              <a:rPr lang="en-PH" sz="700">
                <a:solidFill>
                  <a:schemeClr val="bg1"/>
                </a:solidFill>
                <a:latin typeface="system-ui"/>
              </a:rPr>
              <a:t> </a:t>
            </a:r>
          </a:p>
          <a:p>
            <a:endParaRPr lang="en-PH" sz="700">
              <a:solidFill>
                <a:schemeClr val="bg1"/>
              </a:solidFill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ADB07AE8-3F5B-AB97-5F5F-C9B9F792CCA9}"/>
              </a:ext>
            </a:extLst>
          </p:cNvPr>
          <p:cNvSpPr txBox="1"/>
          <p:nvPr/>
        </p:nvSpPr>
        <p:spPr>
          <a:xfrm>
            <a:off x="9515117" y="4827193"/>
            <a:ext cx="9344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700">
                <a:solidFill>
                  <a:schemeClr val="bg1"/>
                </a:solidFill>
                <a:latin typeface="system-ui"/>
              </a:rPr>
              <a:t>- Tools</a:t>
            </a:r>
          </a:p>
          <a:p>
            <a:r>
              <a:rPr lang="en-PH" sz="700">
                <a:solidFill>
                  <a:schemeClr val="bg1"/>
                </a:solidFill>
                <a:latin typeface="system-ui"/>
              </a:rPr>
              <a:t>- Internal Project</a:t>
            </a:r>
          </a:p>
          <a:p>
            <a:r>
              <a:rPr lang="en-PH" sz="700">
                <a:solidFill>
                  <a:schemeClr val="bg1"/>
                </a:solidFill>
                <a:latin typeface="system-ui"/>
              </a:rPr>
              <a:t> </a:t>
            </a:r>
          </a:p>
          <a:p>
            <a:endParaRPr lang="en-PH" sz="700">
              <a:solidFill>
                <a:schemeClr val="bg1"/>
              </a:solidFill>
            </a:endParaRPr>
          </a:p>
        </p:txBody>
      </p:sp>
      <p:sp>
        <p:nvSpPr>
          <p:cNvPr id="118" name="Flowchart: Terminator 117">
            <a:extLst>
              <a:ext uri="{FF2B5EF4-FFF2-40B4-BE49-F238E27FC236}">
                <a16:creationId xmlns:a16="http://schemas.microsoft.com/office/drawing/2014/main" id="{0517F5B2-9996-F15A-0FB8-C0CB0D0212BC}"/>
              </a:ext>
            </a:extLst>
          </p:cNvPr>
          <p:cNvSpPr/>
          <p:nvPr/>
        </p:nvSpPr>
        <p:spPr>
          <a:xfrm>
            <a:off x="10429609" y="4689243"/>
            <a:ext cx="992407" cy="154579"/>
          </a:xfrm>
          <a:prstGeom prst="flowChartTerminator">
            <a:avLst/>
          </a:prstGeom>
          <a:solidFill>
            <a:srgbClr val="B1A78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800"/>
              <a:t>PMO Leader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2F707449-6061-9CF4-B8B8-E850C3D68D9D}"/>
              </a:ext>
            </a:extLst>
          </p:cNvPr>
          <p:cNvSpPr txBox="1"/>
          <p:nvPr/>
        </p:nvSpPr>
        <p:spPr>
          <a:xfrm>
            <a:off x="9961377" y="4484169"/>
            <a:ext cx="19712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000" b="1">
                <a:solidFill>
                  <a:schemeClr val="bg1"/>
                </a:solidFill>
              </a:rPr>
              <a:t>Vu Do Tran Anh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2F918E86-D580-E0B0-2211-43EAB90352E2}"/>
              </a:ext>
            </a:extLst>
          </p:cNvPr>
          <p:cNvSpPr txBox="1"/>
          <p:nvPr/>
        </p:nvSpPr>
        <p:spPr>
          <a:xfrm>
            <a:off x="10422347" y="4820352"/>
            <a:ext cx="11196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700">
                <a:solidFill>
                  <a:schemeClr val="bg1"/>
                </a:solidFill>
                <a:latin typeface="system-ui"/>
              </a:rPr>
              <a:t>- Project Management</a:t>
            </a:r>
          </a:p>
          <a:p>
            <a:r>
              <a:rPr lang="en-PH" sz="700">
                <a:solidFill>
                  <a:schemeClr val="bg1"/>
                </a:solidFill>
                <a:latin typeface="system-ui"/>
              </a:rPr>
              <a:t>- Community of Practice</a:t>
            </a:r>
          </a:p>
        </p:txBody>
      </p:sp>
      <p:cxnSp>
        <p:nvCxnSpPr>
          <p:cNvPr id="121" name="Connector: Elbow 120">
            <a:extLst>
              <a:ext uri="{FF2B5EF4-FFF2-40B4-BE49-F238E27FC236}">
                <a16:creationId xmlns:a16="http://schemas.microsoft.com/office/drawing/2014/main" id="{E8275DA1-53A0-5862-C362-0471C3B137EB}"/>
              </a:ext>
            </a:extLst>
          </p:cNvPr>
          <p:cNvCxnSpPr>
            <a:cxnSpLocks/>
            <a:stCxn id="15" idx="4"/>
            <a:endCxn id="122" idx="0"/>
          </p:cNvCxnSpPr>
          <p:nvPr/>
        </p:nvCxnSpPr>
        <p:spPr>
          <a:xfrm rot="5400000">
            <a:off x="4416894" y="-497318"/>
            <a:ext cx="280753" cy="3299826"/>
          </a:xfrm>
          <a:prstGeom prst="bentConnector3">
            <a:avLst>
              <a:gd name="adj1" fmla="val 50000"/>
            </a:avLst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4D603041-AA04-C6E4-B5C7-91EF1E1DD926}"/>
              </a:ext>
            </a:extLst>
          </p:cNvPr>
          <p:cNvSpPr txBox="1"/>
          <p:nvPr/>
        </p:nvSpPr>
        <p:spPr>
          <a:xfrm>
            <a:off x="2015897" y="1292972"/>
            <a:ext cx="1782919" cy="261610"/>
          </a:xfrm>
          <a:prstGeom prst="rect">
            <a:avLst/>
          </a:prstGeom>
          <a:solidFill>
            <a:srgbClr val="FB954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b="1" i="1">
                <a:solidFill>
                  <a:srgbClr val="003399"/>
                </a:solidFill>
              </a:rPr>
              <a:t>FPHI.DEV</a:t>
            </a:r>
            <a:endParaRPr lang="en-PH" sz="1100" b="1" i="1">
              <a:solidFill>
                <a:srgbClr val="003399"/>
              </a:solidFill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834F482D-4C68-1219-6625-F5EFC8B01508}"/>
              </a:ext>
            </a:extLst>
          </p:cNvPr>
          <p:cNvSpPr txBox="1"/>
          <p:nvPr/>
        </p:nvSpPr>
        <p:spPr>
          <a:xfrm>
            <a:off x="3593740" y="1000271"/>
            <a:ext cx="1782919" cy="261610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b="1" i="1">
                <a:solidFill>
                  <a:schemeClr val="tx2">
                    <a:lumMod val="20000"/>
                    <a:lumOff val="80000"/>
                  </a:schemeClr>
                </a:solidFill>
              </a:rPr>
              <a:t>DELIVERY</a:t>
            </a:r>
            <a:endParaRPr lang="en-PH" sz="1100" b="1" i="1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5A82B842-6182-1205-AA94-6DC565071E64}"/>
              </a:ext>
            </a:extLst>
          </p:cNvPr>
          <p:cNvSpPr txBox="1"/>
          <p:nvPr/>
        </p:nvSpPr>
        <p:spPr>
          <a:xfrm>
            <a:off x="7176302" y="1000244"/>
            <a:ext cx="1782919" cy="26161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b="1" i="1">
                <a:solidFill>
                  <a:schemeClr val="tx2">
                    <a:lumMod val="20000"/>
                    <a:lumOff val="80000"/>
                  </a:schemeClr>
                </a:solidFill>
              </a:rPr>
              <a:t>S</a:t>
            </a:r>
            <a:r>
              <a:rPr lang="en-PH" sz="1100" b="1" i="1">
                <a:solidFill>
                  <a:schemeClr val="tx2">
                    <a:lumMod val="20000"/>
                    <a:lumOff val="80000"/>
                  </a:schemeClr>
                </a:solidFill>
              </a:rPr>
              <a:t>UPPORT</a:t>
            </a:r>
          </a:p>
        </p:txBody>
      </p:sp>
      <p:pic>
        <p:nvPicPr>
          <p:cNvPr id="139" name="Picture 138">
            <a:extLst>
              <a:ext uri="{FF2B5EF4-FFF2-40B4-BE49-F238E27FC236}">
                <a16:creationId xmlns:a16="http://schemas.microsoft.com/office/drawing/2014/main" id="{88F5A544-379D-83F0-5621-8073AE12D86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colorTemperature colorTemp="8800"/>
                    </a14:imgEffect>
                    <a14:imgEffect>
                      <a14:brightnessContrast bright="1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1037" y="1597725"/>
            <a:ext cx="723599" cy="694909"/>
          </a:xfrm>
          <a:prstGeom prst="flowChartConnector">
            <a:avLst/>
          </a:prstGeom>
        </p:spPr>
      </p:pic>
      <p:pic>
        <p:nvPicPr>
          <p:cNvPr id="138" name="Picture 137">
            <a:extLst>
              <a:ext uri="{FF2B5EF4-FFF2-40B4-BE49-F238E27FC236}">
                <a16:creationId xmlns:a16="http://schemas.microsoft.com/office/drawing/2014/main" id="{BB6081F4-3D1B-C97E-5BCC-55AC2140CC70}"/>
              </a:ext>
            </a:extLst>
          </p:cNvPr>
          <p:cNvPicPr>
            <a:picLocks noChangeAspect="1"/>
          </p:cNvPicPr>
          <p:nvPr/>
        </p:nvPicPr>
        <p:blipFill rotWithShape="1"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colorTemperature colorTemp="11200"/>
                    </a14:imgEffect>
                    <a14:imgEffect>
                      <a14:brightnessContrast bright="3000"/>
                    </a14:imgEffect>
                  </a14:imgLayer>
                </a14:imgProps>
              </a:ext>
            </a:extLst>
          </a:blip>
          <a:srcRect l="6694" t="4248" r="8591" b="5488"/>
          <a:stretch/>
        </p:blipFill>
        <p:spPr>
          <a:xfrm>
            <a:off x="1838910" y="1608936"/>
            <a:ext cx="713476" cy="702000"/>
          </a:xfrm>
          <a:prstGeom prst="flowChartConnector">
            <a:avLst/>
          </a:prstGeom>
        </p:spPr>
      </p:pic>
      <p:pic>
        <p:nvPicPr>
          <p:cNvPr id="140" name="Picture 139">
            <a:extLst>
              <a:ext uri="{FF2B5EF4-FFF2-40B4-BE49-F238E27FC236}">
                <a16:creationId xmlns:a16="http://schemas.microsoft.com/office/drawing/2014/main" id="{C5FA84A7-2866-0B94-1BBF-1F557249D89E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colorTemperature colorTemp="11200"/>
                    </a14:imgEffect>
                    <a14:imgEffect>
                      <a14:brightnessContrast bright="1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25057" y="1587081"/>
            <a:ext cx="708383" cy="709107"/>
          </a:xfrm>
          <a:prstGeom prst="flowChartConnector">
            <a:avLst/>
          </a:prstGeom>
        </p:spPr>
      </p:pic>
      <p:pic>
        <p:nvPicPr>
          <p:cNvPr id="141" name="Picture 140">
            <a:extLst>
              <a:ext uri="{FF2B5EF4-FFF2-40B4-BE49-F238E27FC236}">
                <a16:creationId xmlns:a16="http://schemas.microsoft.com/office/drawing/2014/main" id="{AF56CA2E-B7F3-4AFA-EF2F-6A0230819C5F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4443202" y="1599910"/>
            <a:ext cx="711973" cy="691694"/>
          </a:xfrm>
          <a:prstGeom prst="flowChartConnector">
            <a:avLst/>
          </a:prstGeom>
        </p:spPr>
      </p:pic>
      <p:sp>
        <p:nvSpPr>
          <p:cNvPr id="153" name="Flowchart: Terminator 152">
            <a:extLst>
              <a:ext uri="{FF2B5EF4-FFF2-40B4-BE49-F238E27FC236}">
                <a16:creationId xmlns:a16="http://schemas.microsoft.com/office/drawing/2014/main" id="{EBCF7A6E-CF3C-BBA7-7446-BE967A169B2A}"/>
              </a:ext>
            </a:extLst>
          </p:cNvPr>
          <p:cNvSpPr/>
          <p:nvPr/>
        </p:nvSpPr>
        <p:spPr>
          <a:xfrm>
            <a:off x="573681" y="2672169"/>
            <a:ext cx="994710" cy="261609"/>
          </a:xfrm>
          <a:prstGeom prst="flowChartTerminator">
            <a:avLst/>
          </a:prstGeom>
          <a:solidFill>
            <a:srgbClr val="BDA1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750"/>
              <a:t>Service Delivery Manager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BDBDFAD0-34F9-C852-7960-0967816496E1}"/>
              </a:ext>
            </a:extLst>
          </p:cNvPr>
          <p:cNvSpPr txBox="1"/>
          <p:nvPr/>
        </p:nvSpPr>
        <p:spPr>
          <a:xfrm>
            <a:off x="65805" y="2289662"/>
            <a:ext cx="19712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000" b="1">
                <a:solidFill>
                  <a:schemeClr val="bg1"/>
                </a:solidFill>
              </a:rPr>
              <a:t>Rhea Mae Tan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C509BE97-E4E7-5B08-121E-2612442B9CEE}"/>
              </a:ext>
            </a:extLst>
          </p:cNvPr>
          <p:cNvSpPr txBox="1"/>
          <p:nvPr/>
        </p:nvSpPr>
        <p:spPr>
          <a:xfrm>
            <a:off x="573681" y="2936341"/>
            <a:ext cx="124495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700">
                <a:solidFill>
                  <a:schemeClr val="bg1"/>
                </a:solidFill>
                <a:latin typeface="system-ui"/>
              </a:rPr>
              <a:t>- AMS</a:t>
            </a:r>
          </a:p>
          <a:p>
            <a:r>
              <a:rPr lang="en-PH" sz="700">
                <a:solidFill>
                  <a:schemeClr val="bg1"/>
                </a:solidFill>
                <a:latin typeface="system-ui"/>
              </a:rPr>
              <a:t>- BPO (Customer Support, Contact Center/Call Center, Technical Support)</a:t>
            </a:r>
          </a:p>
          <a:p>
            <a:endParaRPr lang="en-PH" sz="700">
              <a:solidFill>
                <a:schemeClr val="bg1"/>
              </a:solidFill>
            </a:endParaRPr>
          </a:p>
        </p:txBody>
      </p:sp>
      <p:sp>
        <p:nvSpPr>
          <p:cNvPr id="156" name="Rectangle: Rounded Corners 155">
            <a:extLst>
              <a:ext uri="{FF2B5EF4-FFF2-40B4-BE49-F238E27FC236}">
                <a16:creationId xmlns:a16="http://schemas.microsoft.com/office/drawing/2014/main" id="{88347B74-F2FF-2C95-9341-002BF4A4C548}"/>
              </a:ext>
            </a:extLst>
          </p:cNvPr>
          <p:cNvSpPr/>
          <p:nvPr/>
        </p:nvSpPr>
        <p:spPr>
          <a:xfrm>
            <a:off x="727798" y="2495880"/>
            <a:ext cx="617585" cy="15422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BDA1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chemeClr val="tx1">
                    <a:lumMod val="50000"/>
                  </a:schemeClr>
                </a:solidFill>
              </a:rPr>
              <a:t>MS</a:t>
            </a:r>
            <a:endParaRPr lang="en-PH" sz="1100" b="1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57" name="Rectangle: Rounded Corners 156">
            <a:extLst>
              <a:ext uri="{FF2B5EF4-FFF2-40B4-BE49-F238E27FC236}">
                <a16:creationId xmlns:a16="http://schemas.microsoft.com/office/drawing/2014/main" id="{F08D1415-1812-9C2E-C82B-C39AC6086A85}"/>
              </a:ext>
            </a:extLst>
          </p:cNvPr>
          <p:cNvSpPr/>
          <p:nvPr/>
        </p:nvSpPr>
        <p:spPr>
          <a:xfrm>
            <a:off x="1902723" y="2495540"/>
            <a:ext cx="617585" cy="15422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BDA1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chemeClr val="tx1">
                    <a:lumMod val="50000"/>
                  </a:schemeClr>
                </a:solidFill>
              </a:rPr>
              <a:t>AGA</a:t>
            </a:r>
            <a:endParaRPr lang="en-PH" sz="1100" b="1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58" name="Rectangle: Rounded Corners 157">
            <a:extLst>
              <a:ext uri="{FF2B5EF4-FFF2-40B4-BE49-F238E27FC236}">
                <a16:creationId xmlns:a16="http://schemas.microsoft.com/office/drawing/2014/main" id="{ABA12EF4-7120-CF50-364E-6B074E36DD70}"/>
              </a:ext>
            </a:extLst>
          </p:cNvPr>
          <p:cNvSpPr/>
          <p:nvPr/>
        </p:nvSpPr>
        <p:spPr>
          <a:xfrm>
            <a:off x="3108168" y="2485267"/>
            <a:ext cx="617585" cy="15422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BDA1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chemeClr val="tx1">
                    <a:lumMod val="50000"/>
                  </a:schemeClr>
                </a:solidFill>
              </a:rPr>
              <a:t>CME</a:t>
            </a:r>
            <a:endParaRPr lang="en-PH" sz="1100" b="1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59" name="Rectangle: Rounded Corners 158">
            <a:extLst>
              <a:ext uri="{FF2B5EF4-FFF2-40B4-BE49-F238E27FC236}">
                <a16:creationId xmlns:a16="http://schemas.microsoft.com/office/drawing/2014/main" id="{B21315D8-CD0D-F18F-9CF0-59BB688C15F1}"/>
              </a:ext>
            </a:extLst>
          </p:cNvPr>
          <p:cNvSpPr/>
          <p:nvPr/>
        </p:nvSpPr>
        <p:spPr>
          <a:xfrm>
            <a:off x="4453717" y="2494664"/>
            <a:ext cx="617585" cy="15422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BDA1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chemeClr val="tx1">
                    <a:lumMod val="50000"/>
                  </a:schemeClr>
                </a:solidFill>
              </a:rPr>
              <a:t>PME</a:t>
            </a:r>
            <a:endParaRPr lang="en-PH" sz="1100" b="1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60" name="Flowchart: Terminator 159">
            <a:extLst>
              <a:ext uri="{FF2B5EF4-FFF2-40B4-BE49-F238E27FC236}">
                <a16:creationId xmlns:a16="http://schemas.microsoft.com/office/drawing/2014/main" id="{86B94C10-E6D5-662C-EE55-1364AEAD97A9}"/>
              </a:ext>
            </a:extLst>
          </p:cNvPr>
          <p:cNvSpPr/>
          <p:nvPr/>
        </p:nvSpPr>
        <p:spPr>
          <a:xfrm>
            <a:off x="1745293" y="2680549"/>
            <a:ext cx="870259" cy="243704"/>
          </a:xfrm>
          <a:prstGeom prst="flowChartTerminator">
            <a:avLst/>
          </a:prstGeom>
          <a:solidFill>
            <a:srgbClr val="BDA1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750"/>
              <a:t>Delivery Manager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7E0F29D3-00E5-04E1-534B-4BFFB3CF09FA}"/>
              </a:ext>
            </a:extLst>
          </p:cNvPr>
          <p:cNvSpPr txBox="1"/>
          <p:nvPr/>
        </p:nvSpPr>
        <p:spPr>
          <a:xfrm>
            <a:off x="1710945" y="2874193"/>
            <a:ext cx="12034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700">
                <a:solidFill>
                  <a:schemeClr val="bg1"/>
                </a:solidFill>
                <a:latin typeface="system-ui"/>
              </a:rPr>
              <a:t>- Automotive </a:t>
            </a:r>
          </a:p>
          <a:p>
            <a:r>
              <a:rPr lang="en-PH" sz="700">
                <a:solidFill>
                  <a:schemeClr val="bg1"/>
                </a:solidFill>
                <a:latin typeface="system-ui"/>
              </a:rPr>
              <a:t>- General  Assignment</a:t>
            </a:r>
          </a:p>
          <a:p>
            <a:r>
              <a:rPr lang="en-PH" sz="700">
                <a:solidFill>
                  <a:schemeClr val="bg1"/>
                </a:solidFill>
                <a:latin typeface="system-ui"/>
              </a:rPr>
              <a:t>- Hyper Automation </a:t>
            </a:r>
          </a:p>
          <a:p>
            <a:endParaRPr lang="en-PH" sz="700">
              <a:solidFill>
                <a:schemeClr val="bg1"/>
              </a:solidFill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F13B5AD2-039A-1E26-7D22-E94CD481B543}"/>
              </a:ext>
            </a:extLst>
          </p:cNvPr>
          <p:cNvSpPr txBox="1"/>
          <p:nvPr/>
        </p:nvSpPr>
        <p:spPr>
          <a:xfrm>
            <a:off x="2756095" y="2870474"/>
            <a:ext cx="237661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700">
                <a:solidFill>
                  <a:schemeClr val="bg1"/>
                </a:solidFill>
                <a:latin typeface="system-ui"/>
              </a:rPr>
              <a:t>- Communications</a:t>
            </a:r>
          </a:p>
          <a:p>
            <a:r>
              <a:rPr lang="en-PH" sz="700">
                <a:solidFill>
                  <a:schemeClr val="bg1"/>
                </a:solidFill>
                <a:latin typeface="system-ui"/>
              </a:rPr>
              <a:t>- Multi-Media</a:t>
            </a:r>
          </a:p>
          <a:p>
            <a:r>
              <a:rPr lang="en-PH" sz="700">
                <a:solidFill>
                  <a:schemeClr val="bg1"/>
                </a:solidFill>
                <a:latin typeface="system-ui"/>
              </a:rPr>
              <a:t>- Entertainment</a:t>
            </a:r>
          </a:p>
          <a:p>
            <a:r>
              <a:rPr lang="en-PH" sz="700">
                <a:solidFill>
                  <a:schemeClr val="bg1"/>
                </a:solidFill>
                <a:latin typeface="system-ui"/>
              </a:rPr>
              <a:t>- Projects  Req Japanese Speaking Res</a:t>
            </a:r>
          </a:p>
          <a:p>
            <a:r>
              <a:rPr lang="en-PH" sz="700">
                <a:solidFill>
                  <a:schemeClr val="bg1"/>
                </a:solidFill>
                <a:latin typeface="system-ui"/>
              </a:rPr>
              <a:t> </a:t>
            </a:r>
          </a:p>
          <a:p>
            <a:endParaRPr lang="en-PH" sz="700">
              <a:solidFill>
                <a:schemeClr val="bg1"/>
              </a:solidFill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7F6F8084-1B56-F698-FD05-EDBCBC42E066}"/>
              </a:ext>
            </a:extLst>
          </p:cNvPr>
          <p:cNvSpPr txBox="1"/>
          <p:nvPr/>
        </p:nvSpPr>
        <p:spPr>
          <a:xfrm>
            <a:off x="4361446" y="2889263"/>
            <a:ext cx="124495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700">
                <a:solidFill>
                  <a:schemeClr val="bg1"/>
                </a:solidFill>
                <a:latin typeface="system-ui"/>
              </a:rPr>
              <a:t>- Printer</a:t>
            </a:r>
          </a:p>
          <a:p>
            <a:r>
              <a:rPr lang="en-PH" sz="700">
                <a:solidFill>
                  <a:schemeClr val="bg1"/>
                </a:solidFill>
                <a:latin typeface="system-ui"/>
              </a:rPr>
              <a:t>- Manufacturing</a:t>
            </a:r>
          </a:p>
          <a:p>
            <a:r>
              <a:rPr lang="en-PH" sz="700">
                <a:solidFill>
                  <a:schemeClr val="bg1"/>
                </a:solidFill>
                <a:latin typeface="system-ui"/>
              </a:rPr>
              <a:t>- Energy</a:t>
            </a:r>
          </a:p>
          <a:p>
            <a:r>
              <a:rPr lang="en-PH" sz="700">
                <a:solidFill>
                  <a:schemeClr val="bg1"/>
                </a:solidFill>
                <a:latin typeface="system-ui"/>
              </a:rPr>
              <a:t> </a:t>
            </a:r>
          </a:p>
          <a:p>
            <a:endParaRPr lang="en-PH" sz="700">
              <a:solidFill>
                <a:schemeClr val="bg1"/>
              </a:solidFill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63E5B71D-1577-E8A4-5D97-A97C14537D2B}"/>
              </a:ext>
            </a:extLst>
          </p:cNvPr>
          <p:cNvSpPr txBox="1"/>
          <p:nvPr/>
        </p:nvSpPr>
        <p:spPr>
          <a:xfrm>
            <a:off x="1234263" y="2281183"/>
            <a:ext cx="19712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000" b="1">
                <a:solidFill>
                  <a:schemeClr val="bg1"/>
                </a:solidFill>
              </a:rPr>
              <a:t>Jose Mari Paras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31477370-A893-777C-CB91-91EEC1DCAE6D}"/>
              </a:ext>
            </a:extLst>
          </p:cNvPr>
          <p:cNvSpPr txBox="1"/>
          <p:nvPr/>
        </p:nvSpPr>
        <p:spPr>
          <a:xfrm>
            <a:off x="2415281" y="2281004"/>
            <a:ext cx="19712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000" b="1">
                <a:solidFill>
                  <a:schemeClr val="bg1"/>
                </a:solidFill>
              </a:rPr>
              <a:t>Grace Unson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479B6320-849D-23A3-A1D9-8197C49D725F}"/>
              </a:ext>
            </a:extLst>
          </p:cNvPr>
          <p:cNvSpPr txBox="1"/>
          <p:nvPr/>
        </p:nvSpPr>
        <p:spPr>
          <a:xfrm>
            <a:off x="3787607" y="2284071"/>
            <a:ext cx="19712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000" b="1">
                <a:solidFill>
                  <a:schemeClr val="bg1"/>
                </a:solidFill>
              </a:rPr>
              <a:t>Ed Brian Rieta</a:t>
            </a:r>
          </a:p>
        </p:txBody>
      </p:sp>
      <p:sp>
        <p:nvSpPr>
          <p:cNvPr id="169" name="Flowchart: Terminator 168">
            <a:extLst>
              <a:ext uri="{FF2B5EF4-FFF2-40B4-BE49-F238E27FC236}">
                <a16:creationId xmlns:a16="http://schemas.microsoft.com/office/drawing/2014/main" id="{C151CC15-E006-58C0-B27A-12EE51002972}"/>
              </a:ext>
            </a:extLst>
          </p:cNvPr>
          <p:cNvSpPr/>
          <p:nvPr/>
        </p:nvSpPr>
        <p:spPr>
          <a:xfrm>
            <a:off x="2965756" y="2666493"/>
            <a:ext cx="870259" cy="243704"/>
          </a:xfrm>
          <a:prstGeom prst="flowChartTerminator">
            <a:avLst/>
          </a:prstGeom>
          <a:solidFill>
            <a:srgbClr val="BDA1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750"/>
              <a:t>Delivery Manager</a:t>
            </a:r>
          </a:p>
        </p:txBody>
      </p:sp>
      <p:sp>
        <p:nvSpPr>
          <p:cNvPr id="170" name="Flowchart: Terminator 169">
            <a:extLst>
              <a:ext uri="{FF2B5EF4-FFF2-40B4-BE49-F238E27FC236}">
                <a16:creationId xmlns:a16="http://schemas.microsoft.com/office/drawing/2014/main" id="{29068BBA-C302-D4F8-B1E7-854C0181965A}"/>
              </a:ext>
            </a:extLst>
          </p:cNvPr>
          <p:cNvSpPr/>
          <p:nvPr/>
        </p:nvSpPr>
        <p:spPr>
          <a:xfrm>
            <a:off x="4324434" y="2679599"/>
            <a:ext cx="870259" cy="243704"/>
          </a:xfrm>
          <a:prstGeom prst="flowChartTerminator">
            <a:avLst/>
          </a:prstGeom>
          <a:solidFill>
            <a:srgbClr val="BDA1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750"/>
              <a:t>Delivery Manager</a:t>
            </a:r>
          </a:p>
        </p:txBody>
      </p:sp>
      <p:cxnSp>
        <p:nvCxnSpPr>
          <p:cNvPr id="174" name="Connector: Elbow 173">
            <a:extLst>
              <a:ext uri="{FF2B5EF4-FFF2-40B4-BE49-F238E27FC236}">
                <a16:creationId xmlns:a16="http://schemas.microsoft.com/office/drawing/2014/main" id="{1BEF25BB-453E-5A78-37A1-00D7BE1CB10B}"/>
              </a:ext>
            </a:extLst>
          </p:cNvPr>
          <p:cNvCxnSpPr>
            <a:cxnSpLocks/>
            <a:endCxn id="175" idx="3"/>
          </p:cNvCxnSpPr>
          <p:nvPr/>
        </p:nvCxnSpPr>
        <p:spPr>
          <a:xfrm rot="5400000">
            <a:off x="2738799" y="2157990"/>
            <a:ext cx="4624600" cy="2364074"/>
          </a:xfrm>
          <a:prstGeom prst="bentConnector2">
            <a:avLst/>
          </a:prstGeom>
          <a:ln w="1905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FBBCDEBF-CA46-9FEE-8129-1444E9DEC879}"/>
              </a:ext>
            </a:extLst>
          </p:cNvPr>
          <p:cNvSpPr txBox="1"/>
          <p:nvPr/>
        </p:nvSpPr>
        <p:spPr>
          <a:xfrm>
            <a:off x="2086143" y="5521522"/>
            <a:ext cx="1782919" cy="261610"/>
          </a:xfrm>
          <a:prstGeom prst="rect">
            <a:avLst/>
          </a:prstGeom>
          <a:solidFill>
            <a:srgbClr val="FB954F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00" b="1" i="1">
                <a:solidFill>
                  <a:srgbClr val="003399"/>
                </a:solidFill>
              </a:defRPr>
            </a:lvl1pPr>
          </a:lstStyle>
          <a:p>
            <a:r>
              <a:rPr lang="en-US" dirty="0"/>
              <a:t>FPHI.FIS</a:t>
            </a:r>
            <a:endParaRPr lang="en-PH" dirty="0"/>
          </a:p>
        </p:txBody>
      </p:sp>
      <p:pic>
        <p:nvPicPr>
          <p:cNvPr id="184" name="Picture 183">
            <a:extLst>
              <a:ext uri="{FF2B5EF4-FFF2-40B4-BE49-F238E27FC236}">
                <a16:creationId xmlns:a16="http://schemas.microsoft.com/office/drawing/2014/main" id="{049C9AB2-5E4D-5DC8-FE09-05C8FB18E748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462069" y="5806837"/>
            <a:ext cx="681060" cy="691310"/>
          </a:xfrm>
          <a:prstGeom prst="flowChartConnector">
            <a:avLst/>
          </a:prstGeom>
        </p:spPr>
      </p:pic>
      <p:pic>
        <p:nvPicPr>
          <p:cNvPr id="185" name="Picture 184">
            <a:extLst>
              <a:ext uri="{FF2B5EF4-FFF2-40B4-BE49-F238E27FC236}">
                <a16:creationId xmlns:a16="http://schemas.microsoft.com/office/drawing/2014/main" id="{9676ED18-600D-A223-8402-E97872B2DB4A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799020" y="5888311"/>
            <a:ext cx="688792" cy="713593"/>
          </a:xfrm>
          <a:prstGeom prst="flowChartConnector">
            <a:avLst/>
          </a:prstGeom>
        </p:spPr>
      </p:pic>
      <p:sp>
        <p:nvSpPr>
          <p:cNvPr id="186" name="TextBox 185">
            <a:extLst>
              <a:ext uri="{FF2B5EF4-FFF2-40B4-BE49-F238E27FC236}">
                <a16:creationId xmlns:a16="http://schemas.microsoft.com/office/drawing/2014/main" id="{9F7B5566-4107-FF62-B48B-9EB50FC41D15}"/>
              </a:ext>
            </a:extLst>
          </p:cNvPr>
          <p:cNvSpPr txBox="1"/>
          <p:nvPr/>
        </p:nvSpPr>
        <p:spPr>
          <a:xfrm>
            <a:off x="1982228" y="3542907"/>
            <a:ext cx="1782919" cy="261610"/>
          </a:xfrm>
          <a:prstGeom prst="rect">
            <a:avLst/>
          </a:prstGeom>
          <a:solidFill>
            <a:srgbClr val="FB954F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00" b="1" i="1">
                <a:solidFill>
                  <a:srgbClr val="003399"/>
                </a:solidFill>
              </a:defRPr>
            </a:lvl1pPr>
          </a:lstStyle>
          <a:p>
            <a:r>
              <a:rPr lang="en-US"/>
              <a:t>FPHI.FA</a:t>
            </a:r>
            <a:endParaRPr lang="en-PH"/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7142719E-1571-2612-258B-74DB4A131DD8}"/>
              </a:ext>
            </a:extLst>
          </p:cNvPr>
          <p:cNvSpPr txBox="1"/>
          <p:nvPr/>
        </p:nvSpPr>
        <p:spPr>
          <a:xfrm>
            <a:off x="1790743" y="6447099"/>
            <a:ext cx="19712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>
                <a:solidFill>
                  <a:schemeClr val="bg1"/>
                </a:solidFill>
              </a:rPr>
              <a:t>Tran Trung Hieu</a:t>
            </a:r>
            <a:endParaRPr lang="en-PH" sz="1000" b="1">
              <a:solidFill>
                <a:schemeClr val="bg1"/>
              </a:solidFill>
            </a:endParaRPr>
          </a:p>
        </p:txBody>
      </p:sp>
      <p:sp>
        <p:nvSpPr>
          <p:cNvPr id="196" name="Flowchart: Terminator 195">
            <a:extLst>
              <a:ext uri="{FF2B5EF4-FFF2-40B4-BE49-F238E27FC236}">
                <a16:creationId xmlns:a16="http://schemas.microsoft.com/office/drawing/2014/main" id="{BD35E02E-BFB0-C178-C736-F4FCEC0D5EBE}"/>
              </a:ext>
            </a:extLst>
          </p:cNvPr>
          <p:cNvSpPr/>
          <p:nvPr/>
        </p:nvSpPr>
        <p:spPr>
          <a:xfrm>
            <a:off x="2290069" y="4658544"/>
            <a:ext cx="988312" cy="202442"/>
          </a:xfrm>
          <a:prstGeom prst="flowChartTerminator">
            <a:avLst/>
          </a:prstGeom>
          <a:solidFill>
            <a:srgbClr val="CCB6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800"/>
              <a:t>Head of Delivery</a:t>
            </a:r>
          </a:p>
        </p:txBody>
      </p:sp>
      <p:cxnSp>
        <p:nvCxnSpPr>
          <p:cNvPr id="223" name="Connector: Elbow 222">
            <a:extLst>
              <a:ext uri="{FF2B5EF4-FFF2-40B4-BE49-F238E27FC236}">
                <a16:creationId xmlns:a16="http://schemas.microsoft.com/office/drawing/2014/main" id="{EDC2B5D4-C5AE-ECAA-6F42-B38C793B7C7B}"/>
              </a:ext>
            </a:extLst>
          </p:cNvPr>
          <p:cNvCxnSpPr>
            <a:cxnSpLocks/>
            <a:endCxn id="186" idx="3"/>
          </p:cNvCxnSpPr>
          <p:nvPr/>
        </p:nvCxnSpPr>
        <p:spPr>
          <a:xfrm rot="5400000">
            <a:off x="3672742" y="1148261"/>
            <a:ext cx="2617857" cy="2433045"/>
          </a:xfrm>
          <a:prstGeom prst="bentConnector2">
            <a:avLst/>
          </a:prstGeom>
          <a:ln w="1905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TextBox 228">
            <a:extLst>
              <a:ext uri="{FF2B5EF4-FFF2-40B4-BE49-F238E27FC236}">
                <a16:creationId xmlns:a16="http://schemas.microsoft.com/office/drawing/2014/main" id="{C6E79443-2CDD-D28A-0D8A-74D464C4E03A}"/>
              </a:ext>
            </a:extLst>
          </p:cNvPr>
          <p:cNvSpPr txBox="1"/>
          <p:nvPr/>
        </p:nvSpPr>
        <p:spPr>
          <a:xfrm>
            <a:off x="2306034" y="6830008"/>
            <a:ext cx="124495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700">
                <a:solidFill>
                  <a:schemeClr val="bg1"/>
                </a:solidFill>
                <a:latin typeface="system-ui"/>
              </a:rPr>
              <a:t>-  IMS</a:t>
            </a:r>
          </a:p>
          <a:p>
            <a:r>
              <a:rPr lang="en-PH" sz="700">
                <a:solidFill>
                  <a:schemeClr val="bg1"/>
                </a:solidFill>
                <a:latin typeface="system-ui"/>
              </a:rPr>
              <a:t> </a:t>
            </a:r>
          </a:p>
          <a:p>
            <a:endParaRPr lang="en-PH" sz="700">
              <a:solidFill>
                <a:schemeClr val="bg1"/>
              </a:solidFill>
            </a:endParaRPr>
          </a:p>
        </p:txBody>
      </p:sp>
      <p:cxnSp>
        <p:nvCxnSpPr>
          <p:cNvPr id="230" name="Connector: Elbow 229">
            <a:extLst>
              <a:ext uri="{FF2B5EF4-FFF2-40B4-BE49-F238E27FC236}">
                <a16:creationId xmlns:a16="http://schemas.microsoft.com/office/drawing/2014/main" id="{22F728D7-E4A0-93B4-EA5C-FCC9DAD648FD}"/>
              </a:ext>
            </a:extLst>
          </p:cNvPr>
          <p:cNvCxnSpPr>
            <a:cxnSpLocks/>
            <a:stCxn id="188" idx="6"/>
            <a:endCxn id="247" idx="2"/>
          </p:cNvCxnSpPr>
          <p:nvPr/>
        </p:nvCxnSpPr>
        <p:spPr>
          <a:xfrm>
            <a:off x="3128945" y="4101679"/>
            <a:ext cx="723710" cy="324745"/>
          </a:xfrm>
          <a:prstGeom prst="bentConnector3">
            <a:avLst>
              <a:gd name="adj1" fmla="val 50000"/>
            </a:avLst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4" name="TextBox 233">
            <a:extLst>
              <a:ext uri="{FF2B5EF4-FFF2-40B4-BE49-F238E27FC236}">
                <a16:creationId xmlns:a16="http://schemas.microsoft.com/office/drawing/2014/main" id="{39C0EC60-19FA-7AD4-5605-EDF6E7D49CD1}"/>
              </a:ext>
            </a:extLst>
          </p:cNvPr>
          <p:cNvSpPr txBox="1"/>
          <p:nvPr/>
        </p:nvSpPr>
        <p:spPr>
          <a:xfrm>
            <a:off x="3161500" y="6532706"/>
            <a:ext cx="19712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000" b="1" dirty="0">
                <a:solidFill>
                  <a:schemeClr val="bg1"/>
                </a:solidFill>
              </a:rPr>
              <a:t>Eduard Dela Torre</a:t>
            </a:r>
          </a:p>
        </p:txBody>
      </p:sp>
      <p:sp>
        <p:nvSpPr>
          <p:cNvPr id="237" name="Flowchart: Terminator 236">
            <a:extLst>
              <a:ext uri="{FF2B5EF4-FFF2-40B4-BE49-F238E27FC236}">
                <a16:creationId xmlns:a16="http://schemas.microsoft.com/office/drawing/2014/main" id="{289360EF-8A6D-17B0-8D25-E7841E08E416}"/>
              </a:ext>
            </a:extLst>
          </p:cNvPr>
          <p:cNvSpPr/>
          <p:nvPr/>
        </p:nvSpPr>
        <p:spPr>
          <a:xfrm>
            <a:off x="3490800" y="6739196"/>
            <a:ext cx="1326472" cy="251338"/>
          </a:xfrm>
          <a:prstGeom prst="flowChartTerminator">
            <a:avLst/>
          </a:prstGeom>
          <a:solidFill>
            <a:srgbClr val="CCB6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800" dirty="0"/>
              <a:t>Service  Delivery Manager</a:t>
            </a:r>
          </a:p>
        </p:txBody>
      </p:sp>
      <p:sp>
        <p:nvSpPr>
          <p:cNvPr id="268" name="Oval 267">
            <a:extLst>
              <a:ext uri="{FF2B5EF4-FFF2-40B4-BE49-F238E27FC236}">
                <a16:creationId xmlns:a16="http://schemas.microsoft.com/office/drawing/2014/main" id="{0C71B40F-E929-2096-9BB4-8E489460E31F}"/>
              </a:ext>
            </a:extLst>
          </p:cNvPr>
          <p:cNvSpPr/>
          <p:nvPr/>
        </p:nvSpPr>
        <p:spPr>
          <a:xfrm>
            <a:off x="3440485" y="129080"/>
            <a:ext cx="619157" cy="611541"/>
          </a:xfrm>
          <a:prstGeom prst="ellipse">
            <a:avLst/>
          </a:prstGeom>
          <a:noFill/>
          <a:ln w="50800"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69" name="Oval 268">
            <a:extLst>
              <a:ext uri="{FF2B5EF4-FFF2-40B4-BE49-F238E27FC236}">
                <a16:creationId xmlns:a16="http://schemas.microsoft.com/office/drawing/2014/main" id="{A9C5639A-759C-CEDF-5F82-D4806B7E739F}"/>
              </a:ext>
            </a:extLst>
          </p:cNvPr>
          <p:cNvSpPr/>
          <p:nvPr/>
        </p:nvSpPr>
        <p:spPr>
          <a:xfrm>
            <a:off x="3377675" y="79073"/>
            <a:ext cx="745527" cy="735294"/>
          </a:xfrm>
          <a:prstGeom prst="ellips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DE67863E-807D-5396-FB2A-9CC513D63CB3}"/>
              </a:ext>
            </a:extLst>
          </p:cNvPr>
          <p:cNvSpPr txBox="1"/>
          <p:nvPr/>
        </p:nvSpPr>
        <p:spPr>
          <a:xfrm>
            <a:off x="3387619" y="253376"/>
            <a:ext cx="743307" cy="313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400" b="1">
                <a:solidFill>
                  <a:schemeClr val="bg1">
                    <a:lumMod val="95000"/>
                  </a:schemeClr>
                </a:solidFill>
              </a:rPr>
              <a:t>FSOFT</a:t>
            </a:r>
          </a:p>
        </p:txBody>
      </p:sp>
      <p:cxnSp>
        <p:nvCxnSpPr>
          <p:cNvPr id="276" name="Connector: Elbow 275">
            <a:extLst>
              <a:ext uri="{FF2B5EF4-FFF2-40B4-BE49-F238E27FC236}">
                <a16:creationId xmlns:a16="http://schemas.microsoft.com/office/drawing/2014/main" id="{8244C16D-A132-3C36-84EB-77DB6108BF85}"/>
              </a:ext>
            </a:extLst>
          </p:cNvPr>
          <p:cNvCxnSpPr>
            <a:cxnSpLocks/>
          </p:cNvCxnSpPr>
          <p:nvPr/>
        </p:nvCxnSpPr>
        <p:spPr>
          <a:xfrm rot="10800000" flipV="1">
            <a:off x="4149893" y="381000"/>
            <a:ext cx="1637384" cy="1"/>
          </a:xfrm>
          <a:prstGeom prst="bentConnector3">
            <a:avLst>
              <a:gd name="adj1" fmla="val 50000"/>
            </a:avLst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8" name="Picture 187">
            <a:extLst>
              <a:ext uri="{FF2B5EF4-FFF2-40B4-BE49-F238E27FC236}">
                <a16:creationId xmlns:a16="http://schemas.microsoft.com/office/drawing/2014/main" id="{B63BA333-F1EB-1333-5320-630EDF8DB48C}"/>
              </a:ext>
            </a:extLst>
          </p:cNvPr>
          <p:cNvPicPr>
            <a:picLocks noChangeAspect="1"/>
          </p:cNvPicPr>
          <p:nvPr/>
        </p:nvPicPr>
        <p:blipFill rotWithShape="1">
          <a:blip r:embed="rId26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colorTemperature colorTemp="11200"/>
                    </a14:imgEffect>
                    <a14:imgEffect>
                      <a14:brightnessContrast bright="12000"/>
                    </a14:imgEffect>
                  </a14:imgLayer>
                </a14:imgProps>
              </a:ext>
            </a:extLst>
          </a:blip>
          <a:srcRect b="8529"/>
          <a:stretch/>
        </p:blipFill>
        <p:spPr>
          <a:xfrm>
            <a:off x="2492931" y="3783098"/>
            <a:ext cx="636014" cy="637161"/>
          </a:xfrm>
          <a:prstGeom prst="flowChartConnector">
            <a:avLst/>
          </a:prstGeom>
        </p:spPr>
      </p:pic>
      <p:sp>
        <p:nvSpPr>
          <p:cNvPr id="242" name="Flowchart: Terminator 241">
            <a:extLst>
              <a:ext uri="{FF2B5EF4-FFF2-40B4-BE49-F238E27FC236}">
                <a16:creationId xmlns:a16="http://schemas.microsoft.com/office/drawing/2014/main" id="{B31FD996-12CE-39E2-683C-3D05127F1FF2}"/>
              </a:ext>
            </a:extLst>
          </p:cNvPr>
          <p:cNvSpPr/>
          <p:nvPr/>
        </p:nvSpPr>
        <p:spPr>
          <a:xfrm>
            <a:off x="2267957" y="6658303"/>
            <a:ext cx="988312" cy="202442"/>
          </a:xfrm>
          <a:prstGeom prst="flowChartTerminator">
            <a:avLst/>
          </a:prstGeom>
          <a:solidFill>
            <a:srgbClr val="CCB6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800"/>
              <a:t>Head of Delivery</a:t>
            </a: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34826EC4-23D0-2A12-02B0-B71057ABF191}"/>
              </a:ext>
            </a:extLst>
          </p:cNvPr>
          <p:cNvSpPr txBox="1"/>
          <p:nvPr/>
        </p:nvSpPr>
        <p:spPr>
          <a:xfrm>
            <a:off x="1818099" y="4393846"/>
            <a:ext cx="19712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000" b="1">
                <a:solidFill>
                  <a:schemeClr val="bg1"/>
                </a:solidFill>
              </a:rPr>
              <a:t>Tran Thanh Binh</a:t>
            </a:r>
          </a:p>
        </p:txBody>
      </p:sp>
      <p:pic>
        <p:nvPicPr>
          <p:cNvPr id="247" name="Picture 246">
            <a:extLst>
              <a:ext uri="{FF2B5EF4-FFF2-40B4-BE49-F238E27FC236}">
                <a16:creationId xmlns:a16="http://schemas.microsoft.com/office/drawing/2014/main" id="{DE727929-1D6F-6B4A-4D05-D1D80A6D922F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BEBA8EAE-BF5A-486C-A8C5-ECC9F3942E4B}">
                <a14:imgProps xmlns:a14="http://schemas.microsoft.com/office/drawing/2010/main">
                  <a14:imgLayer r:embed="rId29">
                    <a14:imgEffect>
                      <a14:colorTemperature colorTemp="11200"/>
                    </a14:imgEffect>
                    <a14:imgEffect>
                      <a14:brightnessContrast bright="1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52655" y="4090885"/>
            <a:ext cx="659082" cy="671077"/>
          </a:xfrm>
          <a:prstGeom prst="flowChartConnector">
            <a:avLst/>
          </a:prstGeom>
          <a:ln>
            <a:noFill/>
          </a:ln>
        </p:spPr>
      </p:pic>
      <p:cxnSp>
        <p:nvCxnSpPr>
          <p:cNvPr id="248" name="Connector: Elbow 247">
            <a:extLst>
              <a:ext uri="{FF2B5EF4-FFF2-40B4-BE49-F238E27FC236}">
                <a16:creationId xmlns:a16="http://schemas.microsoft.com/office/drawing/2014/main" id="{30E910D5-CE3E-A584-324B-893FAA980351}"/>
              </a:ext>
            </a:extLst>
          </p:cNvPr>
          <p:cNvCxnSpPr>
            <a:cxnSpLocks/>
          </p:cNvCxnSpPr>
          <p:nvPr/>
        </p:nvCxnSpPr>
        <p:spPr>
          <a:xfrm>
            <a:off x="3143129" y="6125426"/>
            <a:ext cx="644478" cy="239208"/>
          </a:xfrm>
          <a:prstGeom prst="bentConnector3">
            <a:avLst>
              <a:gd name="adj1" fmla="val 50000"/>
            </a:avLst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9" name="Flowchart: Terminator 248">
            <a:extLst>
              <a:ext uri="{FF2B5EF4-FFF2-40B4-BE49-F238E27FC236}">
                <a16:creationId xmlns:a16="http://schemas.microsoft.com/office/drawing/2014/main" id="{242A794E-4E49-2A81-D4EA-69828A8D6E7D}"/>
              </a:ext>
            </a:extLst>
          </p:cNvPr>
          <p:cNvSpPr/>
          <p:nvPr/>
        </p:nvSpPr>
        <p:spPr>
          <a:xfrm>
            <a:off x="3662052" y="4980677"/>
            <a:ext cx="1040287" cy="154579"/>
          </a:xfrm>
          <a:prstGeom prst="flowChartTerminator">
            <a:avLst/>
          </a:prstGeom>
          <a:solidFill>
            <a:srgbClr val="CCB6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800"/>
              <a:t>Delivery Manager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D770D956-4B20-8B20-B952-A5AA9F6C53EB}"/>
              </a:ext>
            </a:extLst>
          </p:cNvPr>
          <p:cNvSpPr txBox="1"/>
          <p:nvPr/>
        </p:nvSpPr>
        <p:spPr>
          <a:xfrm>
            <a:off x="3230862" y="4744693"/>
            <a:ext cx="19712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000" b="1">
                <a:solidFill>
                  <a:schemeClr val="bg1"/>
                </a:solidFill>
              </a:rPr>
              <a:t>Junmar Sales</a:t>
            </a:r>
          </a:p>
        </p:txBody>
      </p:sp>
      <p:cxnSp>
        <p:nvCxnSpPr>
          <p:cNvPr id="105" name="Connector: Elbow 104">
            <a:extLst>
              <a:ext uri="{FF2B5EF4-FFF2-40B4-BE49-F238E27FC236}">
                <a16:creationId xmlns:a16="http://schemas.microsoft.com/office/drawing/2014/main" id="{2BA4BB38-47F8-2396-66E0-8BA12A4F0A7B}"/>
              </a:ext>
            </a:extLst>
          </p:cNvPr>
          <p:cNvCxnSpPr>
            <a:cxnSpLocks/>
            <a:stCxn id="103" idx="2"/>
            <a:endCxn id="257" idx="0"/>
          </p:cNvCxnSpPr>
          <p:nvPr/>
        </p:nvCxnSpPr>
        <p:spPr>
          <a:xfrm rot="5400000">
            <a:off x="7592397" y="4919850"/>
            <a:ext cx="272869" cy="1016898"/>
          </a:xfrm>
          <a:prstGeom prst="bentConnector3">
            <a:avLst>
              <a:gd name="adj1" fmla="val 50000"/>
            </a:avLst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: Elbow 106">
            <a:extLst>
              <a:ext uri="{FF2B5EF4-FFF2-40B4-BE49-F238E27FC236}">
                <a16:creationId xmlns:a16="http://schemas.microsoft.com/office/drawing/2014/main" id="{F75F31A8-2348-402F-4050-16DD82A8C308}"/>
              </a:ext>
            </a:extLst>
          </p:cNvPr>
          <p:cNvCxnSpPr>
            <a:cxnSpLocks/>
            <a:stCxn id="103" idx="2"/>
          </p:cNvCxnSpPr>
          <p:nvPr/>
        </p:nvCxnSpPr>
        <p:spPr>
          <a:xfrm rot="16200000" flipH="1">
            <a:off x="8632677" y="4896468"/>
            <a:ext cx="274511" cy="1065304"/>
          </a:xfrm>
          <a:prstGeom prst="bentConnector3">
            <a:avLst>
              <a:gd name="adj1" fmla="val 50000"/>
            </a:avLst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7" name="Picture 256">
            <a:extLst>
              <a:ext uri="{FF2B5EF4-FFF2-40B4-BE49-F238E27FC236}">
                <a16:creationId xmlns:a16="http://schemas.microsoft.com/office/drawing/2014/main" id="{07BE6084-5D1C-A074-7A02-E2AA76C3B049}"/>
              </a:ext>
            </a:extLst>
          </p:cNvPr>
          <p:cNvPicPr>
            <a:picLocks noChangeAspect="1"/>
          </p:cNvPicPr>
          <p:nvPr/>
        </p:nvPicPr>
        <p:blipFill rotWithShape="1"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colorTemperature colorTemp="11200"/>
                    </a14:imgEffect>
                    <a14:imgEffect>
                      <a14:brightnessContrast bright="3000"/>
                    </a14:imgEffect>
                  </a14:imgLayer>
                </a14:imgProps>
              </a:ext>
            </a:extLst>
          </a:blip>
          <a:srcRect l="6694" t="4248" r="8591" b="5488"/>
          <a:stretch/>
        </p:blipFill>
        <p:spPr>
          <a:xfrm>
            <a:off x="6863644" y="5564734"/>
            <a:ext cx="713476" cy="702000"/>
          </a:xfrm>
          <a:prstGeom prst="flowChartConnector">
            <a:avLst/>
          </a:prstGeom>
        </p:spPr>
      </p:pic>
      <p:sp>
        <p:nvSpPr>
          <p:cNvPr id="286" name="Oval 285">
            <a:extLst>
              <a:ext uri="{FF2B5EF4-FFF2-40B4-BE49-F238E27FC236}">
                <a16:creationId xmlns:a16="http://schemas.microsoft.com/office/drawing/2014/main" id="{AAA162FF-E345-28F7-FF40-C0A21BF26AED}"/>
              </a:ext>
            </a:extLst>
          </p:cNvPr>
          <p:cNvSpPr/>
          <p:nvPr/>
        </p:nvSpPr>
        <p:spPr>
          <a:xfrm>
            <a:off x="818778" y="5219433"/>
            <a:ext cx="619157" cy="611541"/>
          </a:xfrm>
          <a:prstGeom prst="ellipse">
            <a:avLst/>
          </a:prstGeom>
          <a:noFill/>
          <a:ln w="50800"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87" name="Oval 286">
            <a:extLst>
              <a:ext uri="{FF2B5EF4-FFF2-40B4-BE49-F238E27FC236}">
                <a16:creationId xmlns:a16="http://schemas.microsoft.com/office/drawing/2014/main" id="{1DD18092-8C37-1DC7-677A-C7715D27EA1A}"/>
              </a:ext>
            </a:extLst>
          </p:cNvPr>
          <p:cNvSpPr/>
          <p:nvPr/>
        </p:nvSpPr>
        <p:spPr>
          <a:xfrm>
            <a:off x="758349" y="5157519"/>
            <a:ext cx="745527" cy="735294"/>
          </a:xfrm>
          <a:prstGeom prst="ellips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D5472524-F9D6-FE60-BBCD-E2641964AE68}"/>
              </a:ext>
            </a:extLst>
          </p:cNvPr>
          <p:cNvSpPr txBox="1"/>
          <p:nvPr/>
        </p:nvSpPr>
        <p:spPr>
          <a:xfrm>
            <a:off x="802790" y="5348107"/>
            <a:ext cx="6488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chemeClr val="bg1">
                    <a:lumMod val="95000"/>
                  </a:schemeClr>
                </a:solidFill>
              </a:rPr>
              <a:t>F</a:t>
            </a:r>
            <a:r>
              <a:rPr lang="en-PH" sz="1400" b="1">
                <a:solidFill>
                  <a:schemeClr val="bg1">
                    <a:lumMod val="95000"/>
                  </a:schemeClr>
                </a:solidFill>
              </a:rPr>
              <a:t>IS</a:t>
            </a:r>
          </a:p>
        </p:txBody>
      </p:sp>
      <p:cxnSp>
        <p:nvCxnSpPr>
          <p:cNvPr id="289" name="Connector: Elbow 288">
            <a:extLst>
              <a:ext uri="{FF2B5EF4-FFF2-40B4-BE49-F238E27FC236}">
                <a16:creationId xmlns:a16="http://schemas.microsoft.com/office/drawing/2014/main" id="{1E435812-D86A-2C25-FDE2-BC5C73B0635B}"/>
              </a:ext>
            </a:extLst>
          </p:cNvPr>
          <p:cNvCxnSpPr>
            <a:cxnSpLocks/>
            <a:stCxn id="175" idx="1"/>
            <a:endCxn id="287" idx="6"/>
          </p:cNvCxnSpPr>
          <p:nvPr/>
        </p:nvCxnSpPr>
        <p:spPr>
          <a:xfrm rot="10800000">
            <a:off x="1503877" y="5525167"/>
            <a:ext cx="582267" cy="127161"/>
          </a:xfrm>
          <a:prstGeom prst="bentConnector3">
            <a:avLst>
              <a:gd name="adj1" fmla="val 50000"/>
            </a:avLst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2" name="Picture 301">
            <a:extLst>
              <a:ext uri="{FF2B5EF4-FFF2-40B4-BE49-F238E27FC236}">
                <a16:creationId xmlns:a16="http://schemas.microsoft.com/office/drawing/2014/main" id="{AA3C3F99-7A0E-9931-4BF0-E262654E2E6D}"/>
              </a:ext>
            </a:extLst>
          </p:cNvPr>
          <p:cNvPicPr>
            <a:picLocks noChangeAspect="1"/>
          </p:cNvPicPr>
          <p:nvPr/>
        </p:nvPicPr>
        <p:blipFill rotWithShape="1">
          <a:blip r:embed="rId30"/>
          <a:srcRect l="7573" t="1321" r="11551" b="8854"/>
          <a:stretch/>
        </p:blipFill>
        <p:spPr>
          <a:xfrm>
            <a:off x="5773462" y="129263"/>
            <a:ext cx="872560" cy="886452"/>
          </a:xfrm>
          <a:prstGeom prst="flowChartConnector">
            <a:avLst/>
          </a:prstGeom>
          <a:ln>
            <a:noFill/>
          </a:ln>
        </p:spPr>
      </p:pic>
      <p:pic>
        <p:nvPicPr>
          <p:cNvPr id="308" name="Picture 307">
            <a:extLst>
              <a:ext uri="{FF2B5EF4-FFF2-40B4-BE49-F238E27FC236}">
                <a16:creationId xmlns:a16="http://schemas.microsoft.com/office/drawing/2014/main" id="{12B0957F-5D38-E60E-072A-1E4A3731358C}"/>
              </a:ext>
            </a:extLst>
          </p:cNvPr>
          <p:cNvPicPr>
            <a:picLocks noChangeAspect="1"/>
          </p:cNvPicPr>
          <p:nvPr/>
        </p:nvPicPr>
        <p:blipFill rotWithShape="1">
          <a:blip r:embed="rId30"/>
          <a:srcRect l="7573" t="1321" r="11551" b="8854"/>
          <a:stretch/>
        </p:blipFill>
        <p:spPr>
          <a:xfrm>
            <a:off x="10496978" y="3774422"/>
            <a:ext cx="736273" cy="747995"/>
          </a:xfrm>
          <a:prstGeom prst="flowChartConnector">
            <a:avLst/>
          </a:prstGeom>
          <a:ln>
            <a:noFill/>
          </a:ln>
        </p:spPr>
      </p:pic>
      <p:pic>
        <p:nvPicPr>
          <p:cNvPr id="313" name="Picture 312">
            <a:extLst>
              <a:ext uri="{FF2B5EF4-FFF2-40B4-BE49-F238E27FC236}">
                <a16:creationId xmlns:a16="http://schemas.microsoft.com/office/drawing/2014/main" id="{28E27B3D-BF8A-31A7-830E-B41AB7DBB867}"/>
              </a:ext>
            </a:extLst>
          </p:cNvPr>
          <p:cNvPicPr>
            <a:picLocks noChangeAspect="1"/>
          </p:cNvPicPr>
          <p:nvPr/>
        </p:nvPicPr>
        <p:blipFill rotWithShape="1">
          <a:blip r:embed="rId31"/>
          <a:srcRect l="6598" r="7196" b="8370"/>
          <a:stretch/>
        </p:blipFill>
        <p:spPr>
          <a:xfrm>
            <a:off x="7885988" y="5518218"/>
            <a:ext cx="704681" cy="722160"/>
          </a:xfrm>
          <a:prstGeom prst="flowChartConnector">
            <a:avLst/>
          </a:prstGeom>
        </p:spPr>
      </p:pic>
      <p:sp>
        <p:nvSpPr>
          <p:cNvPr id="317" name="Flowchart: Terminator 316">
            <a:extLst>
              <a:ext uri="{FF2B5EF4-FFF2-40B4-BE49-F238E27FC236}">
                <a16:creationId xmlns:a16="http://schemas.microsoft.com/office/drawing/2014/main" id="{8D5A9570-A1C4-50F8-A674-E8D4ADC28EFA}"/>
              </a:ext>
            </a:extLst>
          </p:cNvPr>
          <p:cNvSpPr/>
          <p:nvPr/>
        </p:nvSpPr>
        <p:spPr>
          <a:xfrm>
            <a:off x="6688837" y="6388162"/>
            <a:ext cx="992407" cy="154579"/>
          </a:xfrm>
          <a:prstGeom prst="flowChartTerminator">
            <a:avLst/>
          </a:prstGeom>
          <a:solidFill>
            <a:srgbClr val="B1A78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800"/>
              <a:t>Skill Manager</a:t>
            </a:r>
          </a:p>
        </p:txBody>
      </p:sp>
      <p:sp>
        <p:nvSpPr>
          <p:cNvPr id="318" name="Flowchart: Terminator 317">
            <a:extLst>
              <a:ext uri="{FF2B5EF4-FFF2-40B4-BE49-F238E27FC236}">
                <a16:creationId xmlns:a16="http://schemas.microsoft.com/office/drawing/2014/main" id="{1CAA0C69-9E84-FF8E-1CAB-81FD0591B52B}"/>
              </a:ext>
            </a:extLst>
          </p:cNvPr>
          <p:cNvSpPr/>
          <p:nvPr/>
        </p:nvSpPr>
        <p:spPr>
          <a:xfrm>
            <a:off x="7804418" y="6396863"/>
            <a:ext cx="992407" cy="154579"/>
          </a:xfrm>
          <a:prstGeom prst="flowChartTerminator">
            <a:avLst/>
          </a:prstGeom>
          <a:solidFill>
            <a:srgbClr val="B1A78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/>
              <a:t>Skill Manager</a:t>
            </a:r>
            <a:endParaRPr lang="en-PH" sz="800"/>
          </a:p>
        </p:txBody>
      </p:sp>
      <p:sp>
        <p:nvSpPr>
          <p:cNvPr id="320" name="Flowchart: Terminator 319">
            <a:extLst>
              <a:ext uri="{FF2B5EF4-FFF2-40B4-BE49-F238E27FC236}">
                <a16:creationId xmlns:a16="http://schemas.microsoft.com/office/drawing/2014/main" id="{F116D393-BC69-062F-1683-3908D72C7806}"/>
              </a:ext>
            </a:extLst>
          </p:cNvPr>
          <p:cNvSpPr/>
          <p:nvPr/>
        </p:nvSpPr>
        <p:spPr>
          <a:xfrm>
            <a:off x="8859758" y="6397901"/>
            <a:ext cx="992407" cy="154579"/>
          </a:xfrm>
          <a:prstGeom prst="flowChartTerminator">
            <a:avLst/>
          </a:prstGeom>
          <a:solidFill>
            <a:srgbClr val="B1A78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/>
              <a:t>Skill Manager</a:t>
            </a:r>
            <a:endParaRPr lang="en-PH" sz="800"/>
          </a:p>
        </p:txBody>
      </p:sp>
      <p:sp>
        <p:nvSpPr>
          <p:cNvPr id="321" name="TextBox 320">
            <a:extLst>
              <a:ext uri="{FF2B5EF4-FFF2-40B4-BE49-F238E27FC236}">
                <a16:creationId xmlns:a16="http://schemas.microsoft.com/office/drawing/2014/main" id="{B3D3E357-22BC-695A-30C8-A3E752990880}"/>
              </a:ext>
            </a:extLst>
          </p:cNvPr>
          <p:cNvSpPr txBox="1"/>
          <p:nvPr/>
        </p:nvSpPr>
        <p:spPr>
          <a:xfrm>
            <a:off x="6208829" y="6192455"/>
            <a:ext cx="19712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000" b="1">
                <a:solidFill>
                  <a:schemeClr val="bg1"/>
                </a:solidFill>
              </a:rPr>
              <a:t>Jose Mari Paras</a:t>
            </a:r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78F6E635-4810-AB74-1E92-FE79427ABF10}"/>
              </a:ext>
            </a:extLst>
          </p:cNvPr>
          <p:cNvSpPr txBox="1"/>
          <p:nvPr/>
        </p:nvSpPr>
        <p:spPr>
          <a:xfrm>
            <a:off x="7288401" y="6186465"/>
            <a:ext cx="19712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000" b="1">
                <a:solidFill>
                  <a:schemeClr val="bg1"/>
                </a:solidFill>
              </a:rPr>
              <a:t>Harvey Martus</a:t>
            </a:r>
          </a:p>
        </p:txBody>
      </p:sp>
      <p:sp>
        <p:nvSpPr>
          <p:cNvPr id="323" name="TextBox 322">
            <a:extLst>
              <a:ext uri="{FF2B5EF4-FFF2-40B4-BE49-F238E27FC236}">
                <a16:creationId xmlns:a16="http://schemas.microsoft.com/office/drawing/2014/main" id="{5D8AC337-DDD3-02F0-0AAC-0EDFC2734775}"/>
              </a:ext>
            </a:extLst>
          </p:cNvPr>
          <p:cNvSpPr txBox="1"/>
          <p:nvPr/>
        </p:nvSpPr>
        <p:spPr>
          <a:xfrm>
            <a:off x="8327837" y="6212473"/>
            <a:ext cx="19712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V</a:t>
            </a:r>
            <a:r>
              <a:rPr lang="en-PH" sz="1000" b="1" dirty="0" err="1">
                <a:solidFill>
                  <a:schemeClr val="bg1"/>
                </a:solidFill>
              </a:rPr>
              <a:t>iennah</a:t>
            </a:r>
            <a:r>
              <a:rPr lang="en-PH" sz="1000" b="1" dirty="0">
                <a:solidFill>
                  <a:schemeClr val="bg1"/>
                </a:solidFill>
              </a:rPr>
              <a:t> </a:t>
            </a:r>
            <a:r>
              <a:rPr lang="en-PH" sz="1000" b="1" dirty="0" err="1">
                <a:solidFill>
                  <a:schemeClr val="bg1"/>
                </a:solidFill>
              </a:rPr>
              <a:t>Marilao</a:t>
            </a:r>
            <a:endParaRPr lang="en-PH" sz="1000" b="1" dirty="0">
              <a:solidFill>
                <a:schemeClr val="bg1"/>
              </a:solidFill>
            </a:endParaRPr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852F3567-27CF-CBEC-488D-40A5BCEDAA18}"/>
              </a:ext>
            </a:extLst>
          </p:cNvPr>
          <p:cNvSpPr txBox="1"/>
          <p:nvPr/>
        </p:nvSpPr>
        <p:spPr>
          <a:xfrm>
            <a:off x="6757916" y="6529273"/>
            <a:ext cx="12449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700">
                <a:solidFill>
                  <a:schemeClr val="bg1"/>
                </a:solidFill>
                <a:latin typeface="system-ui"/>
              </a:rPr>
              <a:t>- </a:t>
            </a:r>
            <a:r>
              <a:rPr lang="en-PH" sz="700" err="1">
                <a:solidFill>
                  <a:schemeClr val="bg1"/>
                </a:solidFill>
                <a:latin typeface="system-ui"/>
              </a:rPr>
              <a:t>.Net</a:t>
            </a:r>
            <a:endParaRPr lang="en-PH" sz="700">
              <a:solidFill>
                <a:schemeClr val="bg1"/>
              </a:solidFill>
              <a:latin typeface="system-ui"/>
            </a:endParaRPr>
          </a:p>
          <a:p>
            <a:endParaRPr lang="en-PH" sz="700">
              <a:solidFill>
                <a:schemeClr val="bg1"/>
              </a:solidFill>
            </a:endParaRPr>
          </a:p>
        </p:txBody>
      </p:sp>
      <p:sp>
        <p:nvSpPr>
          <p:cNvPr id="325" name="TextBox 324">
            <a:extLst>
              <a:ext uri="{FF2B5EF4-FFF2-40B4-BE49-F238E27FC236}">
                <a16:creationId xmlns:a16="http://schemas.microsoft.com/office/drawing/2014/main" id="{D6B3C1E0-1F5D-A6BF-BC49-99B4FFADA082}"/>
              </a:ext>
            </a:extLst>
          </p:cNvPr>
          <p:cNvSpPr txBox="1"/>
          <p:nvPr/>
        </p:nvSpPr>
        <p:spPr>
          <a:xfrm>
            <a:off x="7804418" y="6522106"/>
            <a:ext cx="124495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700">
                <a:solidFill>
                  <a:schemeClr val="bg1"/>
                </a:solidFill>
                <a:latin typeface="system-ui"/>
              </a:rPr>
              <a:t>- JAVA</a:t>
            </a:r>
            <a:endParaRPr lang="en-PH" sz="700">
              <a:solidFill>
                <a:schemeClr val="bg1"/>
              </a:solidFill>
            </a:endParaRPr>
          </a:p>
        </p:txBody>
      </p:sp>
      <p:sp>
        <p:nvSpPr>
          <p:cNvPr id="326" name="TextBox 325">
            <a:extLst>
              <a:ext uri="{FF2B5EF4-FFF2-40B4-BE49-F238E27FC236}">
                <a16:creationId xmlns:a16="http://schemas.microsoft.com/office/drawing/2014/main" id="{B411EE08-9B2E-9868-4563-C4EBB6FF69A6}"/>
              </a:ext>
            </a:extLst>
          </p:cNvPr>
          <p:cNvSpPr txBox="1"/>
          <p:nvPr/>
        </p:nvSpPr>
        <p:spPr>
          <a:xfrm>
            <a:off x="8874746" y="6537853"/>
            <a:ext cx="12449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700">
                <a:solidFill>
                  <a:schemeClr val="bg1"/>
                </a:solidFill>
                <a:latin typeface="system-ui"/>
              </a:rPr>
              <a:t>- Manual Test</a:t>
            </a:r>
          </a:p>
          <a:p>
            <a:r>
              <a:rPr lang="en-PH" sz="700">
                <a:solidFill>
                  <a:schemeClr val="bg1"/>
                </a:solidFill>
                <a:latin typeface="system-ui"/>
              </a:rPr>
              <a:t>- Automation Test</a:t>
            </a:r>
            <a:endParaRPr lang="en-PH" sz="700">
              <a:solidFill>
                <a:schemeClr val="bg1"/>
              </a:solidFill>
            </a:endParaRPr>
          </a:p>
        </p:txBody>
      </p:sp>
      <p:cxnSp>
        <p:nvCxnSpPr>
          <p:cNvPr id="334" name="Straight Connector 333">
            <a:extLst>
              <a:ext uri="{FF2B5EF4-FFF2-40B4-BE49-F238E27FC236}">
                <a16:creationId xmlns:a16="http://schemas.microsoft.com/office/drawing/2014/main" id="{6050B294-A3CE-BBB7-564A-EA42EC745668}"/>
              </a:ext>
            </a:extLst>
          </p:cNvPr>
          <p:cNvCxnSpPr>
            <a:cxnSpLocks/>
            <a:stCxn id="103" idx="2"/>
            <a:endCxn id="313" idx="0"/>
          </p:cNvCxnSpPr>
          <p:nvPr/>
        </p:nvCxnSpPr>
        <p:spPr>
          <a:xfrm>
            <a:off x="8237280" y="5291865"/>
            <a:ext cx="1049" cy="22635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7" name="Rectangle: Rounded Corners 336">
            <a:extLst>
              <a:ext uri="{FF2B5EF4-FFF2-40B4-BE49-F238E27FC236}">
                <a16:creationId xmlns:a16="http://schemas.microsoft.com/office/drawing/2014/main" id="{A7F84788-9595-A609-D8F6-B5BDF50FFE2C}"/>
              </a:ext>
            </a:extLst>
          </p:cNvPr>
          <p:cNvSpPr/>
          <p:nvPr/>
        </p:nvSpPr>
        <p:spPr>
          <a:xfrm>
            <a:off x="49057" y="104653"/>
            <a:ext cx="2741445" cy="533556"/>
          </a:xfrm>
          <a:prstGeom prst="round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i="1">
              <a:solidFill>
                <a:schemeClr val="bg1"/>
              </a:solidFill>
              <a:latin typeface="Arial Nova" panose="020F0502020204030204" pitchFamily="34" charset="0"/>
            </a:endParaRPr>
          </a:p>
          <a:p>
            <a:pPr algn="ctr"/>
            <a:r>
              <a:rPr lang="en-US" sz="1600" i="1">
                <a:solidFill>
                  <a:schemeClr val="bg1"/>
                </a:solidFill>
                <a:latin typeface="Arial Nova" panose="020F0502020204030204" pitchFamily="34" charset="0"/>
              </a:rPr>
              <a:t>2024 FPHI Organizational Structure</a:t>
            </a:r>
          </a:p>
          <a:p>
            <a:pPr algn="ctr"/>
            <a:endParaRPr lang="en-PH" sz="1600" i="1">
              <a:solidFill>
                <a:schemeClr val="bg1"/>
              </a:solidFill>
              <a:latin typeface="Arial Nova" panose="020F0502020204030204" pitchFamily="34" charset="0"/>
            </a:endParaRPr>
          </a:p>
        </p:txBody>
      </p:sp>
      <p:grpSp>
        <p:nvGrpSpPr>
          <p:cNvPr id="2" name="Group 25">
            <a:extLst>
              <a:ext uri="{FF2B5EF4-FFF2-40B4-BE49-F238E27FC236}">
                <a16:creationId xmlns:a16="http://schemas.microsoft.com/office/drawing/2014/main" id="{0D9CAE19-17E5-66E3-9BAA-AD6306AAF311}"/>
              </a:ext>
            </a:extLst>
          </p:cNvPr>
          <p:cNvGrpSpPr>
            <a:grpSpLocks noChangeAspect="1"/>
          </p:cNvGrpSpPr>
          <p:nvPr/>
        </p:nvGrpSpPr>
        <p:grpSpPr>
          <a:xfrm>
            <a:off x="8947472" y="5540474"/>
            <a:ext cx="704681" cy="704678"/>
            <a:chOff x="0" y="0"/>
            <a:chExt cx="6350000" cy="6349975"/>
          </a:xfrm>
        </p:grpSpPr>
        <p:sp>
          <p:nvSpPr>
            <p:cNvPr id="4" name="Freeform 26">
              <a:extLst>
                <a:ext uri="{FF2B5EF4-FFF2-40B4-BE49-F238E27FC236}">
                  <a16:creationId xmlns:a16="http://schemas.microsoft.com/office/drawing/2014/main" id="{B1A08425-DD45-06E3-ABD0-5A2F66227E93}"/>
                </a:ext>
              </a:extLst>
            </p:cNvPr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32"/>
              <a:stretch>
                <a:fillRect t="-4289" b="-4289"/>
              </a:stretch>
            </a:blipFill>
          </p:spPr>
          <p:txBody>
            <a:bodyPr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PH" sz="800"/>
            </a:p>
          </p:txBody>
        </p:sp>
      </p:grpSp>
      <p:sp>
        <p:nvSpPr>
          <p:cNvPr id="5" name="Oval 4">
            <a:extLst>
              <a:ext uri="{FF2B5EF4-FFF2-40B4-BE49-F238E27FC236}">
                <a16:creationId xmlns:a16="http://schemas.microsoft.com/office/drawing/2014/main" id="{5488EC47-8CA1-F5C3-421B-ED85C1D7E993}"/>
              </a:ext>
            </a:extLst>
          </p:cNvPr>
          <p:cNvSpPr/>
          <p:nvPr/>
        </p:nvSpPr>
        <p:spPr>
          <a:xfrm>
            <a:off x="751038" y="3509164"/>
            <a:ext cx="619157" cy="611541"/>
          </a:xfrm>
          <a:prstGeom prst="ellipse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62075B-370C-0D87-DB50-836C81E02686}"/>
              </a:ext>
            </a:extLst>
          </p:cNvPr>
          <p:cNvSpPr txBox="1"/>
          <p:nvPr/>
        </p:nvSpPr>
        <p:spPr>
          <a:xfrm>
            <a:off x="735050" y="3637838"/>
            <a:ext cx="6488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chemeClr val="bg1">
                    <a:lumMod val="95000"/>
                  </a:schemeClr>
                </a:solidFill>
              </a:rPr>
              <a:t>F</a:t>
            </a:r>
            <a:r>
              <a:rPr lang="en-PH" sz="1400" b="1">
                <a:solidFill>
                  <a:schemeClr val="bg1">
                    <a:lumMod val="95000"/>
                  </a:schemeClr>
                </a:solidFill>
              </a:rPr>
              <a:t>A</a:t>
            </a: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04729081-E927-577E-D5B1-1A1F8FBA0415}"/>
              </a:ext>
            </a:extLst>
          </p:cNvPr>
          <p:cNvCxnSpPr>
            <a:cxnSpLocks/>
            <a:stCxn id="186" idx="1"/>
          </p:cNvCxnSpPr>
          <p:nvPr/>
        </p:nvCxnSpPr>
        <p:spPr>
          <a:xfrm rot="10800000" flipV="1">
            <a:off x="1436136" y="3673711"/>
            <a:ext cx="546092" cy="141183"/>
          </a:xfrm>
          <a:prstGeom prst="bentConnector3">
            <a:avLst>
              <a:gd name="adj1" fmla="val 50000"/>
            </a:avLst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3C5B0ACE-E88E-427C-EA51-8CDE5D7E99ED}"/>
              </a:ext>
            </a:extLst>
          </p:cNvPr>
          <p:cNvSpPr/>
          <p:nvPr/>
        </p:nvSpPr>
        <p:spPr>
          <a:xfrm>
            <a:off x="682148" y="3447245"/>
            <a:ext cx="745527" cy="735294"/>
          </a:xfrm>
          <a:prstGeom prst="ellips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59498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">
      <a:dk1>
        <a:srgbClr val="034EA2"/>
      </a:dk1>
      <a:lt1>
        <a:sysClr val="window" lastClr="FFFFFF"/>
      </a:lt1>
      <a:dk2>
        <a:srgbClr val="19226D"/>
      </a:dk2>
      <a:lt2>
        <a:srgbClr val="F37021"/>
      </a:lt2>
      <a:accent1>
        <a:srgbClr val="33B2C1"/>
      </a:accent1>
      <a:accent2>
        <a:srgbClr val="50B848"/>
      </a:accent2>
      <a:accent3>
        <a:srgbClr val="F2F2F2"/>
      </a:accent3>
      <a:accent4>
        <a:srgbClr val="BFBFBF"/>
      </a:accent4>
      <a:accent5>
        <a:srgbClr val="171616"/>
      </a:accent5>
      <a:accent6>
        <a:srgbClr val="AEABAB"/>
      </a:accent6>
      <a:hlink>
        <a:srgbClr val="F37021"/>
      </a:hlink>
      <a:folHlink>
        <a:srgbClr val="F37021"/>
      </a:folHlink>
    </a:clrScheme>
    <a:fontScheme name="FPT Software tempt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8F838CA4B1EC4F9A41073172D76FFD" ma:contentTypeVersion="18" ma:contentTypeDescription="Create a new document." ma:contentTypeScope="" ma:versionID="910176d37b15ac754215aaaa0b5ab6aa">
  <xsd:schema xmlns:xsd="http://www.w3.org/2001/XMLSchema" xmlns:xs="http://www.w3.org/2001/XMLSchema" xmlns:p="http://schemas.microsoft.com/office/2006/metadata/properties" xmlns:ns1="http://schemas.microsoft.com/sharepoint/v3" xmlns:ns2="4cc99cfc-1aa9-4347-8bba-b64db4e4b66e" xmlns:ns3="53fb5ce3-fcef-4162-8efe-bee24695df13" targetNamespace="http://schemas.microsoft.com/office/2006/metadata/properties" ma:root="true" ma:fieldsID="8834aad508787136502b8fdb56feb2c0" ns1:_="" ns2:_="" ns3:_="">
    <xsd:import namespace="http://schemas.microsoft.com/sharepoint/v3"/>
    <xsd:import namespace="4cc99cfc-1aa9-4347-8bba-b64db4e4b66e"/>
    <xsd:import namespace="53fb5ce3-fcef-4162-8efe-bee24695df1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4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5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c99cfc-1aa9-4347-8bba-b64db4e4b66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c97e1a9-fa82-4965-b735-0e061acf926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fb5ce3-fcef-4162-8efe-bee24695df13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48f8b499-a504-4c35-b2a6-7a954a940975}" ma:internalName="TaxCatchAll" ma:showField="CatchAllData" ma:web="53fb5ce3-fcef-4162-8efe-bee24695df1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53fb5ce3-fcef-4162-8efe-bee24695df13">
      <UserInfo>
        <DisplayName>Rieta Ed Brian Tabaqua (FPHI.DEV)</DisplayName>
        <AccountId>28</AccountId>
        <AccountType/>
      </UserInfo>
    </SharedWithUsers>
    <lcf76f155ced4ddcb4097134ff3c332f xmlns="4cc99cfc-1aa9-4347-8bba-b64db4e4b66e">
      <Terms xmlns="http://schemas.microsoft.com/office/infopath/2007/PartnerControls"/>
    </lcf76f155ced4ddcb4097134ff3c332f>
    <TaxCatchAll xmlns="53fb5ce3-fcef-4162-8efe-bee24695df13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0362DB10-6E0A-4878-9CEC-99622C0F949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4cc99cfc-1aa9-4347-8bba-b64db4e4b66e"/>
    <ds:schemaRef ds:uri="53fb5ce3-fcef-4162-8efe-bee24695df1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B8B398B-E804-4459-BC00-A678035B69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B8814A2-8115-4D2B-8A73-B0A37916AF43}">
  <ds:schemaRefs>
    <ds:schemaRef ds:uri="1eeb8815-9f6f-40f4-a20b-80bb69068523"/>
    <ds:schemaRef ds:uri="6e8d66aa-a753-4772-85e8-381c092d63c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53fb5ce3-fcef-4162-8efe-bee24695df13"/>
    <ds:schemaRef ds:uri="4cc99cfc-1aa9-4347-8bba-b64db4e4b66e"/>
    <ds:schemaRef ds:uri="http://schemas.microsoft.com/sharepoint/v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276</Words>
  <Application>Microsoft Office PowerPoint</Application>
  <PresentationFormat>Widescreen</PresentationFormat>
  <Paragraphs>110</Paragraphs>
  <Slides>4</Slides>
  <Notes>1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Marie Yad-EL Tallo Enrile</dc:creator>
  <cp:lastModifiedBy>Donna Aberion</cp:lastModifiedBy>
  <cp:revision>32</cp:revision>
  <dcterms:created xsi:type="dcterms:W3CDTF">2024-01-22T10:38:26Z</dcterms:created>
  <dcterms:modified xsi:type="dcterms:W3CDTF">2026-04-13T02:01:18Z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0x010100CA8F838CA4B1EC4F9A41073172D76FFD</vt:lpwstr>
  </property>
</Properties>
</file>